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Proxima Nova"/>
      <p:regular r:id="rId33"/>
      <p:bold r:id="rId34"/>
      <p:italic r:id="rId35"/>
      <p:boldItalic r:id="rId36"/>
    </p:embeddedFont>
    <p:embeddedFont>
      <p:font typeface="Roboto"/>
      <p:regular r:id="rId37"/>
      <p:bold r:id="rId38"/>
      <p:italic r:id="rId39"/>
      <p:boldItalic r:id="rId40"/>
    </p:embeddedFont>
    <p:embeddedFont>
      <p:font typeface="Fira Sans Medium"/>
      <p:regular r:id="rId41"/>
      <p:bold r:id="rId42"/>
      <p:italic r:id="rId43"/>
      <p:boldItalic r:id="rId44"/>
    </p:embeddedFont>
    <p:embeddedFont>
      <p:font typeface="Fira Sans"/>
      <p:regular r:id="rId45"/>
      <p:bold r:id="rId46"/>
      <p:italic r:id="rId47"/>
      <p:boldItalic r:id="rId48"/>
    </p:embeddedFont>
    <p:embeddedFont>
      <p:font typeface="Proxima Nova Semibold"/>
      <p:regular r:id="rId49"/>
      <p:bold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78FC03-6FF3-4DCF-B913-51B2805F0D10}">
  <a:tblStyle styleId="{6B78FC03-6FF3-4DCF-B913-51B2805F0D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42" Type="http://schemas.openxmlformats.org/officeDocument/2006/relationships/font" Target="fonts/FiraSansMedium-bold.fntdata"/><Relationship Id="rId41" Type="http://schemas.openxmlformats.org/officeDocument/2006/relationships/font" Target="fonts/FiraSansMedium-regular.fntdata"/><Relationship Id="rId44" Type="http://schemas.openxmlformats.org/officeDocument/2006/relationships/font" Target="fonts/FiraSansMedium-boldItalic.fntdata"/><Relationship Id="rId43" Type="http://schemas.openxmlformats.org/officeDocument/2006/relationships/font" Target="fonts/FiraSansMedium-italic.fntdata"/><Relationship Id="rId46" Type="http://schemas.openxmlformats.org/officeDocument/2006/relationships/font" Target="fonts/FiraSans-bold.fntdata"/><Relationship Id="rId45" Type="http://schemas.openxmlformats.org/officeDocument/2006/relationships/font" Target="fonts/FiraSans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FiraSans-boldItalic.fntdata"/><Relationship Id="rId47" Type="http://schemas.openxmlformats.org/officeDocument/2006/relationships/font" Target="fonts/FiraSans-italic.fntdata"/><Relationship Id="rId49" Type="http://schemas.openxmlformats.org/officeDocument/2006/relationships/font" Target="fonts/ProximaNovaSemibo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ProximaNova-regular.fntdata"/><Relationship Id="rId32" Type="http://schemas.openxmlformats.org/officeDocument/2006/relationships/slide" Target="slides/slide26.xml"/><Relationship Id="rId35" Type="http://schemas.openxmlformats.org/officeDocument/2006/relationships/font" Target="fonts/ProximaNova-italic.fntdata"/><Relationship Id="rId34" Type="http://schemas.openxmlformats.org/officeDocument/2006/relationships/font" Target="fonts/ProximaNova-bold.fntdata"/><Relationship Id="rId37" Type="http://schemas.openxmlformats.org/officeDocument/2006/relationships/font" Target="fonts/Roboto-regular.fntdata"/><Relationship Id="rId36" Type="http://schemas.openxmlformats.org/officeDocument/2006/relationships/font" Target="fonts/ProximaNova-boldItalic.fntdata"/><Relationship Id="rId39" Type="http://schemas.openxmlformats.org/officeDocument/2006/relationships/font" Target="fonts/Roboto-italic.fntdata"/><Relationship Id="rId38" Type="http://schemas.openxmlformats.org/officeDocument/2006/relationships/font" Target="fonts/Robot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roximaNovaSemibold-boldItalic.fntdata"/><Relationship Id="rId50" Type="http://schemas.openxmlformats.org/officeDocument/2006/relationships/font" Target="fonts/ProximaNovaSemibold-bold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5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54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ea22a458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ea22a458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3376c313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3376c313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ff18b49f31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1ff18b49f31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10860aa5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10860aa5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a0f7093df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aa0f7093df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125d80b41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125d80b41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a83a2b950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a83a2b950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1ff18b49f31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1ff18b49f31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aa0f7093df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aa0f7093df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a3fef243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aa3fef243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aa3fef243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aa3fef243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aa0f7093df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aa0f7093df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a3fef243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aa3fef243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aa3fef243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aa3fef243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aa3fef243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aa3fef243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a26593f6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aa26593f6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aa3fef2433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3aa3fef2433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aa3fef2433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aa3fef2433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aa3fef2433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aa3fef2433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aa3fef2433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3aa3fef2433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aa3fef2433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aa3fef2433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a834e149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a834e149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3a74511443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3a74511443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83a2b950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3a83a2b950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1125d80b41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1125d80b41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aa3fef2433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aa3fef2433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2898700" y="785075"/>
            <a:ext cx="5530500" cy="142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733325" y="2283425"/>
            <a:ext cx="3709200" cy="409500"/>
          </a:xfrm>
          <a:prstGeom prst="rect">
            <a:avLst/>
          </a:prstGeom>
          <a:solidFill>
            <a:srgbClr val="EFE0CA">
              <a:alpha val="4465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715100" y="2571750"/>
            <a:ext cx="38568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5100" y="1567950"/>
            <a:ext cx="1089900" cy="851400"/>
          </a:xfrm>
          <a:prstGeom prst="rect">
            <a:avLst/>
          </a:prstGeom>
          <a:solidFill>
            <a:srgbClr val="EFE0CA">
              <a:alpha val="446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919100" y="1128850"/>
            <a:ext cx="5305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290763" y="2571750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4945638" y="2571750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1290763" y="2874752"/>
            <a:ext cx="29076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4945638" y="2874752"/>
            <a:ext cx="2907600" cy="15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720000" y="445025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720000" y="1838250"/>
            <a:ext cx="3852000" cy="14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4829325" y="535000"/>
            <a:ext cx="3599700" cy="407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241425" y="1531800"/>
            <a:ext cx="46611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241475" y="2373600"/>
            <a:ext cx="4661100" cy="12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715100" y="4020400"/>
            <a:ext cx="7713900" cy="588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4667475" y="1783950"/>
            <a:ext cx="3761400" cy="10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4667475" y="2902049"/>
            <a:ext cx="3761400" cy="457500"/>
          </a:xfrm>
          <a:prstGeom prst="rect">
            <a:avLst/>
          </a:prstGeom>
          <a:solidFill>
            <a:srgbClr val="EFE0CA">
              <a:alpha val="4465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870813" y="1627583"/>
            <a:ext cx="734700" cy="447600"/>
          </a:xfrm>
          <a:prstGeom prst="rect">
            <a:avLst/>
          </a:prstGeom>
          <a:solidFill>
            <a:srgbClr val="EFE0CA">
              <a:alpha val="4431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3" type="title"/>
          </p:nvPr>
        </p:nvSpPr>
        <p:spPr>
          <a:xfrm>
            <a:off x="7538488" y="1627566"/>
            <a:ext cx="734700" cy="447600"/>
          </a:xfrm>
          <a:prstGeom prst="rect">
            <a:avLst/>
          </a:prstGeom>
          <a:solidFill>
            <a:srgbClr val="EFE0CA">
              <a:alpha val="4431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870813" y="2589271"/>
            <a:ext cx="734700" cy="447600"/>
          </a:xfrm>
          <a:prstGeom prst="rect">
            <a:avLst/>
          </a:prstGeom>
          <a:solidFill>
            <a:srgbClr val="EFE0CA">
              <a:alpha val="4431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5" type="title"/>
          </p:nvPr>
        </p:nvSpPr>
        <p:spPr>
          <a:xfrm>
            <a:off x="7538488" y="2589279"/>
            <a:ext cx="734700" cy="447600"/>
          </a:xfrm>
          <a:prstGeom prst="rect">
            <a:avLst/>
          </a:prstGeom>
          <a:solidFill>
            <a:srgbClr val="EFE0CA">
              <a:alpha val="4431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6" type="title"/>
          </p:nvPr>
        </p:nvSpPr>
        <p:spPr>
          <a:xfrm>
            <a:off x="870813" y="3550983"/>
            <a:ext cx="734700" cy="447600"/>
          </a:xfrm>
          <a:prstGeom prst="rect">
            <a:avLst/>
          </a:prstGeom>
          <a:solidFill>
            <a:srgbClr val="EFE0CA">
              <a:alpha val="4431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7" type="title"/>
          </p:nvPr>
        </p:nvSpPr>
        <p:spPr>
          <a:xfrm>
            <a:off x="7538488" y="3550966"/>
            <a:ext cx="734700" cy="447600"/>
          </a:xfrm>
          <a:prstGeom prst="rect">
            <a:avLst/>
          </a:prstGeom>
          <a:solidFill>
            <a:srgbClr val="EFE0CA">
              <a:alpha val="4431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1757925" y="1627575"/>
            <a:ext cx="24732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1757900" y="2589277"/>
            <a:ext cx="24732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1757900" y="3550975"/>
            <a:ext cx="24732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4912900" y="1627575"/>
            <a:ext cx="24732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4" type="subTitle"/>
          </p:nvPr>
        </p:nvSpPr>
        <p:spPr>
          <a:xfrm>
            <a:off x="4912875" y="2589275"/>
            <a:ext cx="24732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4912875" y="3550975"/>
            <a:ext cx="24732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"/>
              <a:buNone/>
              <a:defRPr b="1" sz="2000"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4736259" y="1828351"/>
            <a:ext cx="3582000" cy="26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4736253" y="667038"/>
            <a:ext cx="3582000" cy="108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868175" y="2571750"/>
            <a:ext cx="2007600" cy="379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868175" y="2874752"/>
            <a:ext cx="20076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3568188" y="2874752"/>
            <a:ext cx="20076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4" type="subTitle"/>
          </p:nvPr>
        </p:nvSpPr>
        <p:spPr>
          <a:xfrm>
            <a:off x="6268224" y="2874752"/>
            <a:ext cx="20076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5" type="subTitle"/>
          </p:nvPr>
        </p:nvSpPr>
        <p:spPr>
          <a:xfrm>
            <a:off x="3568187" y="2571750"/>
            <a:ext cx="2007600" cy="379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6" type="subTitle"/>
          </p:nvPr>
        </p:nvSpPr>
        <p:spPr>
          <a:xfrm>
            <a:off x="6268223" y="2571750"/>
            <a:ext cx="2007600" cy="379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 flipH="1">
            <a:off x="175650" y="219825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812300" y="1358463"/>
            <a:ext cx="3360600" cy="379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5" name="Google Shape;85;p17"/>
          <p:cNvSpPr txBox="1"/>
          <p:nvPr>
            <p:ph idx="2" type="subTitle"/>
          </p:nvPr>
        </p:nvSpPr>
        <p:spPr>
          <a:xfrm>
            <a:off x="812301" y="1661461"/>
            <a:ext cx="33606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3" type="subTitle"/>
          </p:nvPr>
        </p:nvSpPr>
        <p:spPr>
          <a:xfrm>
            <a:off x="4971097" y="1661461"/>
            <a:ext cx="33606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4" type="subTitle"/>
          </p:nvPr>
        </p:nvSpPr>
        <p:spPr>
          <a:xfrm>
            <a:off x="812301" y="3239888"/>
            <a:ext cx="33606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5" type="subTitle"/>
          </p:nvPr>
        </p:nvSpPr>
        <p:spPr>
          <a:xfrm>
            <a:off x="4971097" y="3239888"/>
            <a:ext cx="33606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6" type="subTitle"/>
          </p:nvPr>
        </p:nvSpPr>
        <p:spPr>
          <a:xfrm>
            <a:off x="812300" y="2936884"/>
            <a:ext cx="3360600" cy="379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7" type="subTitle"/>
          </p:nvPr>
        </p:nvSpPr>
        <p:spPr>
          <a:xfrm>
            <a:off x="4971093" y="1358463"/>
            <a:ext cx="3360600" cy="379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8" type="subTitle"/>
          </p:nvPr>
        </p:nvSpPr>
        <p:spPr>
          <a:xfrm>
            <a:off x="4971093" y="2936884"/>
            <a:ext cx="3360600" cy="379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846112" y="2044544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2" type="subTitle"/>
          </p:nvPr>
        </p:nvSpPr>
        <p:spPr>
          <a:xfrm>
            <a:off x="3380348" y="2044544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3" type="subTitle"/>
          </p:nvPr>
        </p:nvSpPr>
        <p:spPr>
          <a:xfrm>
            <a:off x="5919296" y="2044544"/>
            <a:ext cx="2376000" cy="66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4" type="subTitle"/>
          </p:nvPr>
        </p:nvSpPr>
        <p:spPr>
          <a:xfrm>
            <a:off x="846112" y="3502951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5" type="subTitle"/>
          </p:nvPr>
        </p:nvSpPr>
        <p:spPr>
          <a:xfrm>
            <a:off x="3380348" y="3502951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6" type="subTitle"/>
          </p:nvPr>
        </p:nvSpPr>
        <p:spPr>
          <a:xfrm>
            <a:off x="5919296" y="3502951"/>
            <a:ext cx="2376000" cy="66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7" type="subTitle"/>
          </p:nvPr>
        </p:nvSpPr>
        <p:spPr>
          <a:xfrm>
            <a:off x="841125" y="1454500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8" type="subTitle"/>
          </p:nvPr>
        </p:nvSpPr>
        <p:spPr>
          <a:xfrm>
            <a:off x="3380352" y="1454500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9" type="subTitle"/>
          </p:nvPr>
        </p:nvSpPr>
        <p:spPr>
          <a:xfrm>
            <a:off x="5924281" y="1454500"/>
            <a:ext cx="2376000" cy="66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13" type="subTitle"/>
          </p:nvPr>
        </p:nvSpPr>
        <p:spPr>
          <a:xfrm>
            <a:off x="841464" y="2908403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14" type="subTitle"/>
          </p:nvPr>
        </p:nvSpPr>
        <p:spPr>
          <a:xfrm>
            <a:off x="3380359" y="2908403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5" type="subTitle"/>
          </p:nvPr>
        </p:nvSpPr>
        <p:spPr>
          <a:xfrm>
            <a:off x="5921762" y="2908403"/>
            <a:ext cx="2381100" cy="66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1800">
                <a:solidFill>
                  <a:schemeClr val="dk1"/>
                </a:solidFill>
                <a:latin typeface="Fira Sans Medium"/>
                <a:ea typeface="Fira Sans Medium"/>
                <a:cs typeface="Fira Sans Medium"/>
                <a:sym typeface="Fira Sans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9"/>
          <p:cNvSpPr txBox="1"/>
          <p:nvPr>
            <p:ph hasCustomPrompt="1" type="title"/>
          </p:nvPr>
        </p:nvSpPr>
        <p:spPr>
          <a:xfrm>
            <a:off x="653150" y="579313"/>
            <a:ext cx="3993000" cy="6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0" name="Google Shape;110;p19"/>
          <p:cNvSpPr txBox="1"/>
          <p:nvPr>
            <p:ph idx="1" type="subTitle"/>
          </p:nvPr>
        </p:nvSpPr>
        <p:spPr>
          <a:xfrm>
            <a:off x="653150" y="1213379"/>
            <a:ext cx="39930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hasCustomPrompt="1" idx="2" type="title"/>
          </p:nvPr>
        </p:nvSpPr>
        <p:spPr>
          <a:xfrm>
            <a:off x="653150" y="1951846"/>
            <a:ext cx="3993000" cy="6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2" name="Google Shape;112;p19"/>
          <p:cNvSpPr txBox="1"/>
          <p:nvPr>
            <p:ph idx="3" type="subTitle"/>
          </p:nvPr>
        </p:nvSpPr>
        <p:spPr>
          <a:xfrm>
            <a:off x="653150" y="2586083"/>
            <a:ext cx="39930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hasCustomPrompt="1" idx="4" type="title"/>
          </p:nvPr>
        </p:nvSpPr>
        <p:spPr>
          <a:xfrm>
            <a:off x="653150" y="3324550"/>
            <a:ext cx="3993000" cy="6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" name="Google Shape;114;p19"/>
          <p:cNvSpPr txBox="1"/>
          <p:nvPr>
            <p:ph idx="5" type="subTitle"/>
          </p:nvPr>
        </p:nvSpPr>
        <p:spPr>
          <a:xfrm>
            <a:off x="653150" y="3958787"/>
            <a:ext cx="39930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0"/>
          <p:cNvSpPr txBox="1"/>
          <p:nvPr>
            <p:ph type="ctrTitle"/>
          </p:nvPr>
        </p:nvSpPr>
        <p:spPr>
          <a:xfrm>
            <a:off x="715075" y="535000"/>
            <a:ext cx="3426300" cy="9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715100" y="1559550"/>
            <a:ext cx="31947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" name="Google Shape;119;p20"/>
          <p:cNvSpPr txBox="1"/>
          <p:nvPr/>
        </p:nvSpPr>
        <p:spPr>
          <a:xfrm>
            <a:off x="715100" y="3596850"/>
            <a:ext cx="319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pt-PT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CRÉDITOS: Este modelo foi criado pelo </a:t>
            </a:r>
            <a:r>
              <a:rPr b="1" lang="pt-PT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pt-PT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pt-PT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 inclui ícones do </a:t>
            </a:r>
            <a:r>
              <a:rPr b="1" lang="pt-PT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pt-PT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lang="pt-PT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 infográficos e imagens da </a:t>
            </a:r>
            <a:r>
              <a:rPr b="1" lang="pt-PT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1"/>
          <p:cNvGrpSpPr/>
          <p:nvPr/>
        </p:nvGrpSpPr>
        <p:grpSpPr>
          <a:xfrm>
            <a:off x="216750" y="221850"/>
            <a:ext cx="8710500" cy="4699800"/>
            <a:chOff x="216750" y="221850"/>
            <a:chExt cx="8710500" cy="4699800"/>
          </a:xfrm>
        </p:grpSpPr>
        <p:sp>
          <p:nvSpPr>
            <p:cNvPr id="122" name="Google Shape;122;p21"/>
            <p:cNvSpPr/>
            <p:nvPr/>
          </p:nvSpPr>
          <p:spPr>
            <a:xfrm>
              <a:off x="216750" y="221850"/>
              <a:ext cx="8710500" cy="4699800"/>
            </a:xfrm>
            <a:prstGeom prst="frame">
              <a:avLst>
                <a:gd fmla="val 1276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3" name="Google Shape;123;p21"/>
            <p:cNvSpPr/>
            <p:nvPr/>
          </p:nvSpPr>
          <p:spPr>
            <a:xfrm>
              <a:off x="396600" y="410700"/>
              <a:ext cx="8350800" cy="4322100"/>
            </a:xfrm>
            <a:prstGeom prst="roundRect">
              <a:avLst>
                <a:gd fmla="val 4855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 flipH="1">
            <a:off x="175650" y="181500"/>
            <a:ext cx="8792700" cy="4780500"/>
          </a:xfrm>
          <a:prstGeom prst="round2DiagRect">
            <a:avLst>
              <a:gd fmla="val 7265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olab.research.google.com/drive/109RZiFPtYnQVi349DV4zDHNkahXdCx3E?usp=sharing" TargetMode="External"/><Relationship Id="rId4" Type="http://schemas.openxmlformats.org/officeDocument/2006/relationships/hyperlink" Target="https://docs.google.com/presentation/d/1UZY9KMeSziHHdPIzGnJ69UGYcRL9lpvLozVyUFi9MxA/edit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www.linkedin.com/in/mikhael-putra" TargetMode="External"/><Relationship Id="rId4" Type="http://schemas.openxmlformats.org/officeDocument/2006/relationships/hyperlink" Target="https://colab.research.google.com/drive/109RZiFPtYnQVi349DV4zDHNkahXdCx3E?usp=sharing" TargetMode="External"/><Relationship Id="rId9" Type="http://schemas.openxmlformats.org/officeDocument/2006/relationships/hyperlink" Target="https://github.com/mikhaelput/Project-Data" TargetMode="External"/><Relationship Id="rId5" Type="http://schemas.openxmlformats.org/officeDocument/2006/relationships/hyperlink" Target="https://docs.google.com/presentation/d/1UZY9KMeSziHHdPIzGnJ69UGYcRL9lpvLozVyUFi9MxA/edit?usp=sharing" TargetMode="External"/><Relationship Id="rId6" Type="http://schemas.openxmlformats.org/officeDocument/2006/relationships/image" Target="../media/image33.png"/><Relationship Id="rId7" Type="http://schemas.openxmlformats.org/officeDocument/2006/relationships/hyperlink" Target="http://www.linkedin.com/in/mikhael-putra" TargetMode="External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ctrTitle"/>
          </p:nvPr>
        </p:nvSpPr>
        <p:spPr>
          <a:xfrm>
            <a:off x="656425" y="785075"/>
            <a:ext cx="7772700" cy="142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latin typeface="Fira Sans Medium"/>
                <a:ea typeface="Fira Sans Medium"/>
                <a:cs typeface="Fira Sans Medium"/>
                <a:sym typeface="Fira Sans Medium"/>
              </a:rPr>
              <a:t>QuickU </a:t>
            </a:r>
            <a:br>
              <a:rPr lang="pt-PT"/>
            </a:br>
            <a:r>
              <a:rPr lang="pt-PT" sz="3000"/>
              <a:t>Demand Forecasting &amp; Stock Planning</a:t>
            </a:r>
            <a:endParaRPr sz="30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200"/>
              <a:t>August 2022</a:t>
            </a:r>
            <a:endParaRPr sz="3200"/>
          </a:p>
        </p:txBody>
      </p:sp>
      <p:sp>
        <p:nvSpPr>
          <p:cNvPr id="137" name="Google Shape;137;p26"/>
          <p:cNvSpPr txBox="1"/>
          <p:nvPr>
            <p:ph idx="1" type="subTitle"/>
          </p:nvPr>
        </p:nvSpPr>
        <p:spPr>
          <a:xfrm>
            <a:off x="4733325" y="2283425"/>
            <a:ext cx="37092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By Mikhael Putra Iswanto</a:t>
            </a:r>
            <a:endParaRPr b="1"/>
          </a:p>
        </p:txBody>
      </p:sp>
      <p:grpSp>
        <p:nvGrpSpPr>
          <p:cNvPr id="138" name="Google Shape;138;p26"/>
          <p:cNvGrpSpPr/>
          <p:nvPr/>
        </p:nvGrpSpPr>
        <p:grpSpPr>
          <a:xfrm>
            <a:off x="715076" y="1678701"/>
            <a:ext cx="4794217" cy="2929632"/>
            <a:chOff x="715076" y="1678701"/>
            <a:chExt cx="4794217" cy="2929632"/>
          </a:xfrm>
        </p:grpSpPr>
        <p:grpSp>
          <p:nvGrpSpPr>
            <p:cNvPr id="139" name="Google Shape;139;p26"/>
            <p:cNvGrpSpPr/>
            <p:nvPr/>
          </p:nvGrpSpPr>
          <p:grpSpPr>
            <a:xfrm>
              <a:off x="4745973" y="3338983"/>
              <a:ext cx="763321" cy="763321"/>
              <a:chOff x="5219405" y="3190063"/>
              <a:chExt cx="852968" cy="852968"/>
            </a:xfrm>
          </p:grpSpPr>
          <p:grpSp>
            <p:nvGrpSpPr>
              <p:cNvPr id="140" name="Google Shape;140;p26"/>
              <p:cNvGrpSpPr/>
              <p:nvPr/>
            </p:nvGrpSpPr>
            <p:grpSpPr>
              <a:xfrm>
                <a:off x="5219405" y="3190063"/>
                <a:ext cx="852968" cy="852968"/>
                <a:chOff x="-1050407" y="2448788"/>
                <a:chExt cx="852968" cy="852968"/>
              </a:xfrm>
            </p:grpSpPr>
            <p:sp>
              <p:nvSpPr>
                <p:cNvPr id="141" name="Google Shape;141;p26"/>
                <p:cNvSpPr/>
                <p:nvPr/>
              </p:nvSpPr>
              <p:spPr>
                <a:xfrm>
                  <a:off x="-552316" y="2448788"/>
                  <a:ext cx="7887" cy="852968"/>
                </a:xfrm>
                <a:custGeom>
                  <a:rect b="b" l="l" r="r" t="t"/>
                  <a:pathLst>
                    <a:path extrusionOk="0" h="741711" w="6858">
                      <a:moveTo>
                        <a:pt x="0" y="0"/>
                      </a:moveTo>
                      <a:lnTo>
                        <a:pt x="6858" y="0"/>
                      </a:lnTo>
                      <a:lnTo>
                        <a:pt x="6858" y="741712"/>
                      </a:lnTo>
                      <a:lnTo>
                        <a:pt x="0" y="74171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2" name="Google Shape;142;p26"/>
                <p:cNvSpPr/>
                <p:nvPr/>
              </p:nvSpPr>
              <p:spPr>
                <a:xfrm>
                  <a:off x="-401553" y="2448788"/>
                  <a:ext cx="7887" cy="852968"/>
                </a:xfrm>
                <a:custGeom>
                  <a:rect b="b" l="l" r="r" t="t"/>
                  <a:pathLst>
                    <a:path extrusionOk="0" h="741711" w="6858">
                      <a:moveTo>
                        <a:pt x="0" y="0"/>
                      </a:moveTo>
                      <a:lnTo>
                        <a:pt x="6858" y="0"/>
                      </a:lnTo>
                      <a:lnTo>
                        <a:pt x="6858" y="741712"/>
                      </a:lnTo>
                      <a:lnTo>
                        <a:pt x="0" y="74171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26"/>
                <p:cNvSpPr/>
                <p:nvPr/>
              </p:nvSpPr>
              <p:spPr>
                <a:xfrm>
                  <a:off x="-250789" y="2448788"/>
                  <a:ext cx="7887" cy="852968"/>
                </a:xfrm>
                <a:custGeom>
                  <a:rect b="b" l="l" r="r" t="t"/>
                  <a:pathLst>
                    <a:path extrusionOk="0" h="741711" w="6858">
                      <a:moveTo>
                        <a:pt x="0" y="0"/>
                      </a:moveTo>
                      <a:lnTo>
                        <a:pt x="6858" y="0"/>
                      </a:lnTo>
                      <a:lnTo>
                        <a:pt x="6858" y="741712"/>
                      </a:lnTo>
                      <a:lnTo>
                        <a:pt x="0" y="74171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" name="Google Shape;144;p26"/>
                <p:cNvSpPr/>
                <p:nvPr/>
              </p:nvSpPr>
              <p:spPr>
                <a:xfrm>
                  <a:off x="-1050407" y="2494477"/>
                  <a:ext cx="852968" cy="7886"/>
                </a:xfrm>
                <a:custGeom>
                  <a:rect b="b" l="l" r="r" t="t"/>
                  <a:pathLst>
                    <a:path extrusionOk="0" h="6857" w="741711">
                      <a:moveTo>
                        <a:pt x="0" y="0"/>
                      </a:moveTo>
                      <a:lnTo>
                        <a:pt x="741712" y="0"/>
                      </a:lnTo>
                      <a:lnTo>
                        <a:pt x="741712" y="6858"/>
                      </a:lnTo>
                      <a:lnTo>
                        <a:pt x="0" y="68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" name="Google Shape;145;p26"/>
                <p:cNvSpPr/>
                <p:nvPr/>
              </p:nvSpPr>
              <p:spPr>
                <a:xfrm>
                  <a:off x="-1050407" y="2645243"/>
                  <a:ext cx="852968" cy="7886"/>
                </a:xfrm>
                <a:custGeom>
                  <a:rect b="b" l="l" r="r" t="t"/>
                  <a:pathLst>
                    <a:path extrusionOk="0" h="6857" w="741711">
                      <a:moveTo>
                        <a:pt x="0" y="0"/>
                      </a:moveTo>
                      <a:lnTo>
                        <a:pt x="741712" y="0"/>
                      </a:lnTo>
                      <a:lnTo>
                        <a:pt x="741712" y="6858"/>
                      </a:lnTo>
                      <a:lnTo>
                        <a:pt x="0" y="68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26"/>
                <p:cNvSpPr/>
                <p:nvPr/>
              </p:nvSpPr>
              <p:spPr>
                <a:xfrm>
                  <a:off x="-1050407" y="2796008"/>
                  <a:ext cx="852968" cy="7886"/>
                </a:xfrm>
                <a:custGeom>
                  <a:rect b="b" l="l" r="r" t="t"/>
                  <a:pathLst>
                    <a:path extrusionOk="0" h="6857" w="741711">
                      <a:moveTo>
                        <a:pt x="0" y="0"/>
                      </a:moveTo>
                      <a:lnTo>
                        <a:pt x="741712" y="0"/>
                      </a:lnTo>
                      <a:lnTo>
                        <a:pt x="741712" y="6858"/>
                      </a:lnTo>
                      <a:lnTo>
                        <a:pt x="0" y="68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26"/>
                <p:cNvSpPr/>
                <p:nvPr/>
              </p:nvSpPr>
              <p:spPr>
                <a:xfrm>
                  <a:off x="-1050407" y="2946884"/>
                  <a:ext cx="852968" cy="7886"/>
                </a:xfrm>
                <a:custGeom>
                  <a:rect b="b" l="l" r="r" t="t"/>
                  <a:pathLst>
                    <a:path extrusionOk="0" h="6857" w="741711">
                      <a:moveTo>
                        <a:pt x="0" y="0"/>
                      </a:moveTo>
                      <a:lnTo>
                        <a:pt x="741712" y="0"/>
                      </a:lnTo>
                      <a:lnTo>
                        <a:pt x="741712" y="6858"/>
                      </a:lnTo>
                      <a:lnTo>
                        <a:pt x="0" y="68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8" name="Google Shape;148;p26"/>
                <p:cNvSpPr/>
                <p:nvPr/>
              </p:nvSpPr>
              <p:spPr>
                <a:xfrm>
                  <a:off x="-1050407" y="3097650"/>
                  <a:ext cx="852968" cy="7886"/>
                </a:xfrm>
                <a:custGeom>
                  <a:rect b="b" l="l" r="r" t="t"/>
                  <a:pathLst>
                    <a:path extrusionOk="0" h="6857" w="741711">
                      <a:moveTo>
                        <a:pt x="0" y="0"/>
                      </a:moveTo>
                      <a:lnTo>
                        <a:pt x="741712" y="0"/>
                      </a:lnTo>
                      <a:lnTo>
                        <a:pt x="741712" y="6858"/>
                      </a:lnTo>
                      <a:lnTo>
                        <a:pt x="0" y="68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9" name="Google Shape;149;p26"/>
                <p:cNvSpPr/>
                <p:nvPr/>
              </p:nvSpPr>
              <p:spPr>
                <a:xfrm>
                  <a:off x="-1050407" y="3248415"/>
                  <a:ext cx="852968" cy="7886"/>
                </a:xfrm>
                <a:custGeom>
                  <a:rect b="b" l="l" r="r" t="t"/>
                  <a:pathLst>
                    <a:path extrusionOk="0" h="6857" w="741711">
                      <a:moveTo>
                        <a:pt x="0" y="0"/>
                      </a:moveTo>
                      <a:lnTo>
                        <a:pt x="741712" y="0"/>
                      </a:lnTo>
                      <a:lnTo>
                        <a:pt x="741712" y="6858"/>
                      </a:lnTo>
                      <a:lnTo>
                        <a:pt x="0" y="68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0" name="Google Shape;150;p26"/>
              <p:cNvSpPr/>
              <p:nvPr/>
            </p:nvSpPr>
            <p:spPr>
              <a:xfrm>
                <a:off x="5455172" y="3190063"/>
                <a:ext cx="7887" cy="852968"/>
              </a:xfrm>
              <a:custGeom>
                <a:rect b="b" l="l" r="r" t="t"/>
                <a:pathLst>
                  <a:path extrusionOk="0" h="741711" w="6858">
                    <a:moveTo>
                      <a:pt x="0" y="0"/>
                    </a:moveTo>
                    <a:lnTo>
                      <a:pt x="6858" y="0"/>
                    </a:lnTo>
                    <a:lnTo>
                      <a:pt x="6858" y="741712"/>
                    </a:lnTo>
                    <a:lnTo>
                      <a:pt x="0" y="7417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26"/>
              <p:cNvSpPr/>
              <p:nvPr/>
            </p:nvSpPr>
            <p:spPr>
              <a:xfrm>
                <a:off x="5589635" y="3190063"/>
                <a:ext cx="7887" cy="852968"/>
              </a:xfrm>
              <a:custGeom>
                <a:rect b="b" l="l" r="r" t="t"/>
                <a:pathLst>
                  <a:path extrusionOk="0" h="741711" w="6858">
                    <a:moveTo>
                      <a:pt x="0" y="0"/>
                    </a:moveTo>
                    <a:lnTo>
                      <a:pt x="6858" y="0"/>
                    </a:lnTo>
                    <a:lnTo>
                      <a:pt x="6858" y="741712"/>
                    </a:lnTo>
                    <a:lnTo>
                      <a:pt x="0" y="7417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26"/>
              <p:cNvSpPr/>
              <p:nvPr/>
            </p:nvSpPr>
            <p:spPr>
              <a:xfrm>
                <a:off x="5320710" y="3190063"/>
                <a:ext cx="7887" cy="852968"/>
              </a:xfrm>
              <a:custGeom>
                <a:rect b="b" l="l" r="r" t="t"/>
                <a:pathLst>
                  <a:path extrusionOk="0" h="741711" w="6858">
                    <a:moveTo>
                      <a:pt x="0" y="0"/>
                    </a:moveTo>
                    <a:lnTo>
                      <a:pt x="6858" y="0"/>
                    </a:lnTo>
                    <a:lnTo>
                      <a:pt x="6858" y="741712"/>
                    </a:lnTo>
                    <a:lnTo>
                      <a:pt x="0" y="74171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26"/>
            <p:cNvGrpSpPr/>
            <p:nvPr/>
          </p:nvGrpSpPr>
          <p:grpSpPr>
            <a:xfrm>
              <a:off x="3932156" y="3483385"/>
              <a:ext cx="1370314" cy="898039"/>
              <a:chOff x="-3216764" y="1518024"/>
              <a:chExt cx="1531249" cy="1003507"/>
            </a:xfrm>
          </p:grpSpPr>
          <p:sp>
            <p:nvSpPr>
              <p:cNvPr id="154" name="Google Shape;154;p26"/>
              <p:cNvSpPr/>
              <p:nvPr/>
            </p:nvSpPr>
            <p:spPr>
              <a:xfrm>
                <a:off x="-3216764" y="1642602"/>
                <a:ext cx="1370423" cy="878929"/>
              </a:xfrm>
              <a:custGeom>
                <a:rect b="b" l="l" r="r" t="t"/>
                <a:pathLst>
                  <a:path extrusionOk="0" h="764286" w="1191672">
                    <a:moveTo>
                      <a:pt x="1150144" y="0"/>
                    </a:moveTo>
                    <a:cubicBezTo>
                      <a:pt x="898112" y="5620"/>
                      <a:pt x="312896" y="5620"/>
                      <a:pt x="41529" y="0"/>
                    </a:cubicBezTo>
                    <a:cubicBezTo>
                      <a:pt x="18574" y="0"/>
                      <a:pt x="0" y="18574"/>
                      <a:pt x="0" y="41529"/>
                    </a:cubicBezTo>
                    <a:cubicBezTo>
                      <a:pt x="4001" y="321374"/>
                      <a:pt x="4667" y="482346"/>
                      <a:pt x="0" y="722757"/>
                    </a:cubicBezTo>
                    <a:cubicBezTo>
                      <a:pt x="0" y="745712"/>
                      <a:pt x="18574" y="764286"/>
                      <a:pt x="41529" y="764286"/>
                    </a:cubicBezTo>
                    <a:cubicBezTo>
                      <a:pt x="292703" y="756380"/>
                      <a:pt x="877443" y="755999"/>
                      <a:pt x="1150144" y="764286"/>
                    </a:cubicBezTo>
                    <a:cubicBezTo>
                      <a:pt x="1173099" y="764286"/>
                      <a:pt x="1191673" y="745712"/>
                      <a:pt x="1191673" y="722757"/>
                    </a:cubicBezTo>
                    <a:cubicBezTo>
                      <a:pt x="1184243" y="454914"/>
                      <a:pt x="1184053" y="296894"/>
                      <a:pt x="1191673" y="41529"/>
                    </a:cubicBezTo>
                    <a:cubicBezTo>
                      <a:pt x="1191673" y="18574"/>
                      <a:pt x="1173099" y="0"/>
                      <a:pt x="11501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26"/>
              <p:cNvSpPr/>
              <p:nvPr/>
            </p:nvSpPr>
            <p:spPr>
              <a:xfrm>
                <a:off x="-3116620" y="1792382"/>
                <a:ext cx="579344" cy="579344"/>
              </a:xfrm>
              <a:custGeom>
                <a:rect b="b" l="l" r="r" t="t"/>
                <a:pathLst>
                  <a:path extrusionOk="0" h="503777" w="503777">
                    <a:moveTo>
                      <a:pt x="435483" y="503777"/>
                    </a:moveTo>
                    <a:lnTo>
                      <a:pt x="68294" y="503777"/>
                    </a:lnTo>
                    <a:cubicBezTo>
                      <a:pt x="30671" y="503777"/>
                      <a:pt x="0" y="473107"/>
                      <a:pt x="0" y="435483"/>
                    </a:cubicBezTo>
                    <a:lnTo>
                      <a:pt x="0" y="68294"/>
                    </a:lnTo>
                    <a:cubicBezTo>
                      <a:pt x="0" y="30670"/>
                      <a:pt x="30671" y="0"/>
                      <a:pt x="68294" y="0"/>
                    </a:cubicBezTo>
                    <a:lnTo>
                      <a:pt x="435483" y="0"/>
                    </a:lnTo>
                    <a:cubicBezTo>
                      <a:pt x="473107" y="0"/>
                      <a:pt x="503777" y="30670"/>
                      <a:pt x="503777" y="68294"/>
                    </a:cubicBezTo>
                    <a:lnTo>
                      <a:pt x="503777" y="435483"/>
                    </a:lnTo>
                    <a:cubicBezTo>
                      <a:pt x="503777" y="473107"/>
                      <a:pt x="473107" y="503777"/>
                      <a:pt x="435483" y="503777"/>
                    </a:cubicBezTo>
                    <a:close/>
                    <a:moveTo>
                      <a:pt x="68294" y="14192"/>
                    </a:moveTo>
                    <a:cubicBezTo>
                      <a:pt x="38481" y="14192"/>
                      <a:pt x="14192" y="38481"/>
                      <a:pt x="14192" y="68294"/>
                    </a:cubicBezTo>
                    <a:lnTo>
                      <a:pt x="14192" y="435483"/>
                    </a:lnTo>
                    <a:cubicBezTo>
                      <a:pt x="14192" y="465296"/>
                      <a:pt x="38481" y="489585"/>
                      <a:pt x="68294" y="489585"/>
                    </a:cubicBezTo>
                    <a:lnTo>
                      <a:pt x="435483" y="489585"/>
                    </a:lnTo>
                    <a:cubicBezTo>
                      <a:pt x="465296" y="489585"/>
                      <a:pt x="489585" y="465296"/>
                      <a:pt x="489585" y="435483"/>
                    </a:cubicBezTo>
                    <a:lnTo>
                      <a:pt x="489585" y="68294"/>
                    </a:lnTo>
                    <a:cubicBezTo>
                      <a:pt x="489585" y="38481"/>
                      <a:pt x="465296" y="14192"/>
                      <a:pt x="435483" y="14192"/>
                    </a:cubicBezTo>
                    <a:lnTo>
                      <a:pt x="68294" y="1419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26"/>
              <p:cNvSpPr/>
              <p:nvPr/>
            </p:nvSpPr>
            <p:spPr>
              <a:xfrm>
                <a:off x="-3009355" y="1933574"/>
                <a:ext cx="343050" cy="343001"/>
              </a:xfrm>
              <a:custGeom>
                <a:rect b="b" l="l" r="r" t="t"/>
                <a:pathLst>
                  <a:path extrusionOk="0" h="298262" w="298304">
                    <a:moveTo>
                      <a:pt x="291179" y="256638"/>
                    </a:moveTo>
                    <a:lnTo>
                      <a:pt x="41720" y="7178"/>
                    </a:lnTo>
                    <a:cubicBezTo>
                      <a:pt x="26384" y="-8157"/>
                      <a:pt x="0" y="2702"/>
                      <a:pt x="0" y="24419"/>
                    </a:cubicBezTo>
                    <a:lnTo>
                      <a:pt x="0" y="273878"/>
                    </a:lnTo>
                    <a:cubicBezTo>
                      <a:pt x="0" y="287404"/>
                      <a:pt x="10954" y="298262"/>
                      <a:pt x="24384" y="298262"/>
                    </a:cubicBezTo>
                    <a:lnTo>
                      <a:pt x="273844" y="298262"/>
                    </a:lnTo>
                    <a:cubicBezTo>
                      <a:pt x="295561" y="298262"/>
                      <a:pt x="306515" y="271973"/>
                      <a:pt x="291084" y="2565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26"/>
              <p:cNvSpPr/>
              <p:nvPr/>
            </p:nvSpPr>
            <p:spPr>
              <a:xfrm>
                <a:off x="-2826816" y="1905018"/>
                <a:ext cx="193004" cy="193005"/>
              </a:xfrm>
              <a:custGeom>
                <a:rect b="b" l="l" r="r" t="t"/>
                <a:pathLst>
                  <a:path extrusionOk="0" h="167830" w="167830">
                    <a:moveTo>
                      <a:pt x="167830" y="83915"/>
                    </a:moveTo>
                    <a:cubicBezTo>
                      <a:pt x="167830" y="130260"/>
                      <a:pt x="130260" y="167831"/>
                      <a:pt x="83915" y="167831"/>
                    </a:cubicBezTo>
                    <a:cubicBezTo>
                      <a:pt x="37570" y="167831"/>
                      <a:pt x="0" y="130260"/>
                      <a:pt x="0" y="83915"/>
                    </a:cubicBezTo>
                    <a:cubicBezTo>
                      <a:pt x="0" y="37570"/>
                      <a:pt x="37570" y="0"/>
                      <a:pt x="83915" y="0"/>
                    </a:cubicBezTo>
                    <a:cubicBezTo>
                      <a:pt x="130260" y="0"/>
                      <a:pt x="167830" y="37570"/>
                      <a:pt x="167830" y="839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26"/>
              <p:cNvSpPr/>
              <p:nvPr/>
            </p:nvSpPr>
            <p:spPr>
              <a:xfrm>
                <a:off x="-2386796" y="2322580"/>
                <a:ext cx="427633" cy="16430"/>
              </a:xfrm>
              <a:custGeom>
                <a:rect b="b" l="l" r="r" t="t"/>
                <a:pathLst>
                  <a:path extrusionOk="0" h="14287" w="371855">
                    <a:moveTo>
                      <a:pt x="364712" y="14288"/>
                    </a:moveTo>
                    <a:lnTo>
                      <a:pt x="7144" y="14288"/>
                    </a:lnTo>
                    <a:cubicBezTo>
                      <a:pt x="3238" y="14288"/>
                      <a:pt x="0" y="11144"/>
                      <a:pt x="0" y="7144"/>
                    </a:cubicBezTo>
                    <a:cubicBezTo>
                      <a:pt x="0" y="3143"/>
                      <a:pt x="3143" y="0"/>
                      <a:pt x="7144" y="0"/>
                    </a:cubicBezTo>
                    <a:lnTo>
                      <a:pt x="364712" y="0"/>
                    </a:lnTo>
                    <a:cubicBezTo>
                      <a:pt x="368617" y="0"/>
                      <a:pt x="371856" y="3143"/>
                      <a:pt x="371856" y="7144"/>
                    </a:cubicBezTo>
                    <a:cubicBezTo>
                      <a:pt x="371856" y="11144"/>
                      <a:pt x="368713" y="14288"/>
                      <a:pt x="364712" y="142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26"/>
              <p:cNvSpPr/>
              <p:nvPr/>
            </p:nvSpPr>
            <p:spPr>
              <a:xfrm>
                <a:off x="-2386796" y="2202165"/>
                <a:ext cx="427633" cy="16430"/>
              </a:xfrm>
              <a:custGeom>
                <a:rect b="b" l="l" r="r" t="t"/>
                <a:pathLst>
                  <a:path extrusionOk="0" h="14287" w="371855">
                    <a:moveTo>
                      <a:pt x="364712" y="14288"/>
                    </a:moveTo>
                    <a:lnTo>
                      <a:pt x="7144" y="14288"/>
                    </a:lnTo>
                    <a:cubicBezTo>
                      <a:pt x="3238" y="14288"/>
                      <a:pt x="0" y="11144"/>
                      <a:pt x="0" y="7144"/>
                    </a:cubicBezTo>
                    <a:cubicBezTo>
                      <a:pt x="0" y="3143"/>
                      <a:pt x="3143" y="0"/>
                      <a:pt x="7144" y="0"/>
                    </a:cubicBezTo>
                    <a:lnTo>
                      <a:pt x="364712" y="0"/>
                    </a:lnTo>
                    <a:cubicBezTo>
                      <a:pt x="368617" y="0"/>
                      <a:pt x="371856" y="3143"/>
                      <a:pt x="371856" y="7144"/>
                    </a:cubicBezTo>
                    <a:cubicBezTo>
                      <a:pt x="371856" y="11144"/>
                      <a:pt x="368713" y="14288"/>
                      <a:pt x="364712" y="142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26"/>
              <p:cNvSpPr/>
              <p:nvPr/>
            </p:nvSpPr>
            <p:spPr>
              <a:xfrm>
                <a:off x="-2386796" y="2081860"/>
                <a:ext cx="427633" cy="16430"/>
              </a:xfrm>
              <a:custGeom>
                <a:rect b="b" l="l" r="r" t="t"/>
                <a:pathLst>
                  <a:path extrusionOk="0" h="14287" w="371855">
                    <a:moveTo>
                      <a:pt x="364712" y="14288"/>
                    </a:moveTo>
                    <a:lnTo>
                      <a:pt x="7144" y="14288"/>
                    </a:lnTo>
                    <a:cubicBezTo>
                      <a:pt x="3238" y="14288"/>
                      <a:pt x="0" y="11144"/>
                      <a:pt x="0" y="7144"/>
                    </a:cubicBezTo>
                    <a:cubicBezTo>
                      <a:pt x="0" y="3143"/>
                      <a:pt x="3143" y="0"/>
                      <a:pt x="7144" y="0"/>
                    </a:cubicBezTo>
                    <a:lnTo>
                      <a:pt x="364712" y="0"/>
                    </a:lnTo>
                    <a:cubicBezTo>
                      <a:pt x="368617" y="0"/>
                      <a:pt x="371856" y="3143"/>
                      <a:pt x="371856" y="7144"/>
                    </a:cubicBezTo>
                    <a:cubicBezTo>
                      <a:pt x="371856" y="11144"/>
                      <a:pt x="368713" y="14288"/>
                      <a:pt x="364712" y="142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26"/>
              <p:cNvSpPr/>
              <p:nvPr/>
            </p:nvSpPr>
            <p:spPr>
              <a:xfrm>
                <a:off x="-2386796" y="1961444"/>
                <a:ext cx="427633" cy="16430"/>
              </a:xfrm>
              <a:custGeom>
                <a:rect b="b" l="l" r="r" t="t"/>
                <a:pathLst>
                  <a:path extrusionOk="0" h="14287" w="371855">
                    <a:moveTo>
                      <a:pt x="364712" y="14288"/>
                    </a:moveTo>
                    <a:lnTo>
                      <a:pt x="7144" y="14288"/>
                    </a:lnTo>
                    <a:cubicBezTo>
                      <a:pt x="3238" y="14288"/>
                      <a:pt x="0" y="11144"/>
                      <a:pt x="0" y="7144"/>
                    </a:cubicBezTo>
                    <a:cubicBezTo>
                      <a:pt x="0" y="3143"/>
                      <a:pt x="3143" y="0"/>
                      <a:pt x="7144" y="0"/>
                    </a:cubicBezTo>
                    <a:lnTo>
                      <a:pt x="364712" y="0"/>
                    </a:lnTo>
                    <a:cubicBezTo>
                      <a:pt x="368617" y="0"/>
                      <a:pt x="371856" y="3143"/>
                      <a:pt x="371856" y="7144"/>
                    </a:cubicBezTo>
                    <a:cubicBezTo>
                      <a:pt x="371856" y="11144"/>
                      <a:pt x="368713" y="14288"/>
                      <a:pt x="364712" y="142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26"/>
              <p:cNvSpPr/>
              <p:nvPr/>
            </p:nvSpPr>
            <p:spPr>
              <a:xfrm>
                <a:off x="-2221460" y="1841029"/>
                <a:ext cx="262341" cy="16430"/>
              </a:xfrm>
              <a:custGeom>
                <a:rect b="b" l="l" r="r" t="t"/>
                <a:pathLst>
                  <a:path extrusionOk="0" h="14287" w="228123">
                    <a:moveTo>
                      <a:pt x="220980" y="14288"/>
                    </a:moveTo>
                    <a:lnTo>
                      <a:pt x="7144" y="14288"/>
                    </a:lnTo>
                    <a:cubicBezTo>
                      <a:pt x="3238" y="14288"/>
                      <a:pt x="0" y="11144"/>
                      <a:pt x="0" y="7144"/>
                    </a:cubicBezTo>
                    <a:cubicBezTo>
                      <a:pt x="0" y="3143"/>
                      <a:pt x="3143" y="0"/>
                      <a:pt x="7144" y="0"/>
                    </a:cubicBezTo>
                    <a:lnTo>
                      <a:pt x="220980" y="0"/>
                    </a:lnTo>
                    <a:cubicBezTo>
                      <a:pt x="224885" y="0"/>
                      <a:pt x="228124" y="3143"/>
                      <a:pt x="228124" y="7144"/>
                    </a:cubicBezTo>
                    <a:cubicBezTo>
                      <a:pt x="228124" y="11144"/>
                      <a:pt x="224980" y="14288"/>
                      <a:pt x="220980" y="142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26"/>
              <p:cNvSpPr/>
              <p:nvPr/>
            </p:nvSpPr>
            <p:spPr>
              <a:xfrm>
                <a:off x="-2002735" y="1518024"/>
                <a:ext cx="317219" cy="309333"/>
              </a:xfrm>
              <a:custGeom>
                <a:rect b="b" l="l" r="r" t="t"/>
                <a:pathLst>
                  <a:path extrusionOk="0" h="268985" w="275843">
                    <a:moveTo>
                      <a:pt x="275844" y="134493"/>
                    </a:moveTo>
                    <a:lnTo>
                      <a:pt x="243269" y="158496"/>
                    </a:lnTo>
                    <a:lnTo>
                      <a:pt x="262223" y="194310"/>
                    </a:lnTo>
                    <a:lnTo>
                      <a:pt x="222409" y="201835"/>
                    </a:lnTo>
                    <a:lnTo>
                      <a:pt x="223933" y="242316"/>
                    </a:lnTo>
                    <a:lnTo>
                      <a:pt x="184785" y="231839"/>
                    </a:lnTo>
                    <a:lnTo>
                      <a:pt x="168593" y="268986"/>
                    </a:lnTo>
                    <a:lnTo>
                      <a:pt x="137922" y="242506"/>
                    </a:lnTo>
                    <a:lnTo>
                      <a:pt x="107252" y="268986"/>
                    </a:lnTo>
                    <a:lnTo>
                      <a:pt x="91059" y="231839"/>
                    </a:lnTo>
                    <a:lnTo>
                      <a:pt x="51911" y="242316"/>
                    </a:lnTo>
                    <a:lnTo>
                      <a:pt x="53531" y="201835"/>
                    </a:lnTo>
                    <a:lnTo>
                      <a:pt x="13621" y="194310"/>
                    </a:lnTo>
                    <a:lnTo>
                      <a:pt x="32671" y="158496"/>
                    </a:lnTo>
                    <a:lnTo>
                      <a:pt x="0" y="134493"/>
                    </a:lnTo>
                    <a:lnTo>
                      <a:pt x="32671" y="110490"/>
                    </a:lnTo>
                    <a:lnTo>
                      <a:pt x="13621" y="74676"/>
                    </a:lnTo>
                    <a:lnTo>
                      <a:pt x="53531" y="67151"/>
                    </a:lnTo>
                    <a:lnTo>
                      <a:pt x="51911" y="26670"/>
                    </a:lnTo>
                    <a:lnTo>
                      <a:pt x="91059" y="37148"/>
                    </a:lnTo>
                    <a:lnTo>
                      <a:pt x="107252" y="0"/>
                    </a:lnTo>
                    <a:lnTo>
                      <a:pt x="137922" y="26480"/>
                    </a:lnTo>
                    <a:lnTo>
                      <a:pt x="168593" y="0"/>
                    </a:lnTo>
                    <a:lnTo>
                      <a:pt x="184785" y="37148"/>
                    </a:lnTo>
                    <a:lnTo>
                      <a:pt x="223933" y="26670"/>
                    </a:lnTo>
                    <a:lnTo>
                      <a:pt x="222409" y="67151"/>
                    </a:lnTo>
                    <a:lnTo>
                      <a:pt x="262223" y="74676"/>
                    </a:lnTo>
                    <a:lnTo>
                      <a:pt x="243269" y="110490"/>
                    </a:lnTo>
                    <a:lnTo>
                      <a:pt x="275844" y="13449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" name="Google Shape;164;p26"/>
            <p:cNvGrpSpPr/>
            <p:nvPr/>
          </p:nvGrpSpPr>
          <p:grpSpPr>
            <a:xfrm>
              <a:off x="940877" y="1678701"/>
              <a:ext cx="168945" cy="502292"/>
              <a:chOff x="-4085190" y="1711082"/>
              <a:chExt cx="153710" cy="456997"/>
            </a:xfrm>
          </p:grpSpPr>
          <p:sp>
            <p:nvSpPr>
              <p:cNvPr id="165" name="Google Shape;165;p26"/>
              <p:cNvSpPr/>
              <p:nvPr/>
            </p:nvSpPr>
            <p:spPr>
              <a:xfrm>
                <a:off x="-3972666" y="1711082"/>
                <a:ext cx="41186" cy="41185"/>
              </a:xfrm>
              <a:custGeom>
                <a:rect b="b" l="l" r="r" t="t"/>
                <a:pathLst>
                  <a:path extrusionOk="0" h="35813" w="35814">
                    <a:moveTo>
                      <a:pt x="35814" y="17907"/>
                    </a:move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26"/>
              <p:cNvSpPr/>
              <p:nvPr/>
            </p:nvSpPr>
            <p:spPr>
              <a:xfrm>
                <a:off x="-3972666" y="1849685"/>
                <a:ext cx="41186" cy="41185"/>
              </a:xfrm>
              <a:custGeom>
                <a:rect b="b" l="l" r="r" t="t"/>
                <a:pathLst>
                  <a:path extrusionOk="0" h="35813" w="35814">
                    <a:moveTo>
                      <a:pt x="35814" y="17907"/>
                    </a:move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26"/>
              <p:cNvSpPr/>
              <p:nvPr/>
            </p:nvSpPr>
            <p:spPr>
              <a:xfrm>
                <a:off x="-3972666" y="1988288"/>
                <a:ext cx="41186" cy="41186"/>
              </a:xfrm>
              <a:custGeom>
                <a:rect b="b" l="l" r="r" t="t"/>
                <a:pathLst>
                  <a:path extrusionOk="0" h="35814" w="35814">
                    <a:moveTo>
                      <a:pt x="35814" y="17907"/>
                    </a:move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26"/>
              <p:cNvSpPr/>
              <p:nvPr/>
            </p:nvSpPr>
            <p:spPr>
              <a:xfrm>
                <a:off x="-3972666" y="2126892"/>
                <a:ext cx="41186" cy="41186"/>
              </a:xfrm>
              <a:custGeom>
                <a:rect b="b" l="l" r="r" t="t"/>
                <a:pathLst>
                  <a:path extrusionOk="0" h="35814" w="35814">
                    <a:moveTo>
                      <a:pt x="0" y="17907"/>
                    </a:move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26"/>
              <p:cNvSpPr/>
              <p:nvPr/>
            </p:nvSpPr>
            <p:spPr>
              <a:xfrm>
                <a:off x="-4085190" y="1711082"/>
                <a:ext cx="41185" cy="41185"/>
              </a:xfrm>
              <a:custGeom>
                <a:rect b="b" l="l" r="r" t="t"/>
                <a:pathLst>
                  <a:path extrusionOk="0" h="35813" w="35813">
                    <a:moveTo>
                      <a:pt x="35814" y="17907"/>
                    </a:move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26"/>
              <p:cNvSpPr/>
              <p:nvPr/>
            </p:nvSpPr>
            <p:spPr>
              <a:xfrm>
                <a:off x="-4085190" y="1849685"/>
                <a:ext cx="41185" cy="41185"/>
              </a:xfrm>
              <a:custGeom>
                <a:rect b="b" l="l" r="r" t="t"/>
                <a:pathLst>
                  <a:path extrusionOk="0" h="35813" w="35813">
                    <a:moveTo>
                      <a:pt x="35814" y="17907"/>
                    </a:move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26"/>
              <p:cNvSpPr/>
              <p:nvPr/>
            </p:nvSpPr>
            <p:spPr>
              <a:xfrm>
                <a:off x="-4085190" y="1988288"/>
                <a:ext cx="41185" cy="41186"/>
              </a:xfrm>
              <a:custGeom>
                <a:rect b="b" l="l" r="r" t="t"/>
                <a:pathLst>
                  <a:path extrusionOk="0" h="35814" w="35813">
                    <a:moveTo>
                      <a:pt x="35814" y="17907"/>
                    </a:move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26"/>
              <p:cNvSpPr/>
              <p:nvPr/>
            </p:nvSpPr>
            <p:spPr>
              <a:xfrm>
                <a:off x="-4085190" y="2126892"/>
                <a:ext cx="41185" cy="41186"/>
              </a:xfrm>
              <a:custGeom>
                <a:rect b="b" l="l" r="r" t="t"/>
                <a:pathLst>
                  <a:path extrusionOk="0" h="35814" w="35813">
                    <a:moveTo>
                      <a:pt x="35814" y="17907"/>
                    </a:move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" name="Google Shape;173;p26"/>
            <p:cNvGrpSpPr/>
            <p:nvPr/>
          </p:nvGrpSpPr>
          <p:grpSpPr>
            <a:xfrm>
              <a:off x="4928683" y="4429032"/>
              <a:ext cx="502288" cy="168947"/>
              <a:chOff x="-456997" y="4213394"/>
              <a:chExt cx="456992" cy="153711"/>
            </a:xfrm>
          </p:grpSpPr>
          <p:sp>
            <p:nvSpPr>
              <p:cNvPr id="174" name="Google Shape;174;p26"/>
              <p:cNvSpPr/>
              <p:nvPr/>
            </p:nvSpPr>
            <p:spPr>
              <a:xfrm>
                <a:off x="-456997" y="4213394"/>
                <a:ext cx="41185" cy="41185"/>
              </a:xfrm>
              <a:custGeom>
                <a:rect b="b" l="l" r="r" t="t"/>
                <a:pathLst>
                  <a:path extrusionOk="0" h="35813" w="35813">
                    <a:moveTo>
                      <a:pt x="17907" y="0"/>
                    </a:move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ubicBezTo>
                      <a:pt x="35814" y="8001"/>
                      <a:pt x="27813" y="0"/>
                      <a:pt x="179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26"/>
              <p:cNvSpPr/>
              <p:nvPr/>
            </p:nvSpPr>
            <p:spPr>
              <a:xfrm>
                <a:off x="-318394" y="4213394"/>
                <a:ext cx="41185" cy="41185"/>
              </a:xfrm>
              <a:custGeom>
                <a:rect b="b" l="l" r="r" t="t"/>
                <a:pathLst>
                  <a:path extrusionOk="0" h="35813" w="35813">
                    <a:moveTo>
                      <a:pt x="35814" y="17907"/>
                    </a:moveTo>
                    <a:cubicBezTo>
                      <a:pt x="35814" y="27797"/>
                      <a:pt x="27797" y="35814"/>
                      <a:pt x="17907" y="35814"/>
                    </a:cubicBezTo>
                    <a:cubicBezTo>
                      <a:pt x="8017" y="35814"/>
                      <a:pt x="0" y="27797"/>
                      <a:pt x="0" y="17907"/>
                    </a:cubicBezTo>
                    <a:cubicBezTo>
                      <a:pt x="0" y="8017"/>
                      <a:pt x="8017" y="0"/>
                      <a:pt x="17907" y="0"/>
                    </a:cubicBezTo>
                    <a:cubicBezTo>
                      <a:pt x="27797" y="0"/>
                      <a:pt x="35814" y="8017"/>
                      <a:pt x="35814" y="179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26"/>
              <p:cNvSpPr/>
              <p:nvPr/>
            </p:nvSpPr>
            <p:spPr>
              <a:xfrm>
                <a:off x="-179792" y="4213394"/>
                <a:ext cx="41186" cy="41185"/>
              </a:xfrm>
              <a:custGeom>
                <a:rect b="b" l="l" r="r" t="t"/>
                <a:pathLst>
                  <a:path extrusionOk="0" h="35813" w="35814">
                    <a:moveTo>
                      <a:pt x="17907" y="0"/>
                    </a:move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ubicBezTo>
                      <a:pt x="35814" y="8001"/>
                      <a:pt x="27813" y="0"/>
                      <a:pt x="179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26"/>
              <p:cNvSpPr/>
              <p:nvPr/>
            </p:nvSpPr>
            <p:spPr>
              <a:xfrm>
                <a:off x="-41191" y="4213394"/>
                <a:ext cx="41186" cy="41185"/>
              </a:xfrm>
              <a:custGeom>
                <a:rect b="b" l="l" r="r" t="t"/>
                <a:pathLst>
                  <a:path extrusionOk="0" h="35813" w="35814">
                    <a:moveTo>
                      <a:pt x="17907" y="35814"/>
                    </a:moveTo>
                    <a:cubicBezTo>
                      <a:pt x="27813" y="35814"/>
                      <a:pt x="35814" y="27813"/>
                      <a:pt x="35814" y="17907"/>
                    </a:cubicBezTo>
                    <a:cubicBezTo>
                      <a:pt x="35814" y="8001"/>
                      <a:pt x="27813" y="0"/>
                      <a:pt x="17907" y="0"/>
                    </a:cubicBez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26"/>
              <p:cNvSpPr/>
              <p:nvPr/>
            </p:nvSpPr>
            <p:spPr>
              <a:xfrm>
                <a:off x="-456997" y="4325919"/>
                <a:ext cx="41185" cy="41186"/>
              </a:xfrm>
              <a:custGeom>
                <a:rect b="b" l="l" r="r" t="t"/>
                <a:pathLst>
                  <a:path extrusionOk="0" h="35814" w="35813">
                    <a:moveTo>
                      <a:pt x="17907" y="0"/>
                    </a:move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ubicBezTo>
                      <a:pt x="35814" y="8001"/>
                      <a:pt x="27813" y="0"/>
                      <a:pt x="179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26"/>
              <p:cNvSpPr/>
              <p:nvPr/>
            </p:nvSpPr>
            <p:spPr>
              <a:xfrm>
                <a:off x="-318394" y="4325919"/>
                <a:ext cx="41186" cy="41186"/>
              </a:xfrm>
              <a:custGeom>
                <a:rect b="b" l="l" r="r" t="t"/>
                <a:pathLst>
                  <a:path extrusionOk="0" h="35814" w="35814">
                    <a:moveTo>
                      <a:pt x="17907" y="0"/>
                    </a:move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ubicBezTo>
                      <a:pt x="35814" y="8001"/>
                      <a:pt x="27813" y="0"/>
                      <a:pt x="179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26"/>
              <p:cNvSpPr/>
              <p:nvPr/>
            </p:nvSpPr>
            <p:spPr>
              <a:xfrm>
                <a:off x="-179792" y="4325919"/>
                <a:ext cx="41186" cy="41186"/>
              </a:xfrm>
              <a:custGeom>
                <a:rect b="b" l="l" r="r" t="t"/>
                <a:pathLst>
                  <a:path extrusionOk="0" h="35814" w="35814">
                    <a:moveTo>
                      <a:pt x="17907" y="0"/>
                    </a:move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ubicBezTo>
                      <a:pt x="35814" y="8001"/>
                      <a:pt x="27813" y="0"/>
                      <a:pt x="179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26"/>
              <p:cNvSpPr/>
              <p:nvPr/>
            </p:nvSpPr>
            <p:spPr>
              <a:xfrm>
                <a:off x="-41191" y="4325919"/>
                <a:ext cx="41186" cy="41186"/>
              </a:xfrm>
              <a:custGeom>
                <a:rect b="b" l="l" r="r" t="t"/>
                <a:pathLst>
                  <a:path extrusionOk="0" h="35814" w="35814">
                    <a:moveTo>
                      <a:pt x="17907" y="0"/>
                    </a:moveTo>
                    <a:cubicBezTo>
                      <a:pt x="8001" y="0"/>
                      <a:pt x="0" y="8001"/>
                      <a:pt x="0" y="17907"/>
                    </a:cubicBezTo>
                    <a:cubicBezTo>
                      <a:pt x="0" y="27813"/>
                      <a:pt x="8001" y="35814"/>
                      <a:pt x="17907" y="35814"/>
                    </a:cubicBezTo>
                    <a:cubicBezTo>
                      <a:pt x="27813" y="35814"/>
                      <a:pt x="35814" y="27813"/>
                      <a:pt x="35814" y="17907"/>
                    </a:cubicBezTo>
                    <a:cubicBezTo>
                      <a:pt x="35814" y="8001"/>
                      <a:pt x="27813" y="0"/>
                      <a:pt x="179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2" name="Google Shape;182;p26"/>
            <p:cNvGrpSpPr/>
            <p:nvPr/>
          </p:nvGrpSpPr>
          <p:grpSpPr>
            <a:xfrm>
              <a:off x="791910" y="2437154"/>
              <a:ext cx="924026" cy="924026"/>
              <a:chOff x="-4220724" y="2401140"/>
              <a:chExt cx="840699" cy="840699"/>
            </a:xfrm>
          </p:grpSpPr>
          <p:sp>
            <p:nvSpPr>
              <p:cNvPr id="183" name="Google Shape;183;p26"/>
              <p:cNvSpPr/>
              <p:nvPr/>
            </p:nvSpPr>
            <p:spPr>
              <a:xfrm>
                <a:off x="-4220724" y="2401140"/>
                <a:ext cx="840699" cy="840699"/>
              </a:xfrm>
              <a:custGeom>
                <a:rect b="b" l="l" r="r" t="t"/>
                <a:pathLst>
                  <a:path extrusionOk="0" h="731043" w="731043">
                    <a:moveTo>
                      <a:pt x="696087" y="0"/>
                    </a:moveTo>
                    <a:cubicBezTo>
                      <a:pt x="483870" y="4763"/>
                      <a:pt x="263462" y="4763"/>
                      <a:pt x="34957" y="0"/>
                    </a:cubicBezTo>
                    <a:cubicBezTo>
                      <a:pt x="15621" y="0"/>
                      <a:pt x="0" y="15621"/>
                      <a:pt x="0" y="34957"/>
                    </a:cubicBezTo>
                    <a:cubicBezTo>
                      <a:pt x="3334" y="270605"/>
                      <a:pt x="3905" y="493681"/>
                      <a:pt x="0" y="696087"/>
                    </a:cubicBezTo>
                    <a:cubicBezTo>
                      <a:pt x="0" y="715423"/>
                      <a:pt x="15621" y="731044"/>
                      <a:pt x="34957" y="731044"/>
                    </a:cubicBezTo>
                    <a:cubicBezTo>
                      <a:pt x="246412" y="724376"/>
                      <a:pt x="466439" y="724090"/>
                      <a:pt x="696087" y="731044"/>
                    </a:cubicBezTo>
                    <a:cubicBezTo>
                      <a:pt x="715423" y="731044"/>
                      <a:pt x="731044" y="715423"/>
                      <a:pt x="731044" y="696087"/>
                    </a:cubicBezTo>
                    <a:cubicBezTo>
                      <a:pt x="724757" y="470535"/>
                      <a:pt x="724567" y="250031"/>
                      <a:pt x="731044" y="34957"/>
                    </a:cubicBezTo>
                    <a:cubicBezTo>
                      <a:pt x="731044" y="15621"/>
                      <a:pt x="715423" y="0"/>
                      <a:pt x="6960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26"/>
              <p:cNvSpPr/>
              <p:nvPr/>
            </p:nvSpPr>
            <p:spPr>
              <a:xfrm rot="-4599570">
                <a:off x="-4092494" y="2535046"/>
                <a:ext cx="583724" cy="583724"/>
              </a:xfrm>
              <a:custGeom>
                <a:rect b="b" l="l" r="r" t="t"/>
                <a:pathLst>
                  <a:path extrusionOk="0" h="508253" w="508253">
                    <a:moveTo>
                      <a:pt x="508254" y="254127"/>
                    </a:moveTo>
                    <a:cubicBezTo>
                      <a:pt x="508254" y="394477"/>
                      <a:pt x="394477" y="508254"/>
                      <a:pt x="254127" y="508254"/>
                    </a:cubicBezTo>
                    <a:cubicBezTo>
                      <a:pt x="113777" y="508254"/>
                      <a:pt x="0" y="394477"/>
                      <a:pt x="0" y="254127"/>
                    </a:cubicBezTo>
                    <a:cubicBezTo>
                      <a:pt x="0" y="113777"/>
                      <a:pt x="113777" y="0"/>
                      <a:pt x="254127" y="0"/>
                    </a:cubicBezTo>
                    <a:cubicBezTo>
                      <a:pt x="394477" y="0"/>
                      <a:pt x="508254" y="113777"/>
                      <a:pt x="508254" y="2541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26"/>
              <p:cNvSpPr/>
              <p:nvPr/>
            </p:nvSpPr>
            <p:spPr>
              <a:xfrm>
                <a:off x="-4008384" y="2618195"/>
                <a:ext cx="416023" cy="416023"/>
              </a:xfrm>
              <a:custGeom>
                <a:rect b="b" l="l" r="r" t="t"/>
                <a:pathLst>
                  <a:path extrusionOk="0" h="361759" w="361759">
                    <a:moveTo>
                      <a:pt x="361760" y="180880"/>
                    </a:moveTo>
                    <a:cubicBezTo>
                      <a:pt x="361760" y="280777"/>
                      <a:pt x="280777" y="361760"/>
                      <a:pt x="180880" y="361760"/>
                    </a:cubicBezTo>
                    <a:cubicBezTo>
                      <a:pt x="80983" y="361760"/>
                      <a:pt x="0" y="280777"/>
                      <a:pt x="0" y="180880"/>
                    </a:cubicBezTo>
                    <a:cubicBezTo>
                      <a:pt x="0" y="80983"/>
                      <a:pt x="80983" y="0"/>
                      <a:pt x="180880" y="0"/>
                    </a:cubicBezTo>
                    <a:cubicBezTo>
                      <a:pt x="280777" y="0"/>
                      <a:pt x="361760" y="80983"/>
                      <a:pt x="361760" y="18088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26"/>
              <p:cNvSpPr/>
              <p:nvPr/>
            </p:nvSpPr>
            <p:spPr>
              <a:xfrm rot="-4599570">
                <a:off x="-3927562" y="2699388"/>
                <a:ext cx="254230" cy="254230"/>
              </a:xfrm>
              <a:custGeom>
                <a:rect b="b" l="l" r="r" t="t"/>
                <a:pathLst>
                  <a:path extrusionOk="0" h="221360" w="221360">
                    <a:moveTo>
                      <a:pt x="221361" y="110680"/>
                    </a:moveTo>
                    <a:cubicBezTo>
                      <a:pt x="221361" y="171808"/>
                      <a:pt x="171808" y="221361"/>
                      <a:pt x="110681" y="221361"/>
                    </a:cubicBezTo>
                    <a:cubicBezTo>
                      <a:pt x="49553" y="221361"/>
                      <a:pt x="0" y="171808"/>
                      <a:pt x="0" y="110680"/>
                    </a:cubicBezTo>
                    <a:cubicBezTo>
                      <a:pt x="0" y="49553"/>
                      <a:pt x="49553" y="0"/>
                      <a:pt x="110681" y="0"/>
                    </a:cubicBezTo>
                    <a:cubicBezTo>
                      <a:pt x="171808" y="0"/>
                      <a:pt x="221361" y="49553"/>
                      <a:pt x="221361" y="1106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26"/>
              <p:cNvSpPr/>
              <p:nvPr/>
            </p:nvSpPr>
            <p:spPr>
              <a:xfrm>
                <a:off x="-3852799" y="2773781"/>
                <a:ext cx="104936" cy="104936"/>
              </a:xfrm>
              <a:custGeom>
                <a:rect b="b" l="l" r="r" t="t"/>
                <a:pathLst>
                  <a:path extrusionOk="0" h="91249" w="91249">
                    <a:moveTo>
                      <a:pt x="91250" y="45625"/>
                    </a:moveTo>
                    <a:cubicBezTo>
                      <a:pt x="91250" y="70823"/>
                      <a:pt x="70823" y="91250"/>
                      <a:pt x="45625" y="91250"/>
                    </a:cubicBezTo>
                    <a:cubicBezTo>
                      <a:pt x="20427" y="91250"/>
                      <a:pt x="0" y="70823"/>
                      <a:pt x="0" y="45625"/>
                    </a:cubicBezTo>
                    <a:cubicBezTo>
                      <a:pt x="0" y="20427"/>
                      <a:pt x="20427" y="0"/>
                      <a:pt x="45625" y="0"/>
                    </a:cubicBezTo>
                    <a:cubicBezTo>
                      <a:pt x="70823" y="0"/>
                      <a:pt x="91250" y="20427"/>
                      <a:pt x="91250" y="4562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26"/>
              <p:cNvSpPr/>
              <p:nvPr/>
            </p:nvSpPr>
            <p:spPr>
              <a:xfrm>
                <a:off x="-3807602" y="2572779"/>
                <a:ext cx="260699" cy="260753"/>
              </a:xfrm>
              <a:custGeom>
                <a:rect b="b" l="l" r="r" t="t"/>
                <a:pathLst>
                  <a:path extrusionOk="0" h="226742" w="226695">
                    <a:moveTo>
                      <a:pt x="6334" y="226743"/>
                    </a:moveTo>
                    <a:cubicBezTo>
                      <a:pt x="4715" y="226743"/>
                      <a:pt x="3096" y="226076"/>
                      <a:pt x="1857" y="224838"/>
                    </a:cubicBezTo>
                    <a:cubicBezTo>
                      <a:pt x="-619" y="222361"/>
                      <a:pt x="-619" y="218265"/>
                      <a:pt x="1857" y="215789"/>
                    </a:cubicBezTo>
                    <a:lnTo>
                      <a:pt x="215789" y="1857"/>
                    </a:lnTo>
                    <a:cubicBezTo>
                      <a:pt x="218265" y="-619"/>
                      <a:pt x="222361" y="-619"/>
                      <a:pt x="224838" y="1857"/>
                    </a:cubicBezTo>
                    <a:cubicBezTo>
                      <a:pt x="227314" y="4334"/>
                      <a:pt x="227314" y="8430"/>
                      <a:pt x="224838" y="10906"/>
                    </a:cubicBezTo>
                    <a:lnTo>
                      <a:pt x="10906" y="224838"/>
                    </a:lnTo>
                    <a:cubicBezTo>
                      <a:pt x="9668" y="226076"/>
                      <a:pt x="8049" y="226743"/>
                      <a:pt x="6429" y="2267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26"/>
              <p:cNvSpPr/>
              <p:nvPr/>
            </p:nvSpPr>
            <p:spPr>
              <a:xfrm>
                <a:off x="-3586880" y="3112236"/>
                <a:ext cx="130458" cy="14677"/>
              </a:xfrm>
              <a:custGeom>
                <a:rect b="b" l="l" r="r" t="t"/>
                <a:pathLst>
                  <a:path extrusionOk="0" h="12763" w="113442">
                    <a:moveTo>
                      <a:pt x="107061" y="12763"/>
                    </a:moveTo>
                    <a:lnTo>
                      <a:pt x="6382" y="12763"/>
                    </a:lnTo>
                    <a:cubicBezTo>
                      <a:pt x="2858" y="12763"/>
                      <a:pt x="0" y="9906"/>
                      <a:pt x="0" y="6382"/>
                    </a:cubicBezTo>
                    <a:cubicBezTo>
                      <a:pt x="0" y="2858"/>
                      <a:pt x="2858" y="0"/>
                      <a:pt x="6382" y="0"/>
                    </a:cubicBezTo>
                    <a:lnTo>
                      <a:pt x="107061" y="0"/>
                    </a:lnTo>
                    <a:cubicBezTo>
                      <a:pt x="110585" y="0"/>
                      <a:pt x="113443" y="2858"/>
                      <a:pt x="113443" y="6382"/>
                    </a:cubicBezTo>
                    <a:cubicBezTo>
                      <a:pt x="113443" y="9906"/>
                      <a:pt x="110585" y="12763"/>
                      <a:pt x="107061" y="127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26"/>
              <p:cNvSpPr/>
              <p:nvPr/>
            </p:nvSpPr>
            <p:spPr>
              <a:xfrm>
                <a:off x="-3625229" y="3146312"/>
                <a:ext cx="168797" cy="14677"/>
              </a:xfrm>
              <a:custGeom>
                <a:rect b="b" l="l" r="r" t="t"/>
                <a:pathLst>
                  <a:path extrusionOk="0" h="12763" w="146780">
                    <a:moveTo>
                      <a:pt x="140398" y="12763"/>
                    </a:moveTo>
                    <a:lnTo>
                      <a:pt x="6382" y="12763"/>
                    </a:lnTo>
                    <a:cubicBezTo>
                      <a:pt x="2858" y="12763"/>
                      <a:pt x="0" y="9906"/>
                      <a:pt x="0" y="6382"/>
                    </a:cubicBezTo>
                    <a:cubicBezTo>
                      <a:pt x="0" y="2858"/>
                      <a:pt x="2858" y="0"/>
                      <a:pt x="6382" y="0"/>
                    </a:cubicBezTo>
                    <a:lnTo>
                      <a:pt x="140398" y="0"/>
                    </a:lnTo>
                    <a:cubicBezTo>
                      <a:pt x="143923" y="0"/>
                      <a:pt x="146780" y="2858"/>
                      <a:pt x="146780" y="6382"/>
                    </a:cubicBezTo>
                    <a:cubicBezTo>
                      <a:pt x="146780" y="9906"/>
                      <a:pt x="143923" y="12763"/>
                      <a:pt x="140398" y="1276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" name="Google Shape;191;p26"/>
            <p:cNvSpPr/>
            <p:nvPr/>
          </p:nvSpPr>
          <p:spPr>
            <a:xfrm>
              <a:off x="3070641" y="2825148"/>
              <a:ext cx="742388" cy="465587"/>
            </a:xfrm>
            <a:custGeom>
              <a:rect b="b" l="l" r="r" t="t"/>
              <a:pathLst>
                <a:path extrusionOk="0" h="368331" w="587311">
                  <a:moveTo>
                    <a:pt x="520922" y="368332"/>
                  </a:moveTo>
                  <a:lnTo>
                    <a:pt x="0" y="368332"/>
                  </a:lnTo>
                  <a:lnTo>
                    <a:pt x="66294" y="0"/>
                  </a:lnTo>
                  <a:lnTo>
                    <a:pt x="587312" y="0"/>
                  </a:lnTo>
                  <a:lnTo>
                    <a:pt x="520922" y="3683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3386397" y="3002537"/>
              <a:ext cx="111009" cy="111009"/>
            </a:xfrm>
            <a:custGeom>
              <a:rect b="b" l="l" r="r" t="t"/>
              <a:pathLst>
                <a:path extrusionOk="0" h="87820" w="87820">
                  <a:moveTo>
                    <a:pt x="87821" y="43910"/>
                  </a:moveTo>
                  <a:cubicBezTo>
                    <a:pt x="87821" y="68161"/>
                    <a:pt x="68161" y="87821"/>
                    <a:pt x="43910" y="87821"/>
                  </a:cubicBezTo>
                  <a:cubicBezTo>
                    <a:pt x="19659" y="87821"/>
                    <a:pt x="0" y="68161"/>
                    <a:pt x="0" y="43910"/>
                  </a:cubicBezTo>
                  <a:cubicBezTo>
                    <a:pt x="0" y="19659"/>
                    <a:pt x="19659" y="0"/>
                    <a:pt x="43910" y="0"/>
                  </a:cubicBezTo>
                  <a:cubicBezTo>
                    <a:pt x="68161" y="0"/>
                    <a:pt x="87821" y="19659"/>
                    <a:pt x="87821" y="439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2732847" y="3290839"/>
              <a:ext cx="996192" cy="54541"/>
            </a:xfrm>
            <a:custGeom>
              <a:rect b="b" l="l" r="r" t="t"/>
              <a:pathLst>
                <a:path extrusionOk="0" h="43148" w="788098">
                  <a:moveTo>
                    <a:pt x="0" y="0"/>
                  </a:moveTo>
                  <a:lnTo>
                    <a:pt x="788099" y="0"/>
                  </a:lnTo>
                  <a:lnTo>
                    <a:pt x="788099" y="43148"/>
                  </a:lnTo>
                  <a:lnTo>
                    <a:pt x="0" y="43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804380" y="3349728"/>
              <a:ext cx="1263843" cy="74045"/>
            </a:xfrm>
            <a:custGeom>
              <a:rect b="b" l="l" r="r" t="t"/>
              <a:pathLst>
                <a:path extrusionOk="0" h="58578" w="999839">
                  <a:moveTo>
                    <a:pt x="962692" y="58579"/>
                  </a:moveTo>
                  <a:lnTo>
                    <a:pt x="37243" y="58579"/>
                  </a:lnTo>
                  <a:lnTo>
                    <a:pt x="0" y="0"/>
                  </a:lnTo>
                  <a:lnTo>
                    <a:pt x="999839" y="0"/>
                  </a:lnTo>
                  <a:lnTo>
                    <a:pt x="962692" y="5857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725862" y="3420298"/>
              <a:ext cx="837745" cy="1187990"/>
            </a:xfrm>
            <a:custGeom>
              <a:rect b="b" l="l" r="r" t="t"/>
              <a:pathLst>
                <a:path extrusionOk="0" h="939831" w="662749">
                  <a:moveTo>
                    <a:pt x="662750" y="939832"/>
                  </a:moveTo>
                  <a:lnTo>
                    <a:pt x="0" y="939832"/>
                  </a:lnTo>
                  <a:lnTo>
                    <a:pt x="141446" y="2096"/>
                  </a:lnTo>
                  <a:lnTo>
                    <a:pt x="150781" y="3524"/>
                  </a:lnTo>
                  <a:lnTo>
                    <a:pt x="11049" y="930402"/>
                  </a:lnTo>
                  <a:lnTo>
                    <a:pt x="651796" y="930402"/>
                  </a:lnTo>
                  <a:lnTo>
                    <a:pt x="511969" y="1429"/>
                  </a:lnTo>
                  <a:lnTo>
                    <a:pt x="521399" y="0"/>
                  </a:lnTo>
                  <a:lnTo>
                    <a:pt x="662750" y="9398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3310287" y="3420298"/>
              <a:ext cx="837745" cy="1187990"/>
            </a:xfrm>
            <a:custGeom>
              <a:rect b="b" l="l" r="r" t="t"/>
              <a:pathLst>
                <a:path extrusionOk="0" h="939831" w="662749">
                  <a:moveTo>
                    <a:pt x="662750" y="939832"/>
                  </a:moveTo>
                  <a:lnTo>
                    <a:pt x="0" y="939832"/>
                  </a:lnTo>
                  <a:lnTo>
                    <a:pt x="141351" y="2096"/>
                  </a:lnTo>
                  <a:lnTo>
                    <a:pt x="150781" y="3524"/>
                  </a:lnTo>
                  <a:lnTo>
                    <a:pt x="11049" y="930402"/>
                  </a:lnTo>
                  <a:lnTo>
                    <a:pt x="651701" y="930402"/>
                  </a:lnTo>
                  <a:lnTo>
                    <a:pt x="512064" y="1429"/>
                  </a:lnTo>
                  <a:lnTo>
                    <a:pt x="521398" y="0"/>
                  </a:lnTo>
                  <a:lnTo>
                    <a:pt x="662750" y="93983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1602894" y="3562040"/>
              <a:ext cx="778147" cy="61645"/>
            </a:xfrm>
            <a:custGeom>
              <a:rect b="b" l="l" r="r" t="t"/>
              <a:pathLst>
                <a:path extrusionOk="0" h="48768" w="615600">
                  <a:moveTo>
                    <a:pt x="584740" y="48768"/>
                  </a:moveTo>
                  <a:lnTo>
                    <a:pt x="30861" y="48768"/>
                  </a:lnTo>
                  <a:lnTo>
                    <a:pt x="0" y="0"/>
                  </a:lnTo>
                  <a:lnTo>
                    <a:pt x="615601" y="0"/>
                  </a:lnTo>
                  <a:lnTo>
                    <a:pt x="584740" y="487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1520643" y="3620567"/>
              <a:ext cx="698081" cy="987765"/>
            </a:xfrm>
            <a:custGeom>
              <a:rect b="b" l="l" r="r" t="t"/>
              <a:pathLst>
                <a:path extrusionOk="0" h="781431" w="552259">
                  <a:moveTo>
                    <a:pt x="552260" y="781431"/>
                  </a:moveTo>
                  <a:lnTo>
                    <a:pt x="0" y="781431"/>
                  </a:lnTo>
                  <a:lnTo>
                    <a:pt x="117539" y="1715"/>
                  </a:lnTo>
                  <a:lnTo>
                    <a:pt x="126873" y="3143"/>
                  </a:lnTo>
                  <a:lnTo>
                    <a:pt x="11049" y="772001"/>
                  </a:lnTo>
                  <a:lnTo>
                    <a:pt x="541211" y="772001"/>
                  </a:lnTo>
                  <a:lnTo>
                    <a:pt x="425387" y="1429"/>
                  </a:lnTo>
                  <a:lnTo>
                    <a:pt x="434721" y="0"/>
                  </a:lnTo>
                  <a:lnTo>
                    <a:pt x="552260" y="781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769443" y="3620567"/>
              <a:ext cx="697961" cy="987765"/>
            </a:xfrm>
            <a:custGeom>
              <a:rect b="b" l="l" r="r" t="t"/>
              <a:pathLst>
                <a:path extrusionOk="0" h="781431" w="552164">
                  <a:moveTo>
                    <a:pt x="552164" y="781431"/>
                  </a:moveTo>
                  <a:lnTo>
                    <a:pt x="0" y="781431"/>
                  </a:lnTo>
                  <a:lnTo>
                    <a:pt x="117539" y="1715"/>
                  </a:lnTo>
                  <a:lnTo>
                    <a:pt x="126873" y="3143"/>
                  </a:lnTo>
                  <a:lnTo>
                    <a:pt x="10954" y="772001"/>
                  </a:lnTo>
                  <a:lnTo>
                    <a:pt x="541211" y="772001"/>
                  </a:lnTo>
                  <a:lnTo>
                    <a:pt x="425291" y="1429"/>
                  </a:lnTo>
                  <a:lnTo>
                    <a:pt x="434626" y="0"/>
                  </a:lnTo>
                  <a:lnTo>
                    <a:pt x="552164" y="7814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1951766" y="2567315"/>
              <a:ext cx="1051938" cy="433080"/>
            </a:xfrm>
            <a:custGeom>
              <a:rect b="b" l="l" r="r" t="t"/>
              <a:pathLst>
                <a:path extrusionOk="0" h="342614" w="832199">
                  <a:moveTo>
                    <a:pt x="574167" y="334042"/>
                  </a:moveTo>
                  <a:cubicBezTo>
                    <a:pt x="515207" y="343376"/>
                    <a:pt x="452723" y="345376"/>
                    <a:pt x="391668" y="338614"/>
                  </a:cubicBezTo>
                  <a:cubicBezTo>
                    <a:pt x="216884" y="319278"/>
                    <a:pt x="77819" y="232981"/>
                    <a:pt x="0" y="95631"/>
                  </a:cubicBezTo>
                  <a:lnTo>
                    <a:pt x="168878" y="0"/>
                  </a:lnTo>
                  <a:cubicBezTo>
                    <a:pt x="228124" y="104680"/>
                    <a:pt x="334328" y="136969"/>
                    <a:pt x="413004" y="145637"/>
                  </a:cubicBezTo>
                  <a:cubicBezTo>
                    <a:pt x="546830" y="160401"/>
                    <a:pt x="661607" y="115252"/>
                    <a:pt x="688181" y="85820"/>
                  </a:cubicBezTo>
                  <a:lnTo>
                    <a:pt x="832199" y="216027"/>
                  </a:lnTo>
                  <a:cubicBezTo>
                    <a:pt x="779336" y="274511"/>
                    <a:pt x="682847" y="316706"/>
                    <a:pt x="574262" y="333946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2004754" y="2461941"/>
              <a:ext cx="322191" cy="484490"/>
            </a:xfrm>
            <a:custGeom>
              <a:rect b="b" l="l" r="r" t="t"/>
              <a:pathLst>
                <a:path extrusionOk="0" h="383285" w="254889">
                  <a:moveTo>
                    <a:pt x="16383" y="0"/>
                  </a:moveTo>
                  <a:cubicBezTo>
                    <a:pt x="116586" y="40957"/>
                    <a:pt x="163544" y="136112"/>
                    <a:pt x="254889" y="194215"/>
                  </a:cubicBezTo>
                  <a:cubicBezTo>
                    <a:pt x="189071" y="243078"/>
                    <a:pt x="136874" y="367855"/>
                    <a:pt x="144685" y="383286"/>
                  </a:cubicBezTo>
                  <a:lnTo>
                    <a:pt x="0" y="141827"/>
                  </a:lnTo>
                  <a:lnTo>
                    <a:pt x="163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3073388" y="2529085"/>
              <a:ext cx="170709" cy="224310"/>
            </a:xfrm>
            <a:custGeom>
              <a:rect b="b" l="l" r="r" t="t"/>
              <a:pathLst>
                <a:path extrusionOk="0" h="177454" w="135050">
                  <a:moveTo>
                    <a:pt x="96411" y="8234"/>
                  </a:moveTo>
                  <a:cubicBezTo>
                    <a:pt x="102602" y="328"/>
                    <a:pt x="113651" y="-2339"/>
                    <a:pt x="122986" y="2233"/>
                  </a:cubicBezTo>
                  <a:cubicBezTo>
                    <a:pt x="133654" y="7472"/>
                    <a:pt x="138131" y="20521"/>
                    <a:pt x="132797" y="31189"/>
                  </a:cubicBezTo>
                  <a:cubicBezTo>
                    <a:pt x="100697" y="96245"/>
                    <a:pt x="40595" y="166920"/>
                    <a:pt x="38023" y="169873"/>
                  </a:cubicBezTo>
                  <a:cubicBezTo>
                    <a:pt x="30212" y="178922"/>
                    <a:pt x="16592" y="180065"/>
                    <a:pt x="7543" y="172254"/>
                  </a:cubicBezTo>
                  <a:cubicBezTo>
                    <a:pt x="-1506" y="164539"/>
                    <a:pt x="-2554" y="150918"/>
                    <a:pt x="5162" y="141774"/>
                  </a:cubicBezTo>
                  <a:cubicBezTo>
                    <a:pt x="5733" y="141108"/>
                    <a:pt x="64312" y="72147"/>
                    <a:pt x="94030" y="12044"/>
                  </a:cubicBezTo>
                  <a:cubicBezTo>
                    <a:pt x="94697" y="10710"/>
                    <a:pt x="95554" y="9377"/>
                    <a:pt x="96411" y="8234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3048027" y="2490549"/>
              <a:ext cx="170682" cy="224310"/>
            </a:xfrm>
            <a:custGeom>
              <a:rect b="b" l="l" r="r" t="t"/>
              <a:pathLst>
                <a:path extrusionOk="0" h="177454" w="135028">
                  <a:moveTo>
                    <a:pt x="96372" y="8234"/>
                  </a:moveTo>
                  <a:cubicBezTo>
                    <a:pt x="102563" y="328"/>
                    <a:pt x="113612" y="-2339"/>
                    <a:pt x="122947" y="2233"/>
                  </a:cubicBezTo>
                  <a:cubicBezTo>
                    <a:pt x="133710" y="7472"/>
                    <a:pt x="138092" y="20521"/>
                    <a:pt x="132758" y="31189"/>
                  </a:cubicBezTo>
                  <a:cubicBezTo>
                    <a:pt x="100658" y="96245"/>
                    <a:pt x="40556" y="166920"/>
                    <a:pt x="37984" y="169873"/>
                  </a:cubicBezTo>
                  <a:cubicBezTo>
                    <a:pt x="30173" y="178922"/>
                    <a:pt x="16553" y="180065"/>
                    <a:pt x="7504" y="172254"/>
                  </a:cubicBezTo>
                  <a:cubicBezTo>
                    <a:pt x="-1545" y="164539"/>
                    <a:pt x="-2497" y="151014"/>
                    <a:pt x="5123" y="141774"/>
                  </a:cubicBezTo>
                  <a:cubicBezTo>
                    <a:pt x="5694" y="141108"/>
                    <a:pt x="64273" y="72242"/>
                    <a:pt x="93991" y="12044"/>
                  </a:cubicBezTo>
                  <a:cubicBezTo>
                    <a:pt x="94658" y="10710"/>
                    <a:pt x="95515" y="9377"/>
                    <a:pt x="96372" y="8234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3022667" y="2452012"/>
              <a:ext cx="170611" cy="224310"/>
            </a:xfrm>
            <a:custGeom>
              <a:rect b="b" l="l" r="r" t="t"/>
              <a:pathLst>
                <a:path extrusionOk="0" h="177454" w="134972">
                  <a:moveTo>
                    <a:pt x="96333" y="8234"/>
                  </a:moveTo>
                  <a:cubicBezTo>
                    <a:pt x="102524" y="328"/>
                    <a:pt x="113574" y="-2339"/>
                    <a:pt x="122908" y="2233"/>
                  </a:cubicBezTo>
                  <a:cubicBezTo>
                    <a:pt x="133576" y="7567"/>
                    <a:pt x="138053" y="20521"/>
                    <a:pt x="132719" y="31189"/>
                  </a:cubicBezTo>
                  <a:cubicBezTo>
                    <a:pt x="100620" y="96245"/>
                    <a:pt x="40517" y="166920"/>
                    <a:pt x="37945" y="169873"/>
                  </a:cubicBezTo>
                  <a:cubicBezTo>
                    <a:pt x="30134" y="178922"/>
                    <a:pt x="16514" y="180065"/>
                    <a:pt x="7465" y="172254"/>
                  </a:cubicBezTo>
                  <a:cubicBezTo>
                    <a:pt x="-1584" y="164539"/>
                    <a:pt x="-2441" y="150918"/>
                    <a:pt x="5084" y="141774"/>
                  </a:cubicBezTo>
                  <a:cubicBezTo>
                    <a:pt x="5655" y="141108"/>
                    <a:pt x="64234" y="72147"/>
                    <a:pt x="93952" y="12044"/>
                  </a:cubicBezTo>
                  <a:cubicBezTo>
                    <a:pt x="94619" y="10710"/>
                    <a:pt x="95476" y="9377"/>
                    <a:pt x="96333" y="8234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2997279" y="2413476"/>
              <a:ext cx="170709" cy="224310"/>
            </a:xfrm>
            <a:custGeom>
              <a:rect b="b" l="l" r="r" t="t"/>
              <a:pathLst>
                <a:path extrusionOk="0" h="177454" w="135050">
                  <a:moveTo>
                    <a:pt x="96411" y="8234"/>
                  </a:moveTo>
                  <a:cubicBezTo>
                    <a:pt x="102602" y="328"/>
                    <a:pt x="113651" y="-2339"/>
                    <a:pt x="122986" y="2233"/>
                  </a:cubicBezTo>
                  <a:cubicBezTo>
                    <a:pt x="133654" y="7567"/>
                    <a:pt x="138131" y="20521"/>
                    <a:pt x="132797" y="31189"/>
                  </a:cubicBezTo>
                  <a:cubicBezTo>
                    <a:pt x="100697" y="96245"/>
                    <a:pt x="40595" y="166920"/>
                    <a:pt x="38023" y="169873"/>
                  </a:cubicBezTo>
                  <a:cubicBezTo>
                    <a:pt x="30212" y="178922"/>
                    <a:pt x="16591" y="180065"/>
                    <a:pt x="7543" y="172254"/>
                  </a:cubicBezTo>
                  <a:cubicBezTo>
                    <a:pt x="-1506" y="164539"/>
                    <a:pt x="-2554" y="150823"/>
                    <a:pt x="5162" y="141774"/>
                  </a:cubicBezTo>
                  <a:cubicBezTo>
                    <a:pt x="5733" y="141108"/>
                    <a:pt x="64312" y="72147"/>
                    <a:pt x="94030" y="12044"/>
                  </a:cubicBezTo>
                  <a:cubicBezTo>
                    <a:pt x="94697" y="10710"/>
                    <a:pt x="95554" y="9377"/>
                    <a:pt x="96411" y="8234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2900116" y="2467461"/>
              <a:ext cx="82397" cy="167499"/>
            </a:xfrm>
            <a:custGeom>
              <a:rect b="b" l="l" r="r" t="t"/>
              <a:pathLst>
                <a:path extrusionOk="0" h="132510" w="65185">
                  <a:moveTo>
                    <a:pt x="25529" y="8207"/>
                  </a:moveTo>
                  <a:cubicBezTo>
                    <a:pt x="28863" y="4016"/>
                    <a:pt x="33721" y="968"/>
                    <a:pt x="39531" y="206"/>
                  </a:cubicBezTo>
                  <a:cubicBezTo>
                    <a:pt x="51342" y="-1413"/>
                    <a:pt x="62296" y="6683"/>
                    <a:pt x="64010" y="18494"/>
                  </a:cubicBezTo>
                  <a:cubicBezTo>
                    <a:pt x="64391" y="21161"/>
                    <a:pt x="72869" y="84121"/>
                    <a:pt x="38007" y="124984"/>
                  </a:cubicBezTo>
                  <a:cubicBezTo>
                    <a:pt x="30196" y="134032"/>
                    <a:pt x="16576" y="135080"/>
                    <a:pt x="7527" y="127270"/>
                  </a:cubicBezTo>
                  <a:cubicBezTo>
                    <a:pt x="-1522" y="119459"/>
                    <a:pt x="-2570" y="105743"/>
                    <a:pt x="5241" y="96790"/>
                  </a:cubicBezTo>
                  <a:cubicBezTo>
                    <a:pt x="27434" y="71263"/>
                    <a:pt x="21338" y="25066"/>
                    <a:pt x="21243" y="24590"/>
                  </a:cubicBezTo>
                  <a:cubicBezTo>
                    <a:pt x="20386" y="18494"/>
                    <a:pt x="22195" y="12684"/>
                    <a:pt x="25720" y="8207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2814176" y="2569266"/>
              <a:ext cx="318417" cy="299401"/>
            </a:xfrm>
            <a:custGeom>
              <a:rect b="b" l="l" r="r" t="t"/>
              <a:pathLst>
                <a:path extrusionOk="0" h="236859" w="251903">
                  <a:moveTo>
                    <a:pt x="251904" y="127425"/>
                  </a:moveTo>
                  <a:cubicBezTo>
                    <a:pt x="223519" y="161620"/>
                    <a:pt x="165989" y="227628"/>
                    <a:pt x="93979" y="236105"/>
                  </a:cubicBezTo>
                  <a:cubicBezTo>
                    <a:pt x="3111" y="246773"/>
                    <a:pt x="539" y="140665"/>
                    <a:pt x="539" y="140665"/>
                  </a:cubicBezTo>
                  <a:cubicBezTo>
                    <a:pt x="-5938" y="47987"/>
                    <a:pt x="47402" y="66941"/>
                    <a:pt x="81978" y="1790"/>
                  </a:cubicBezTo>
                  <a:cubicBezTo>
                    <a:pt x="85312" y="-4496"/>
                    <a:pt x="97123" y="7791"/>
                    <a:pt x="97123" y="7791"/>
                  </a:cubicBezTo>
                  <a:lnTo>
                    <a:pt x="126174" y="6362"/>
                  </a:lnTo>
                  <a:cubicBezTo>
                    <a:pt x="125317" y="28270"/>
                    <a:pt x="144748" y="24269"/>
                    <a:pt x="153701" y="13982"/>
                  </a:cubicBezTo>
                  <a:cubicBezTo>
                    <a:pt x="162750" y="3695"/>
                    <a:pt x="251809" y="127425"/>
                    <a:pt x="251809" y="127425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3049012" y="2466790"/>
              <a:ext cx="111772" cy="163110"/>
            </a:xfrm>
            <a:custGeom>
              <a:rect b="b" l="l" r="r" t="t"/>
              <a:pathLst>
                <a:path extrusionOk="0" h="129038" w="88424">
                  <a:moveTo>
                    <a:pt x="4725" y="129038"/>
                  </a:moveTo>
                  <a:cubicBezTo>
                    <a:pt x="3677" y="129038"/>
                    <a:pt x="2629" y="128657"/>
                    <a:pt x="1772" y="127991"/>
                  </a:cubicBezTo>
                  <a:cubicBezTo>
                    <a:pt x="-228" y="126371"/>
                    <a:pt x="-609" y="123419"/>
                    <a:pt x="1010" y="121323"/>
                  </a:cubicBezTo>
                  <a:cubicBezTo>
                    <a:pt x="1486" y="120752"/>
                    <a:pt x="48730" y="61220"/>
                    <a:pt x="79496" y="2546"/>
                  </a:cubicBezTo>
                  <a:cubicBezTo>
                    <a:pt x="80734" y="260"/>
                    <a:pt x="83592" y="-692"/>
                    <a:pt x="85878" y="546"/>
                  </a:cubicBezTo>
                  <a:cubicBezTo>
                    <a:pt x="88164" y="1784"/>
                    <a:pt x="89116" y="4642"/>
                    <a:pt x="87878" y="6928"/>
                  </a:cubicBezTo>
                  <a:cubicBezTo>
                    <a:pt x="56731" y="66364"/>
                    <a:pt x="8916" y="126562"/>
                    <a:pt x="8439" y="127133"/>
                  </a:cubicBezTo>
                  <a:cubicBezTo>
                    <a:pt x="7487" y="128276"/>
                    <a:pt x="6154" y="128943"/>
                    <a:pt x="4725" y="1289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3075386" y="2500871"/>
              <a:ext cx="111772" cy="163110"/>
            </a:xfrm>
            <a:custGeom>
              <a:rect b="b" l="l" r="r" t="t"/>
              <a:pathLst>
                <a:path extrusionOk="0" h="129038" w="88424">
                  <a:moveTo>
                    <a:pt x="4725" y="129038"/>
                  </a:moveTo>
                  <a:cubicBezTo>
                    <a:pt x="3677" y="129038"/>
                    <a:pt x="2629" y="128657"/>
                    <a:pt x="1772" y="127991"/>
                  </a:cubicBezTo>
                  <a:cubicBezTo>
                    <a:pt x="-228" y="126371"/>
                    <a:pt x="-609" y="123419"/>
                    <a:pt x="1010" y="121323"/>
                  </a:cubicBezTo>
                  <a:cubicBezTo>
                    <a:pt x="1486" y="120752"/>
                    <a:pt x="48730" y="61220"/>
                    <a:pt x="79496" y="2546"/>
                  </a:cubicBezTo>
                  <a:cubicBezTo>
                    <a:pt x="80734" y="260"/>
                    <a:pt x="83592" y="-692"/>
                    <a:pt x="85878" y="546"/>
                  </a:cubicBezTo>
                  <a:cubicBezTo>
                    <a:pt x="88164" y="1784"/>
                    <a:pt x="89116" y="4642"/>
                    <a:pt x="87878" y="6928"/>
                  </a:cubicBezTo>
                  <a:cubicBezTo>
                    <a:pt x="56731" y="66364"/>
                    <a:pt x="8916" y="126562"/>
                    <a:pt x="8439" y="127133"/>
                  </a:cubicBezTo>
                  <a:cubicBezTo>
                    <a:pt x="7487" y="128276"/>
                    <a:pt x="6153" y="128943"/>
                    <a:pt x="4725" y="1289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3101518" y="2540009"/>
              <a:ext cx="111772" cy="163110"/>
            </a:xfrm>
            <a:custGeom>
              <a:rect b="b" l="l" r="r" t="t"/>
              <a:pathLst>
                <a:path extrusionOk="0" h="129038" w="88424">
                  <a:moveTo>
                    <a:pt x="4725" y="129038"/>
                  </a:moveTo>
                  <a:cubicBezTo>
                    <a:pt x="3677" y="129038"/>
                    <a:pt x="2629" y="128657"/>
                    <a:pt x="1772" y="127991"/>
                  </a:cubicBezTo>
                  <a:cubicBezTo>
                    <a:pt x="-228" y="126371"/>
                    <a:pt x="-609" y="123419"/>
                    <a:pt x="1010" y="121323"/>
                  </a:cubicBezTo>
                  <a:cubicBezTo>
                    <a:pt x="1486" y="120752"/>
                    <a:pt x="48730" y="61220"/>
                    <a:pt x="79496" y="2546"/>
                  </a:cubicBezTo>
                  <a:cubicBezTo>
                    <a:pt x="80734" y="260"/>
                    <a:pt x="83592" y="-692"/>
                    <a:pt x="85878" y="546"/>
                  </a:cubicBezTo>
                  <a:cubicBezTo>
                    <a:pt x="88164" y="1784"/>
                    <a:pt x="89116" y="4642"/>
                    <a:pt x="87878" y="6928"/>
                  </a:cubicBezTo>
                  <a:cubicBezTo>
                    <a:pt x="56731" y="66364"/>
                    <a:pt x="8916" y="126562"/>
                    <a:pt x="8439" y="127133"/>
                  </a:cubicBezTo>
                  <a:cubicBezTo>
                    <a:pt x="7487" y="128276"/>
                    <a:pt x="6153" y="128943"/>
                    <a:pt x="4725" y="1289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2934556" y="2633110"/>
              <a:ext cx="54166" cy="160330"/>
            </a:xfrm>
            <a:custGeom>
              <a:rect b="b" l="l" r="r" t="t"/>
              <a:pathLst>
                <a:path extrusionOk="0" h="126839" w="42851">
                  <a:moveTo>
                    <a:pt x="4766" y="126839"/>
                  </a:moveTo>
                  <a:cubicBezTo>
                    <a:pt x="3242" y="126839"/>
                    <a:pt x="1814" y="126173"/>
                    <a:pt x="861" y="124839"/>
                  </a:cubicBezTo>
                  <a:cubicBezTo>
                    <a:pt x="-663" y="122648"/>
                    <a:pt x="-91" y="119696"/>
                    <a:pt x="2004" y="118267"/>
                  </a:cubicBezTo>
                  <a:cubicBezTo>
                    <a:pt x="19244" y="106265"/>
                    <a:pt x="30865" y="86644"/>
                    <a:pt x="33055" y="65784"/>
                  </a:cubicBezTo>
                  <a:cubicBezTo>
                    <a:pt x="35246" y="44924"/>
                    <a:pt x="28007" y="23303"/>
                    <a:pt x="13625" y="7967"/>
                  </a:cubicBezTo>
                  <a:cubicBezTo>
                    <a:pt x="11815" y="6062"/>
                    <a:pt x="11910" y="3110"/>
                    <a:pt x="13815" y="1300"/>
                  </a:cubicBezTo>
                  <a:cubicBezTo>
                    <a:pt x="15720" y="-510"/>
                    <a:pt x="18673" y="-415"/>
                    <a:pt x="20483" y="1490"/>
                  </a:cubicBezTo>
                  <a:cubicBezTo>
                    <a:pt x="36675" y="18731"/>
                    <a:pt x="44962" y="43210"/>
                    <a:pt x="42390" y="66737"/>
                  </a:cubicBezTo>
                  <a:cubicBezTo>
                    <a:pt x="39914" y="90359"/>
                    <a:pt x="26769" y="112457"/>
                    <a:pt x="7243" y="125982"/>
                  </a:cubicBezTo>
                  <a:cubicBezTo>
                    <a:pt x="6385" y="126554"/>
                    <a:pt x="5433" y="126839"/>
                    <a:pt x="4576" y="1268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2977102" y="2714247"/>
              <a:ext cx="74294" cy="43211"/>
            </a:xfrm>
            <a:custGeom>
              <a:rect b="b" l="l" r="r" t="t"/>
              <a:pathLst>
                <a:path extrusionOk="0" h="34185" w="58775">
                  <a:moveTo>
                    <a:pt x="53981" y="34185"/>
                  </a:moveTo>
                  <a:cubicBezTo>
                    <a:pt x="52838" y="34185"/>
                    <a:pt x="51695" y="33804"/>
                    <a:pt x="50838" y="32947"/>
                  </a:cubicBezTo>
                  <a:cubicBezTo>
                    <a:pt x="41027" y="24184"/>
                    <a:pt x="29978" y="17040"/>
                    <a:pt x="17881" y="11897"/>
                  </a:cubicBezTo>
                  <a:cubicBezTo>
                    <a:pt x="14071" y="10278"/>
                    <a:pt x="9690" y="8754"/>
                    <a:pt x="6261" y="9897"/>
                  </a:cubicBezTo>
                  <a:cubicBezTo>
                    <a:pt x="3784" y="10754"/>
                    <a:pt x="1117" y="9420"/>
                    <a:pt x="260" y="6944"/>
                  </a:cubicBezTo>
                  <a:cubicBezTo>
                    <a:pt x="-597" y="4467"/>
                    <a:pt x="736" y="1800"/>
                    <a:pt x="3213" y="943"/>
                  </a:cubicBezTo>
                  <a:cubicBezTo>
                    <a:pt x="9690" y="-1248"/>
                    <a:pt x="16167" y="753"/>
                    <a:pt x="21691" y="3134"/>
                  </a:cubicBezTo>
                  <a:cubicBezTo>
                    <a:pt x="34741" y="8754"/>
                    <a:pt x="46742" y="16374"/>
                    <a:pt x="57220" y="25803"/>
                  </a:cubicBezTo>
                  <a:cubicBezTo>
                    <a:pt x="59125" y="27518"/>
                    <a:pt x="59315" y="30566"/>
                    <a:pt x="57601" y="32471"/>
                  </a:cubicBezTo>
                  <a:cubicBezTo>
                    <a:pt x="56648" y="33519"/>
                    <a:pt x="55410" y="33995"/>
                    <a:pt x="54076" y="339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929126" y="3127419"/>
              <a:ext cx="1051507" cy="1403627"/>
            </a:xfrm>
            <a:custGeom>
              <a:rect b="b" l="l" r="r" t="t"/>
              <a:pathLst>
                <a:path extrusionOk="0" h="1110424" w="831858">
                  <a:moveTo>
                    <a:pt x="369189" y="1110425"/>
                  </a:moveTo>
                  <a:lnTo>
                    <a:pt x="78010" y="1110425"/>
                  </a:lnTo>
                  <a:cubicBezTo>
                    <a:pt x="78010" y="874014"/>
                    <a:pt x="262985" y="678180"/>
                    <a:pt x="411575" y="520827"/>
                  </a:cubicBezTo>
                  <a:cubicBezTo>
                    <a:pt x="441674" y="489013"/>
                    <a:pt x="485203" y="442817"/>
                    <a:pt x="514160" y="407194"/>
                  </a:cubicBezTo>
                  <a:cubicBezTo>
                    <a:pt x="466820" y="386334"/>
                    <a:pt x="394049" y="364712"/>
                    <a:pt x="348806" y="351282"/>
                  </a:cubicBezTo>
                  <a:cubicBezTo>
                    <a:pt x="204121" y="308324"/>
                    <a:pt x="67437" y="267748"/>
                    <a:pt x="0" y="162782"/>
                  </a:cubicBezTo>
                  <a:lnTo>
                    <a:pt x="244888" y="5334"/>
                  </a:lnTo>
                  <a:cubicBezTo>
                    <a:pt x="242602" y="1715"/>
                    <a:pt x="240792" y="0"/>
                    <a:pt x="240792" y="0"/>
                  </a:cubicBezTo>
                  <a:cubicBezTo>
                    <a:pt x="264414" y="22574"/>
                    <a:pt x="369189" y="53626"/>
                    <a:pt x="431673" y="72200"/>
                  </a:cubicBezTo>
                  <a:cubicBezTo>
                    <a:pt x="577596" y="115538"/>
                    <a:pt x="728567" y="160401"/>
                    <a:pt x="800386" y="274130"/>
                  </a:cubicBezTo>
                  <a:cubicBezTo>
                    <a:pt x="835247" y="329375"/>
                    <a:pt x="858774" y="421767"/>
                    <a:pt x="772287" y="547783"/>
                  </a:cubicBezTo>
                  <a:cubicBezTo>
                    <a:pt x="734759" y="602551"/>
                    <a:pt x="680561" y="659987"/>
                    <a:pt x="623126" y="720757"/>
                  </a:cubicBezTo>
                  <a:cubicBezTo>
                    <a:pt x="509969" y="840581"/>
                    <a:pt x="369094" y="989743"/>
                    <a:pt x="369094" y="11104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1702606" y="3252904"/>
              <a:ext cx="1344647" cy="1278411"/>
            </a:xfrm>
            <a:custGeom>
              <a:rect b="b" l="l" r="r" t="t"/>
              <a:pathLst>
                <a:path extrusionOk="0" h="1011364" w="1063764">
                  <a:moveTo>
                    <a:pt x="956500" y="1011174"/>
                  </a:moveTo>
                  <a:lnTo>
                    <a:pt x="665321" y="1011174"/>
                  </a:lnTo>
                  <a:cubicBezTo>
                    <a:pt x="665321" y="837819"/>
                    <a:pt x="704564" y="680085"/>
                    <a:pt x="736092" y="553403"/>
                  </a:cubicBezTo>
                  <a:cubicBezTo>
                    <a:pt x="750189" y="496919"/>
                    <a:pt x="768286" y="424148"/>
                    <a:pt x="772287" y="381286"/>
                  </a:cubicBezTo>
                  <a:cubicBezTo>
                    <a:pt x="727520" y="372618"/>
                    <a:pt x="652177" y="366522"/>
                    <a:pt x="602456" y="362521"/>
                  </a:cubicBezTo>
                  <a:cubicBezTo>
                    <a:pt x="489109" y="353282"/>
                    <a:pt x="360712" y="342900"/>
                    <a:pt x="253841" y="307753"/>
                  </a:cubicBezTo>
                  <a:cubicBezTo>
                    <a:pt x="32956" y="234982"/>
                    <a:pt x="0" y="83725"/>
                    <a:pt x="0" y="0"/>
                  </a:cubicBezTo>
                  <a:lnTo>
                    <a:pt x="291179" y="0"/>
                  </a:lnTo>
                  <a:cubicBezTo>
                    <a:pt x="291179" y="2000"/>
                    <a:pt x="291274" y="3334"/>
                    <a:pt x="291465" y="4096"/>
                  </a:cubicBezTo>
                  <a:cubicBezTo>
                    <a:pt x="294513" y="7429"/>
                    <a:pt x="314420" y="26099"/>
                    <a:pt x="386334" y="42577"/>
                  </a:cubicBezTo>
                  <a:cubicBezTo>
                    <a:pt x="456343" y="58579"/>
                    <a:pt x="542639" y="65627"/>
                    <a:pt x="625983" y="72390"/>
                  </a:cubicBezTo>
                  <a:cubicBezTo>
                    <a:pt x="810578" y="87344"/>
                    <a:pt x="956405" y="99155"/>
                    <a:pt x="1024509" y="210693"/>
                  </a:cubicBezTo>
                  <a:cubicBezTo>
                    <a:pt x="1093375" y="323469"/>
                    <a:pt x="1058704" y="462629"/>
                    <a:pt x="1018603" y="623888"/>
                  </a:cubicBezTo>
                  <a:cubicBezTo>
                    <a:pt x="989457" y="741045"/>
                    <a:pt x="956405" y="873728"/>
                    <a:pt x="956405" y="1011365"/>
                  </a:cubicBezTo>
                  <a:close/>
                  <a:moveTo>
                    <a:pt x="772096" y="353378"/>
                  </a:moveTo>
                  <a:lnTo>
                    <a:pt x="772096" y="35337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1994638" y="3257842"/>
              <a:ext cx="871430" cy="1308030"/>
            </a:xfrm>
            <a:custGeom>
              <a:rect b="b" l="l" r="r" t="t"/>
              <a:pathLst>
                <a:path extrusionOk="0" h="1034796" w="689397">
                  <a:moveTo>
                    <a:pt x="595408" y="1034796"/>
                  </a:moveTo>
                  <a:cubicBezTo>
                    <a:pt x="593027" y="838676"/>
                    <a:pt x="590264" y="616363"/>
                    <a:pt x="670370" y="421196"/>
                  </a:cubicBezTo>
                  <a:cubicBezTo>
                    <a:pt x="674275" y="411671"/>
                    <a:pt x="671227" y="400907"/>
                    <a:pt x="663131" y="395478"/>
                  </a:cubicBezTo>
                  <a:cubicBezTo>
                    <a:pt x="656939" y="391287"/>
                    <a:pt x="652367" y="385000"/>
                    <a:pt x="650653" y="378238"/>
                  </a:cubicBezTo>
                  <a:cubicBezTo>
                    <a:pt x="647510" y="365950"/>
                    <a:pt x="650843" y="352044"/>
                    <a:pt x="660749" y="335756"/>
                  </a:cubicBezTo>
                  <a:cubicBezTo>
                    <a:pt x="662559" y="332804"/>
                    <a:pt x="664464" y="329946"/>
                    <a:pt x="666369" y="326993"/>
                  </a:cubicBezTo>
                  <a:cubicBezTo>
                    <a:pt x="672179" y="318040"/>
                    <a:pt x="677704" y="309658"/>
                    <a:pt x="680371" y="300038"/>
                  </a:cubicBezTo>
                  <a:cubicBezTo>
                    <a:pt x="688277" y="272129"/>
                    <a:pt x="669227" y="243268"/>
                    <a:pt x="646366" y="229171"/>
                  </a:cubicBezTo>
                  <a:cubicBezTo>
                    <a:pt x="622364" y="214408"/>
                    <a:pt x="592931" y="210407"/>
                    <a:pt x="562451" y="207359"/>
                  </a:cubicBezTo>
                  <a:cubicBezTo>
                    <a:pt x="535115" y="204597"/>
                    <a:pt x="507206" y="202311"/>
                    <a:pt x="480250" y="200025"/>
                  </a:cubicBezTo>
                  <a:cubicBezTo>
                    <a:pt x="376619" y="191262"/>
                    <a:pt x="269557" y="182118"/>
                    <a:pt x="168783" y="150686"/>
                  </a:cubicBezTo>
                  <a:cubicBezTo>
                    <a:pt x="122301" y="136208"/>
                    <a:pt x="89725" y="120491"/>
                    <a:pt x="62865" y="99632"/>
                  </a:cubicBezTo>
                  <a:cubicBezTo>
                    <a:pt x="28289" y="72771"/>
                    <a:pt x="6001" y="37814"/>
                    <a:pt x="0" y="1143"/>
                  </a:cubicBezTo>
                  <a:lnTo>
                    <a:pt x="7239" y="0"/>
                  </a:lnTo>
                  <a:cubicBezTo>
                    <a:pt x="12954" y="34766"/>
                    <a:pt x="34290" y="68104"/>
                    <a:pt x="67342" y="93821"/>
                  </a:cubicBezTo>
                  <a:cubicBezTo>
                    <a:pt x="93345" y="114014"/>
                    <a:pt x="125349" y="129445"/>
                    <a:pt x="170878" y="143637"/>
                  </a:cubicBezTo>
                  <a:cubicBezTo>
                    <a:pt x="270796" y="174784"/>
                    <a:pt x="377571" y="183833"/>
                    <a:pt x="480727" y="192596"/>
                  </a:cubicBezTo>
                  <a:cubicBezTo>
                    <a:pt x="507682" y="194882"/>
                    <a:pt x="535686" y="197263"/>
                    <a:pt x="563023" y="199930"/>
                  </a:cubicBezTo>
                  <a:cubicBezTo>
                    <a:pt x="594455" y="203073"/>
                    <a:pt x="624745" y="207169"/>
                    <a:pt x="650081" y="222790"/>
                  </a:cubicBezTo>
                  <a:cubicBezTo>
                    <a:pt x="675323" y="238316"/>
                    <a:pt x="696182" y="270510"/>
                    <a:pt x="687324" y="301942"/>
                  </a:cubicBezTo>
                  <a:cubicBezTo>
                    <a:pt x="684276" y="312611"/>
                    <a:pt x="678275" y="321945"/>
                    <a:pt x="672370" y="330899"/>
                  </a:cubicBezTo>
                  <a:cubicBezTo>
                    <a:pt x="670560" y="333756"/>
                    <a:pt x="668655" y="336613"/>
                    <a:pt x="666940" y="339471"/>
                  </a:cubicBezTo>
                  <a:cubicBezTo>
                    <a:pt x="658082" y="353949"/>
                    <a:pt x="655129" y="365950"/>
                    <a:pt x="657701" y="376238"/>
                  </a:cubicBezTo>
                  <a:cubicBezTo>
                    <a:pt x="658940" y="381191"/>
                    <a:pt x="662464" y="386048"/>
                    <a:pt x="667131" y="389192"/>
                  </a:cubicBezTo>
                  <a:cubicBezTo>
                    <a:pt x="678085" y="396526"/>
                    <a:pt x="682276" y="411099"/>
                    <a:pt x="677037" y="423863"/>
                  </a:cubicBezTo>
                  <a:cubicBezTo>
                    <a:pt x="597599" y="617601"/>
                    <a:pt x="600265" y="839153"/>
                    <a:pt x="602647" y="1034510"/>
                  </a:cubicBezTo>
                  <a:lnTo>
                    <a:pt x="595312" y="10345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2540872" y="3712177"/>
              <a:ext cx="144274" cy="440458"/>
            </a:xfrm>
            <a:custGeom>
              <a:rect b="b" l="l" r="r" t="t"/>
              <a:pathLst>
                <a:path extrusionOk="0" h="348451" w="114137">
                  <a:moveTo>
                    <a:pt x="37161" y="348452"/>
                  </a:moveTo>
                  <a:cubicBezTo>
                    <a:pt x="37161" y="348452"/>
                    <a:pt x="36494" y="348452"/>
                    <a:pt x="36208" y="348357"/>
                  </a:cubicBezTo>
                  <a:cubicBezTo>
                    <a:pt x="33636" y="347785"/>
                    <a:pt x="32017" y="345308"/>
                    <a:pt x="32589" y="342737"/>
                  </a:cubicBezTo>
                  <a:cubicBezTo>
                    <a:pt x="44019" y="287873"/>
                    <a:pt x="57068" y="235676"/>
                    <a:pt x="68498" y="189575"/>
                  </a:cubicBezTo>
                  <a:cubicBezTo>
                    <a:pt x="82500" y="133282"/>
                    <a:pt x="99549" y="64702"/>
                    <a:pt x="104312" y="21840"/>
                  </a:cubicBezTo>
                  <a:cubicBezTo>
                    <a:pt x="81261" y="17649"/>
                    <a:pt x="48495" y="13553"/>
                    <a:pt x="4299" y="9457"/>
                  </a:cubicBezTo>
                  <a:cubicBezTo>
                    <a:pt x="1728" y="9171"/>
                    <a:pt x="-177" y="6885"/>
                    <a:pt x="13" y="4313"/>
                  </a:cubicBezTo>
                  <a:cubicBezTo>
                    <a:pt x="204" y="1742"/>
                    <a:pt x="2585" y="-259"/>
                    <a:pt x="5157" y="27"/>
                  </a:cubicBezTo>
                  <a:cubicBezTo>
                    <a:pt x="52401" y="4409"/>
                    <a:pt x="86881" y="8790"/>
                    <a:pt x="110313" y="13267"/>
                  </a:cubicBezTo>
                  <a:cubicBezTo>
                    <a:pt x="112694" y="13743"/>
                    <a:pt x="114313" y="15934"/>
                    <a:pt x="114123" y="18315"/>
                  </a:cubicBezTo>
                  <a:cubicBezTo>
                    <a:pt x="110027" y="61559"/>
                    <a:pt x="92215" y="133282"/>
                    <a:pt x="77832" y="190908"/>
                  </a:cubicBezTo>
                  <a:cubicBezTo>
                    <a:pt x="66212" y="237771"/>
                    <a:pt x="53163" y="289968"/>
                    <a:pt x="41828" y="344642"/>
                  </a:cubicBezTo>
                  <a:cubicBezTo>
                    <a:pt x="41352" y="346833"/>
                    <a:pt x="39351" y="348452"/>
                    <a:pt x="37161" y="3484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2610820" y="3344369"/>
              <a:ext cx="280479" cy="79402"/>
            </a:xfrm>
            <a:custGeom>
              <a:rect b="b" l="l" r="r" t="t"/>
              <a:pathLst>
                <a:path extrusionOk="0" h="62816" w="221890">
                  <a:moveTo>
                    <a:pt x="217294" y="62816"/>
                  </a:moveTo>
                  <a:cubicBezTo>
                    <a:pt x="216627" y="62816"/>
                    <a:pt x="215960" y="62721"/>
                    <a:pt x="215389" y="62435"/>
                  </a:cubicBezTo>
                  <a:cubicBezTo>
                    <a:pt x="130045" y="24526"/>
                    <a:pt x="5553" y="9667"/>
                    <a:pt x="4219" y="9476"/>
                  </a:cubicBezTo>
                  <a:cubicBezTo>
                    <a:pt x="1648" y="9191"/>
                    <a:pt x="-257" y="6809"/>
                    <a:pt x="28" y="4238"/>
                  </a:cubicBezTo>
                  <a:cubicBezTo>
                    <a:pt x="314" y="1666"/>
                    <a:pt x="2696" y="-334"/>
                    <a:pt x="5267" y="47"/>
                  </a:cubicBezTo>
                  <a:cubicBezTo>
                    <a:pt x="6505" y="237"/>
                    <a:pt x="132521" y="15191"/>
                    <a:pt x="219103" y="53768"/>
                  </a:cubicBezTo>
                  <a:cubicBezTo>
                    <a:pt x="221485" y="54815"/>
                    <a:pt x="222532" y="57673"/>
                    <a:pt x="221485" y="60054"/>
                  </a:cubicBezTo>
                  <a:cubicBezTo>
                    <a:pt x="220723" y="61769"/>
                    <a:pt x="219008" y="62816"/>
                    <a:pt x="217198" y="628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2542935" y="4531356"/>
              <a:ext cx="530195" cy="71156"/>
            </a:xfrm>
            <a:custGeom>
              <a:rect b="b" l="l" r="r" t="t"/>
              <a:pathLst>
                <a:path extrusionOk="0" h="56292" w="419443">
                  <a:moveTo>
                    <a:pt x="95" y="0"/>
                  </a:moveTo>
                  <a:cubicBezTo>
                    <a:pt x="2096" y="44482"/>
                    <a:pt x="34671" y="56293"/>
                    <a:pt x="34671" y="56293"/>
                  </a:cubicBezTo>
                  <a:lnTo>
                    <a:pt x="409099" y="56293"/>
                  </a:lnTo>
                  <a:cubicBezTo>
                    <a:pt x="421005" y="56293"/>
                    <a:pt x="423482" y="39434"/>
                    <a:pt x="412052" y="36004"/>
                  </a:cubicBezTo>
                  <a:lnTo>
                    <a:pt x="2918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2030044" y="4531356"/>
              <a:ext cx="530195" cy="71156"/>
            </a:xfrm>
            <a:custGeom>
              <a:rect b="b" l="l" r="r" t="t"/>
              <a:pathLst>
                <a:path extrusionOk="0" h="56292" w="419443">
                  <a:moveTo>
                    <a:pt x="95" y="0"/>
                  </a:moveTo>
                  <a:cubicBezTo>
                    <a:pt x="2096" y="44482"/>
                    <a:pt x="34671" y="56293"/>
                    <a:pt x="34671" y="56293"/>
                  </a:cubicBezTo>
                  <a:lnTo>
                    <a:pt x="409099" y="56293"/>
                  </a:lnTo>
                  <a:cubicBezTo>
                    <a:pt x="421005" y="56293"/>
                    <a:pt x="423482" y="39434"/>
                    <a:pt x="412052" y="36004"/>
                  </a:cubicBezTo>
                  <a:lnTo>
                    <a:pt x="2918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1646487" y="2443947"/>
              <a:ext cx="613199" cy="852397"/>
            </a:xfrm>
            <a:custGeom>
              <a:rect b="b" l="l" r="r" t="t"/>
              <a:pathLst>
                <a:path extrusionOk="0" h="674340" w="485108">
                  <a:moveTo>
                    <a:pt x="485013" y="621260"/>
                  </a:moveTo>
                  <a:cubicBezTo>
                    <a:pt x="329660" y="721749"/>
                    <a:pt x="44482" y="648692"/>
                    <a:pt x="44482" y="648692"/>
                  </a:cubicBezTo>
                  <a:cubicBezTo>
                    <a:pt x="44482" y="648692"/>
                    <a:pt x="3429" y="500198"/>
                    <a:pt x="191" y="345416"/>
                  </a:cubicBezTo>
                  <a:cubicBezTo>
                    <a:pt x="95" y="341702"/>
                    <a:pt x="0" y="338082"/>
                    <a:pt x="0" y="334367"/>
                  </a:cubicBezTo>
                  <a:cubicBezTo>
                    <a:pt x="0" y="324176"/>
                    <a:pt x="0" y="313889"/>
                    <a:pt x="286" y="303792"/>
                  </a:cubicBezTo>
                  <a:cubicBezTo>
                    <a:pt x="381" y="300077"/>
                    <a:pt x="476" y="296458"/>
                    <a:pt x="667" y="292743"/>
                  </a:cubicBezTo>
                  <a:cubicBezTo>
                    <a:pt x="5906" y="165394"/>
                    <a:pt x="43053" y="44903"/>
                    <a:pt x="156400" y="11089"/>
                  </a:cubicBezTo>
                  <a:cubicBezTo>
                    <a:pt x="373571" y="-53776"/>
                    <a:pt x="437864" y="187111"/>
                    <a:pt x="437864" y="187111"/>
                  </a:cubicBezTo>
                  <a:cubicBezTo>
                    <a:pt x="434721" y="216353"/>
                    <a:pt x="433578" y="246642"/>
                    <a:pt x="433959" y="277027"/>
                  </a:cubicBezTo>
                  <a:cubicBezTo>
                    <a:pt x="433959" y="280742"/>
                    <a:pt x="434054" y="284456"/>
                    <a:pt x="434150" y="288171"/>
                  </a:cubicBezTo>
                  <a:cubicBezTo>
                    <a:pt x="434435" y="300839"/>
                    <a:pt x="435007" y="313508"/>
                    <a:pt x="435769" y="325985"/>
                  </a:cubicBezTo>
                  <a:cubicBezTo>
                    <a:pt x="435959" y="329700"/>
                    <a:pt x="436245" y="333320"/>
                    <a:pt x="436531" y="337034"/>
                  </a:cubicBezTo>
                  <a:cubicBezTo>
                    <a:pt x="446818" y="486482"/>
                    <a:pt x="485108" y="621356"/>
                    <a:pt x="485108" y="6213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1646367" y="2866815"/>
              <a:ext cx="124493" cy="23116"/>
            </a:xfrm>
            <a:custGeom>
              <a:rect b="b" l="l" r="r" t="t"/>
              <a:pathLst>
                <a:path extrusionOk="0" h="18287" w="98488">
                  <a:moveTo>
                    <a:pt x="92488" y="6953"/>
                  </a:moveTo>
                  <a:cubicBezTo>
                    <a:pt x="82391" y="6477"/>
                    <a:pt x="72295" y="5906"/>
                    <a:pt x="62198" y="5239"/>
                  </a:cubicBezTo>
                  <a:cubicBezTo>
                    <a:pt x="41434" y="3810"/>
                    <a:pt x="20765" y="2096"/>
                    <a:pt x="0" y="0"/>
                  </a:cubicBezTo>
                  <a:cubicBezTo>
                    <a:pt x="0" y="3715"/>
                    <a:pt x="0" y="7334"/>
                    <a:pt x="191" y="11049"/>
                  </a:cubicBezTo>
                  <a:cubicBezTo>
                    <a:pt x="32861" y="14383"/>
                    <a:pt x="65627" y="16764"/>
                    <a:pt x="98489" y="18288"/>
                  </a:cubicBezTo>
                  <a:cubicBezTo>
                    <a:pt x="96203" y="14764"/>
                    <a:pt x="94202" y="10954"/>
                    <a:pt x="92393" y="695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2046060" y="2855977"/>
              <a:ext cx="152065" cy="29738"/>
            </a:xfrm>
            <a:custGeom>
              <a:rect b="b" l="l" r="r" t="t"/>
              <a:pathLst>
                <a:path extrusionOk="0" h="23526" w="120300">
                  <a:moveTo>
                    <a:pt x="119634" y="0"/>
                  </a:moveTo>
                  <a:cubicBezTo>
                    <a:pt x="79915" y="5620"/>
                    <a:pt x="40005" y="9906"/>
                    <a:pt x="0" y="12859"/>
                  </a:cubicBezTo>
                  <a:cubicBezTo>
                    <a:pt x="1905" y="16383"/>
                    <a:pt x="3715" y="20003"/>
                    <a:pt x="5620" y="23527"/>
                  </a:cubicBezTo>
                  <a:cubicBezTo>
                    <a:pt x="38100" y="21050"/>
                    <a:pt x="70580" y="17717"/>
                    <a:pt x="102870" y="13430"/>
                  </a:cubicBezTo>
                  <a:cubicBezTo>
                    <a:pt x="108680" y="12668"/>
                    <a:pt x="114491" y="11906"/>
                    <a:pt x="120301" y="11049"/>
                  </a:cubicBezTo>
                  <a:cubicBezTo>
                    <a:pt x="120015" y="7430"/>
                    <a:pt x="119825" y="3715"/>
                    <a:pt x="1195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1646729" y="2814069"/>
              <a:ext cx="98245" cy="20106"/>
            </a:xfrm>
            <a:custGeom>
              <a:rect b="b" l="l" r="r" t="t"/>
              <a:pathLst>
                <a:path extrusionOk="0" h="15906" w="77723">
                  <a:moveTo>
                    <a:pt x="76390" y="10573"/>
                  </a:moveTo>
                  <a:cubicBezTo>
                    <a:pt x="76200" y="9715"/>
                    <a:pt x="76105" y="8953"/>
                    <a:pt x="76009" y="8096"/>
                  </a:cubicBezTo>
                  <a:cubicBezTo>
                    <a:pt x="75724" y="7620"/>
                    <a:pt x="75438" y="7239"/>
                    <a:pt x="75057" y="6763"/>
                  </a:cubicBezTo>
                  <a:cubicBezTo>
                    <a:pt x="74581" y="6096"/>
                    <a:pt x="74104" y="5334"/>
                    <a:pt x="73723" y="4572"/>
                  </a:cubicBezTo>
                  <a:cubicBezTo>
                    <a:pt x="59436" y="4000"/>
                    <a:pt x="45148" y="3238"/>
                    <a:pt x="30861" y="2286"/>
                  </a:cubicBezTo>
                  <a:cubicBezTo>
                    <a:pt x="20669" y="1619"/>
                    <a:pt x="10573" y="857"/>
                    <a:pt x="381" y="0"/>
                  </a:cubicBezTo>
                  <a:cubicBezTo>
                    <a:pt x="190" y="3715"/>
                    <a:pt x="95" y="7334"/>
                    <a:pt x="0" y="11049"/>
                  </a:cubicBezTo>
                  <a:cubicBezTo>
                    <a:pt x="25908" y="13240"/>
                    <a:pt x="51816" y="14764"/>
                    <a:pt x="77724" y="15907"/>
                  </a:cubicBezTo>
                  <a:cubicBezTo>
                    <a:pt x="77152" y="14192"/>
                    <a:pt x="76676" y="12478"/>
                    <a:pt x="76295" y="1066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2017038" y="2794077"/>
              <a:ext cx="178313" cy="34434"/>
            </a:xfrm>
            <a:custGeom>
              <a:rect b="b" l="l" r="r" t="t"/>
              <a:pathLst>
                <a:path extrusionOk="0" h="27241" w="141065">
                  <a:moveTo>
                    <a:pt x="140875" y="0"/>
                  </a:moveTo>
                  <a:cubicBezTo>
                    <a:pt x="94107" y="7334"/>
                    <a:pt x="47149" y="12859"/>
                    <a:pt x="0" y="16574"/>
                  </a:cubicBezTo>
                  <a:cubicBezTo>
                    <a:pt x="1810" y="20098"/>
                    <a:pt x="3524" y="23622"/>
                    <a:pt x="5334" y="27242"/>
                  </a:cubicBezTo>
                  <a:cubicBezTo>
                    <a:pt x="35242" y="24860"/>
                    <a:pt x="65151" y="21717"/>
                    <a:pt x="94869" y="17812"/>
                  </a:cubicBezTo>
                  <a:cubicBezTo>
                    <a:pt x="110299" y="15812"/>
                    <a:pt x="125730" y="13526"/>
                    <a:pt x="141065" y="11144"/>
                  </a:cubicBezTo>
                  <a:cubicBezTo>
                    <a:pt x="141065" y="7429"/>
                    <a:pt x="140875" y="3715"/>
                    <a:pt x="1408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2138801" y="2546494"/>
              <a:ext cx="65279" cy="335061"/>
            </a:xfrm>
            <a:custGeom>
              <a:rect b="b" l="l" r="r" t="t"/>
              <a:pathLst>
                <a:path extrusionOk="0" h="265070" w="51643">
                  <a:moveTo>
                    <a:pt x="46948" y="265070"/>
                  </a:moveTo>
                  <a:cubicBezTo>
                    <a:pt x="44566" y="265070"/>
                    <a:pt x="42471" y="263260"/>
                    <a:pt x="42280" y="260784"/>
                  </a:cubicBezTo>
                  <a:cubicBezTo>
                    <a:pt x="39423" y="233066"/>
                    <a:pt x="37518" y="207444"/>
                    <a:pt x="35613" y="182679"/>
                  </a:cubicBezTo>
                  <a:cubicBezTo>
                    <a:pt x="30088" y="108479"/>
                    <a:pt x="25707" y="49900"/>
                    <a:pt x="656" y="7133"/>
                  </a:cubicBezTo>
                  <a:cubicBezTo>
                    <a:pt x="-677" y="4847"/>
                    <a:pt x="85" y="1990"/>
                    <a:pt x="2371" y="656"/>
                  </a:cubicBezTo>
                  <a:cubicBezTo>
                    <a:pt x="4657" y="-677"/>
                    <a:pt x="7514" y="85"/>
                    <a:pt x="8848" y="2371"/>
                  </a:cubicBezTo>
                  <a:cubicBezTo>
                    <a:pt x="34946" y="47043"/>
                    <a:pt x="39423" y="106574"/>
                    <a:pt x="45043" y="182012"/>
                  </a:cubicBezTo>
                  <a:cubicBezTo>
                    <a:pt x="46852" y="206777"/>
                    <a:pt x="48853" y="232304"/>
                    <a:pt x="51615" y="259927"/>
                  </a:cubicBezTo>
                  <a:cubicBezTo>
                    <a:pt x="51901" y="262498"/>
                    <a:pt x="49996" y="264880"/>
                    <a:pt x="47424" y="265070"/>
                  </a:cubicBezTo>
                  <a:cubicBezTo>
                    <a:pt x="47233" y="265070"/>
                    <a:pt x="47138" y="265070"/>
                    <a:pt x="46948" y="265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1964875" y="2648223"/>
              <a:ext cx="61802" cy="172793"/>
            </a:xfrm>
            <a:custGeom>
              <a:rect b="b" l="l" r="r" t="t"/>
              <a:pathLst>
                <a:path extrusionOk="0" h="136698" w="48892">
                  <a:moveTo>
                    <a:pt x="44116" y="136699"/>
                  </a:moveTo>
                  <a:cubicBezTo>
                    <a:pt x="42115" y="136699"/>
                    <a:pt x="40210" y="135365"/>
                    <a:pt x="39639" y="133365"/>
                  </a:cubicBezTo>
                  <a:lnTo>
                    <a:pt x="205" y="6111"/>
                  </a:lnTo>
                  <a:cubicBezTo>
                    <a:pt x="-557" y="3634"/>
                    <a:pt x="872" y="967"/>
                    <a:pt x="3349" y="205"/>
                  </a:cubicBezTo>
                  <a:cubicBezTo>
                    <a:pt x="5825" y="-557"/>
                    <a:pt x="8492" y="872"/>
                    <a:pt x="9254" y="3349"/>
                  </a:cubicBezTo>
                  <a:lnTo>
                    <a:pt x="48688" y="130602"/>
                  </a:lnTo>
                  <a:cubicBezTo>
                    <a:pt x="49449" y="133079"/>
                    <a:pt x="48021" y="135746"/>
                    <a:pt x="45544" y="136508"/>
                  </a:cubicBezTo>
                  <a:cubicBezTo>
                    <a:pt x="45068" y="136699"/>
                    <a:pt x="44592" y="136699"/>
                    <a:pt x="44116" y="136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1710246" y="2703902"/>
              <a:ext cx="70827" cy="201406"/>
            </a:xfrm>
            <a:custGeom>
              <a:rect b="b" l="l" r="r" t="t"/>
              <a:pathLst>
                <a:path extrusionOk="0" h="159334" w="56032">
                  <a:moveTo>
                    <a:pt x="51297" y="159334"/>
                  </a:moveTo>
                  <a:cubicBezTo>
                    <a:pt x="49488" y="159334"/>
                    <a:pt x="47773" y="158287"/>
                    <a:pt x="47011" y="156572"/>
                  </a:cubicBezTo>
                  <a:cubicBezTo>
                    <a:pt x="24532" y="108566"/>
                    <a:pt x="8721" y="57798"/>
                    <a:pt x="53" y="5505"/>
                  </a:cubicBezTo>
                  <a:cubicBezTo>
                    <a:pt x="-328" y="2934"/>
                    <a:pt x="1386" y="457"/>
                    <a:pt x="3958" y="76"/>
                  </a:cubicBezTo>
                  <a:cubicBezTo>
                    <a:pt x="6435" y="-400"/>
                    <a:pt x="9006" y="1410"/>
                    <a:pt x="9387" y="3981"/>
                  </a:cubicBezTo>
                  <a:cubicBezTo>
                    <a:pt x="17960" y="55416"/>
                    <a:pt x="33486" y="105327"/>
                    <a:pt x="55584" y="152571"/>
                  </a:cubicBezTo>
                  <a:cubicBezTo>
                    <a:pt x="56727" y="154953"/>
                    <a:pt x="55584" y="157715"/>
                    <a:pt x="53298" y="158858"/>
                  </a:cubicBezTo>
                  <a:cubicBezTo>
                    <a:pt x="52631" y="159144"/>
                    <a:pt x="51964" y="159334"/>
                    <a:pt x="51297" y="159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2669594" y="3162628"/>
              <a:ext cx="184984" cy="129416"/>
            </a:xfrm>
            <a:custGeom>
              <a:rect b="b" l="l" r="r" t="t"/>
              <a:pathLst>
                <a:path extrusionOk="0" h="102382" w="146343">
                  <a:moveTo>
                    <a:pt x="140803" y="50734"/>
                  </a:moveTo>
                  <a:cubicBezTo>
                    <a:pt x="133659" y="58735"/>
                    <a:pt x="121468" y="60259"/>
                    <a:pt x="112419" y="53972"/>
                  </a:cubicBezTo>
                  <a:cubicBezTo>
                    <a:pt x="97369" y="43399"/>
                    <a:pt x="79938" y="40066"/>
                    <a:pt x="66984" y="45495"/>
                  </a:cubicBezTo>
                  <a:cubicBezTo>
                    <a:pt x="51363" y="51972"/>
                    <a:pt x="45172" y="70260"/>
                    <a:pt x="42791" y="84452"/>
                  </a:cubicBezTo>
                  <a:cubicBezTo>
                    <a:pt x="40791" y="96168"/>
                    <a:pt x="29647" y="104074"/>
                    <a:pt x="17931" y="102073"/>
                  </a:cubicBezTo>
                  <a:cubicBezTo>
                    <a:pt x="6215" y="100073"/>
                    <a:pt x="-1691" y="88929"/>
                    <a:pt x="309" y="77213"/>
                  </a:cubicBezTo>
                  <a:cubicBezTo>
                    <a:pt x="6310" y="42066"/>
                    <a:pt x="24027" y="16729"/>
                    <a:pt x="50411" y="5776"/>
                  </a:cubicBezTo>
                  <a:cubicBezTo>
                    <a:pt x="76891" y="-5273"/>
                    <a:pt x="110133" y="-225"/>
                    <a:pt x="137184" y="18825"/>
                  </a:cubicBezTo>
                  <a:cubicBezTo>
                    <a:pt x="146899" y="25683"/>
                    <a:pt x="149280" y="39113"/>
                    <a:pt x="142422" y="48829"/>
                  </a:cubicBezTo>
                  <a:cubicBezTo>
                    <a:pt x="141946" y="49495"/>
                    <a:pt x="141375" y="50162"/>
                    <a:pt x="140803" y="50829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2675976" y="3113494"/>
              <a:ext cx="184812" cy="129537"/>
            </a:xfrm>
            <a:custGeom>
              <a:rect b="b" l="l" r="r" t="t"/>
              <a:pathLst>
                <a:path extrusionOk="0" h="102478" w="146207">
                  <a:moveTo>
                    <a:pt x="140803" y="50829"/>
                  </a:moveTo>
                  <a:cubicBezTo>
                    <a:pt x="133659" y="58830"/>
                    <a:pt x="121468" y="60354"/>
                    <a:pt x="112419" y="54067"/>
                  </a:cubicBezTo>
                  <a:cubicBezTo>
                    <a:pt x="97369" y="43495"/>
                    <a:pt x="79938" y="40161"/>
                    <a:pt x="66984" y="45590"/>
                  </a:cubicBezTo>
                  <a:cubicBezTo>
                    <a:pt x="51363" y="52067"/>
                    <a:pt x="45172" y="70355"/>
                    <a:pt x="42791" y="84547"/>
                  </a:cubicBezTo>
                  <a:cubicBezTo>
                    <a:pt x="40791" y="96263"/>
                    <a:pt x="29647" y="104169"/>
                    <a:pt x="17931" y="102169"/>
                  </a:cubicBezTo>
                  <a:cubicBezTo>
                    <a:pt x="6215" y="100168"/>
                    <a:pt x="-1691" y="89024"/>
                    <a:pt x="309" y="77308"/>
                  </a:cubicBezTo>
                  <a:cubicBezTo>
                    <a:pt x="6310" y="42161"/>
                    <a:pt x="24122" y="16825"/>
                    <a:pt x="50411" y="5776"/>
                  </a:cubicBezTo>
                  <a:cubicBezTo>
                    <a:pt x="76891" y="-5273"/>
                    <a:pt x="110038" y="-225"/>
                    <a:pt x="137088" y="18825"/>
                  </a:cubicBezTo>
                  <a:cubicBezTo>
                    <a:pt x="146804" y="25683"/>
                    <a:pt x="149090" y="39113"/>
                    <a:pt x="142327" y="48829"/>
                  </a:cubicBezTo>
                  <a:cubicBezTo>
                    <a:pt x="141851" y="49495"/>
                    <a:pt x="141280" y="50162"/>
                    <a:pt x="140708" y="50829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2682359" y="3064480"/>
              <a:ext cx="184984" cy="129537"/>
            </a:xfrm>
            <a:custGeom>
              <a:rect b="b" l="l" r="r" t="t"/>
              <a:pathLst>
                <a:path extrusionOk="0" h="102478" w="146343">
                  <a:moveTo>
                    <a:pt x="140803" y="50829"/>
                  </a:moveTo>
                  <a:cubicBezTo>
                    <a:pt x="133659" y="58830"/>
                    <a:pt x="121468" y="60354"/>
                    <a:pt x="112419" y="54067"/>
                  </a:cubicBezTo>
                  <a:cubicBezTo>
                    <a:pt x="97369" y="43495"/>
                    <a:pt x="79938" y="40161"/>
                    <a:pt x="66984" y="45590"/>
                  </a:cubicBezTo>
                  <a:cubicBezTo>
                    <a:pt x="51363" y="52067"/>
                    <a:pt x="45172" y="70355"/>
                    <a:pt x="42791" y="84547"/>
                  </a:cubicBezTo>
                  <a:cubicBezTo>
                    <a:pt x="40791" y="96263"/>
                    <a:pt x="29647" y="104169"/>
                    <a:pt x="17931" y="102169"/>
                  </a:cubicBezTo>
                  <a:cubicBezTo>
                    <a:pt x="6215" y="100168"/>
                    <a:pt x="-1691" y="89024"/>
                    <a:pt x="309" y="77308"/>
                  </a:cubicBezTo>
                  <a:cubicBezTo>
                    <a:pt x="6310" y="42161"/>
                    <a:pt x="24122" y="16825"/>
                    <a:pt x="50411" y="5776"/>
                  </a:cubicBezTo>
                  <a:cubicBezTo>
                    <a:pt x="76891" y="-5273"/>
                    <a:pt x="110038" y="-225"/>
                    <a:pt x="137184" y="18825"/>
                  </a:cubicBezTo>
                  <a:cubicBezTo>
                    <a:pt x="146899" y="25683"/>
                    <a:pt x="149280" y="39113"/>
                    <a:pt x="142422" y="48829"/>
                  </a:cubicBezTo>
                  <a:cubicBezTo>
                    <a:pt x="141946" y="49495"/>
                    <a:pt x="141375" y="50162"/>
                    <a:pt x="140803" y="50829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2688621" y="3015345"/>
              <a:ext cx="184811" cy="129537"/>
            </a:xfrm>
            <a:custGeom>
              <a:rect b="b" l="l" r="r" t="t"/>
              <a:pathLst>
                <a:path extrusionOk="0" h="102478" w="146206">
                  <a:moveTo>
                    <a:pt x="140803" y="50829"/>
                  </a:moveTo>
                  <a:cubicBezTo>
                    <a:pt x="133659" y="58830"/>
                    <a:pt x="121468" y="60354"/>
                    <a:pt x="112419" y="54067"/>
                  </a:cubicBezTo>
                  <a:cubicBezTo>
                    <a:pt x="97369" y="43495"/>
                    <a:pt x="79938" y="40161"/>
                    <a:pt x="66984" y="45590"/>
                  </a:cubicBezTo>
                  <a:cubicBezTo>
                    <a:pt x="51363" y="52067"/>
                    <a:pt x="45172" y="70355"/>
                    <a:pt x="42791" y="84547"/>
                  </a:cubicBezTo>
                  <a:cubicBezTo>
                    <a:pt x="40791" y="96263"/>
                    <a:pt x="29647" y="104169"/>
                    <a:pt x="17931" y="102169"/>
                  </a:cubicBezTo>
                  <a:cubicBezTo>
                    <a:pt x="6215" y="100168"/>
                    <a:pt x="-1691" y="89024"/>
                    <a:pt x="309" y="77308"/>
                  </a:cubicBezTo>
                  <a:cubicBezTo>
                    <a:pt x="6310" y="42161"/>
                    <a:pt x="24122" y="16729"/>
                    <a:pt x="50411" y="5776"/>
                  </a:cubicBezTo>
                  <a:cubicBezTo>
                    <a:pt x="76891" y="-5273"/>
                    <a:pt x="110133" y="-225"/>
                    <a:pt x="137089" y="18825"/>
                  </a:cubicBezTo>
                  <a:cubicBezTo>
                    <a:pt x="146804" y="25683"/>
                    <a:pt x="149090" y="39113"/>
                    <a:pt x="142327" y="48829"/>
                  </a:cubicBezTo>
                  <a:cubicBezTo>
                    <a:pt x="141851" y="49495"/>
                    <a:pt x="141280" y="50162"/>
                    <a:pt x="140708" y="50829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2609410" y="3055886"/>
              <a:ext cx="115789" cy="297860"/>
            </a:xfrm>
            <a:custGeom>
              <a:rect b="b" l="l" r="r" t="t"/>
              <a:pathLst>
                <a:path extrusionOk="0" h="235640" w="91602">
                  <a:moveTo>
                    <a:pt x="0" y="235458"/>
                  </a:moveTo>
                  <a:cubicBezTo>
                    <a:pt x="64865" y="238220"/>
                    <a:pt x="89725" y="209455"/>
                    <a:pt x="91440" y="163449"/>
                  </a:cubicBezTo>
                  <a:cubicBezTo>
                    <a:pt x="93154" y="117348"/>
                    <a:pt x="80772" y="0"/>
                    <a:pt x="80772" y="0"/>
                  </a:cubicBezTo>
                  <a:cubicBezTo>
                    <a:pt x="45339" y="42958"/>
                    <a:pt x="1143" y="41815"/>
                    <a:pt x="1143" y="41815"/>
                  </a:cubicBezTo>
                  <a:lnTo>
                    <a:pt x="0" y="235458"/>
                  </a:ln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700967" y="3158467"/>
              <a:ext cx="130609" cy="48423"/>
            </a:xfrm>
            <a:custGeom>
              <a:rect b="b" l="l" r="r" t="t"/>
              <a:pathLst>
                <a:path extrusionOk="0" h="38308" w="103326">
                  <a:moveTo>
                    <a:pt x="4737" y="38309"/>
                  </a:moveTo>
                  <a:cubicBezTo>
                    <a:pt x="3975" y="38309"/>
                    <a:pt x="3308" y="38118"/>
                    <a:pt x="2546" y="37833"/>
                  </a:cubicBezTo>
                  <a:cubicBezTo>
                    <a:pt x="260" y="36594"/>
                    <a:pt x="-692" y="33737"/>
                    <a:pt x="546" y="31451"/>
                  </a:cubicBezTo>
                  <a:cubicBezTo>
                    <a:pt x="28740" y="-23508"/>
                    <a:pt x="99892" y="10210"/>
                    <a:pt x="100654" y="10496"/>
                  </a:cubicBezTo>
                  <a:cubicBezTo>
                    <a:pt x="103035" y="11639"/>
                    <a:pt x="103988" y="14496"/>
                    <a:pt x="102845" y="16782"/>
                  </a:cubicBezTo>
                  <a:cubicBezTo>
                    <a:pt x="101702" y="19164"/>
                    <a:pt x="98844" y="20116"/>
                    <a:pt x="96558" y="18973"/>
                  </a:cubicBezTo>
                  <a:cubicBezTo>
                    <a:pt x="93986" y="17735"/>
                    <a:pt x="33026" y="-11031"/>
                    <a:pt x="9023" y="35737"/>
                  </a:cubicBezTo>
                  <a:cubicBezTo>
                    <a:pt x="8166" y="37356"/>
                    <a:pt x="6547" y="38309"/>
                    <a:pt x="4832" y="383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2707710" y="3109814"/>
              <a:ext cx="130609" cy="48423"/>
            </a:xfrm>
            <a:custGeom>
              <a:rect b="b" l="l" r="r" t="t"/>
              <a:pathLst>
                <a:path extrusionOk="0" h="38308" w="103326">
                  <a:moveTo>
                    <a:pt x="4737" y="38309"/>
                  </a:moveTo>
                  <a:cubicBezTo>
                    <a:pt x="3975" y="38309"/>
                    <a:pt x="3308" y="38118"/>
                    <a:pt x="2546" y="37833"/>
                  </a:cubicBezTo>
                  <a:cubicBezTo>
                    <a:pt x="260" y="36594"/>
                    <a:pt x="-692" y="33737"/>
                    <a:pt x="546" y="31451"/>
                  </a:cubicBezTo>
                  <a:cubicBezTo>
                    <a:pt x="28740" y="-23508"/>
                    <a:pt x="99892" y="10210"/>
                    <a:pt x="100654" y="10496"/>
                  </a:cubicBezTo>
                  <a:cubicBezTo>
                    <a:pt x="103035" y="11639"/>
                    <a:pt x="103988" y="14496"/>
                    <a:pt x="102845" y="16782"/>
                  </a:cubicBezTo>
                  <a:cubicBezTo>
                    <a:pt x="101702" y="19164"/>
                    <a:pt x="98844" y="20116"/>
                    <a:pt x="96558" y="18973"/>
                  </a:cubicBezTo>
                  <a:cubicBezTo>
                    <a:pt x="93986" y="17735"/>
                    <a:pt x="33026" y="-11031"/>
                    <a:pt x="8928" y="35737"/>
                  </a:cubicBezTo>
                  <a:cubicBezTo>
                    <a:pt x="8071" y="37356"/>
                    <a:pt x="6452" y="38309"/>
                    <a:pt x="4737" y="383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2714574" y="3061162"/>
              <a:ext cx="130609" cy="48423"/>
            </a:xfrm>
            <a:custGeom>
              <a:rect b="b" l="l" r="r" t="t"/>
              <a:pathLst>
                <a:path extrusionOk="0" h="38308" w="103326">
                  <a:moveTo>
                    <a:pt x="4737" y="38309"/>
                  </a:moveTo>
                  <a:cubicBezTo>
                    <a:pt x="3975" y="38309"/>
                    <a:pt x="3308" y="38118"/>
                    <a:pt x="2546" y="37833"/>
                  </a:cubicBezTo>
                  <a:cubicBezTo>
                    <a:pt x="260" y="36594"/>
                    <a:pt x="-692" y="33832"/>
                    <a:pt x="546" y="31451"/>
                  </a:cubicBezTo>
                  <a:cubicBezTo>
                    <a:pt x="28835" y="-23508"/>
                    <a:pt x="99892" y="10210"/>
                    <a:pt x="100654" y="10496"/>
                  </a:cubicBezTo>
                  <a:cubicBezTo>
                    <a:pt x="103035" y="11639"/>
                    <a:pt x="103988" y="14496"/>
                    <a:pt x="102845" y="16782"/>
                  </a:cubicBezTo>
                  <a:cubicBezTo>
                    <a:pt x="101702" y="19068"/>
                    <a:pt x="98844" y="20116"/>
                    <a:pt x="96558" y="18973"/>
                  </a:cubicBezTo>
                  <a:cubicBezTo>
                    <a:pt x="93986" y="17735"/>
                    <a:pt x="33026" y="-11031"/>
                    <a:pt x="9023" y="35737"/>
                  </a:cubicBezTo>
                  <a:cubicBezTo>
                    <a:pt x="8166" y="37356"/>
                    <a:pt x="6547" y="38309"/>
                    <a:pt x="4832" y="383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1783894" y="2835681"/>
              <a:ext cx="828475" cy="518028"/>
            </a:xfrm>
            <a:custGeom>
              <a:rect b="b" l="l" r="r" t="t"/>
              <a:pathLst>
                <a:path extrusionOk="0" h="409817" w="655415">
                  <a:moveTo>
                    <a:pt x="655415" y="215697"/>
                  </a:moveTo>
                  <a:lnTo>
                    <a:pt x="655415" y="409817"/>
                  </a:lnTo>
                  <a:cubicBezTo>
                    <a:pt x="601790" y="409817"/>
                    <a:pt x="438817" y="409817"/>
                    <a:pt x="284702" y="338570"/>
                  </a:cubicBezTo>
                  <a:cubicBezTo>
                    <a:pt x="157924" y="279991"/>
                    <a:pt x="61436" y="184741"/>
                    <a:pt x="0" y="59011"/>
                  </a:cubicBezTo>
                  <a:cubicBezTo>
                    <a:pt x="54197" y="19959"/>
                    <a:pt x="121253" y="-1187"/>
                    <a:pt x="188023" y="51"/>
                  </a:cubicBezTo>
                  <a:cubicBezTo>
                    <a:pt x="271082" y="144831"/>
                    <a:pt x="425386" y="215697"/>
                    <a:pt x="655415" y="215697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1812194" y="2441788"/>
              <a:ext cx="232688" cy="140846"/>
            </a:xfrm>
            <a:custGeom>
              <a:rect b="b" l="l" r="r" t="t"/>
              <a:pathLst>
                <a:path extrusionOk="0" h="111425" w="184082">
                  <a:moveTo>
                    <a:pt x="0" y="22226"/>
                  </a:moveTo>
                  <a:cubicBezTo>
                    <a:pt x="81153" y="126525"/>
                    <a:pt x="226219" y="156719"/>
                    <a:pt x="172402" y="17464"/>
                  </a:cubicBezTo>
                  <a:cubicBezTo>
                    <a:pt x="100108" y="-15016"/>
                    <a:pt x="33623" y="4510"/>
                    <a:pt x="0" y="22226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1877960" y="2088824"/>
              <a:ext cx="276096" cy="212351"/>
            </a:xfrm>
            <a:custGeom>
              <a:rect b="b" l="l" r="r" t="t"/>
              <a:pathLst>
                <a:path extrusionOk="0" h="167993" w="218422">
                  <a:moveTo>
                    <a:pt x="184870" y="21745"/>
                  </a:moveTo>
                  <a:cubicBezTo>
                    <a:pt x="167725" y="15268"/>
                    <a:pt x="148770" y="15649"/>
                    <a:pt x="130482" y="15839"/>
                  </a:cubicBezTo>
                  <a:cubicBezTo>
                    <a:pt x="112099" y="16030"/>
                    <a:pt x="93144" y="15839"/>
                    <a:pt x="76380" y="8410"/>
                  </a:cubicBezTo>
                  <a:cubicBezTo>
                    <a:pt x="67236" y="4314"/>
                    <a:pt x="57711" y="-1972"/>
                    <a:pt x="47995" y="599"/>
                  </a:cubicBezTo>
                  <a:cubicBezTo>
                    <a:pt x="39137" y="2885"/>
                    <a:pt x="34089" y="12220"/>
                    <a:pt x="33613" y="21554"/>
                  </a:cubicBezTo>
                  <a:cubicBezTo>
                    <a:pt x="21421" y="21745"/>
                    <a:pt x="10181" y="30794"/>
                    <a:pt x="5038" y="42033"/>
                  </a:cubicBezTo>
                  <a:cubicBezTo>
                    <a:pt x="-677" y="54225"/>
                    <a:pt x="-582" y="68322"/>
                    <a:pt x="751" y="81752"/>
                  </a:cubicBezTo>
                  <a:cubicBezTo>
                    <a:pt x="2085" y="95183"/>
                    <a:pt x="4466" y="108613"/>
                    <a:pt x="3133" y="122043"/>
                  </a:cubicBezTo>
                  <a:cubicBezTo>
                    <a:pt x="1990" y="133473"/>
                    <a:pt x="-1630" y="146141"/>
                    <a:pt x="4561" y="155857"/>
                  </a:cubicBezTo>
                  <a:cubicBezTo>
                    <a:pt x="8752" y="162429"/>
                    <a:pt x="16468" y="165763"/>
                    <a:pt x="24088" y="167192"/>
                  </a:cubicBezTo>
                  <a:cubicBezTo>
                    <a:pt x="39232" y="169859"/>
                    <a:pt x="55044" y="165668"/>
                    <a:pt x="68188" y="157667"/>
                  </a:cubicBezTo>
                  <a:cubicBezTo>
                    <a:pt x="81333" y="149761"/>
                    <a:pt x="92001" y="138236"/>
                    <a:pt x="101240" y="125948"/>
                  </a:cubicBezTo>
                  <a:cubicBezTo>
                    <a:pt x="110098" y="113947"/>
                    <a:pt x="118766" y="100136"/>
                    <a:pt x="132958" y="95564"/>
                  </a:cubicBezTo>
                  <a:cubicBezTo>
                    <a:pt x="151246" y="89658"/>
                    <a:pt x="171154" y="101469"/>
                    <a:pt x="190013" y="97754"/>
                  </a:cubicBezTo>
                  <a:cubicBezTo>
                    <a:pt x="206396" y="94516"/>
                    <a:pt x="219064" y="78323"/>
                    <a:pt x="218398" y="61655"/>
                  </a:cubicBezTo>
                  <a:cubicBezTo>
                    <a:pt x="217540" y="43271"/>
                    <a:pt x="202300" y="28222"/>
                    <a:pt x="185060" y="217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1840012" y="2145458"/>
              <a:ext cx="282097" cy="364454"/>
            </a:xfrm>
            <a:custGeom>
              <a:rect b="b" l="l" r="r" t="t"/>
              <a:pathLst>
                <a:path extrusionOk="0" h="288323" w="223170">
                  <a:moveTo>
                    <a:pt x="223075" y="45436"/>
                  </a:moveTo>
                  <a:cubicBezTo>
                    <a:pt x="223075" y="101633"/>
                    <a:pt x="224028" y="176881"/>
                    <a:pt x="186881" y="194216"/>
                  </a:cubicBezTo>
                  <a:cubicBezTo>
                    <a:pt x="175070" y="199741"/>
                    <a:pt x="156496" y="196693"/>
                    <a:pt x="156496" y="196693"/>
                  </a:cubicBezTo>
                  <a:lnTo>
                    <a:pt x="135636" y="288323"/>
                  </a:lnTo>
                  <a:lnTo>
                    <a:pt x="0" y="282037"/>
                  </a:lnTo>
                  <a:lnTo>
                    <a:pt x="54483" y="53151"/>
                  </a:lnTo>
                  <a:lnTo>
                    <a:pt x="109061" y="192"/>
                  </a:lnTo>
                  <a:cubicBezTo>
                    <a:pt x="109061" y="192"/>
                    <a:pt x="222980" y="-5523"/>
                    <a:pt x="223171" y="45436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1891434" y="2125018"/>
              <a:ext cx="228881" cy="160342"/>
            </a:xfrm>
            <a:custGeom>
              <a:rect b="b" l="l" r="r" t="t"/>
              <a:pathLst>
                <a:path extrusionOk="0" h="126848" w="181070">
                  <a:moveTo>
                    <a:pt x="95" y="126849"/>
                  </a:moveTo>
                  <a:lnTo>
                    <a:pt x="45053" y="101131"/>
                  </a:lnTo>
                  <a:cubicBezTo>
                    <a:pt x="19336" y="83700"/>
                    <a:pt x="21526" y="60364"/>
                    <a:pt x="38386" y="55697"/>
                  </a:cubicBezTo>
                  <a:cubicBezTo>
                    <a:pt x="55245" y="51030"/>
                    <a:pt x="63055" y="72080"/>
                    <a:pt x="63055" y="72080"/>
                  </a:cubicBezTo>
                  <a:cubicBezTo>
                    <a:pt x="75628" y="65031"/>
                    <a:pt x="62674" y="53411"/>
                    <a:pt x="67818" y="39790"/>
                  </a:cubicBezTo>
                  <a:cubicBezTo>
                    <a:pt x="72961" y="26169"/>
                    <a:pt x="155924" y="27693"/>
                    <a:pt x="181070" y="52554"/>
                  </a:cubicBezTo>
                  <a:cubicBezTo>
                    <a:pt x="176308" y="20645"/>
                    <a:pt x="73914" y="-18693"/>
                    <a:pt x="33623" y="9882"/>
                  </a:cubicBezTo>
                  <a:cubicBezTo>
                    <a:pt x="12001" y="25217"/>
                    <a:pt x="0" y="126753"/>
                    <a:pt x="0" y="1267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2086237" y="2243399"/>
              <a:ext cx="29004" cy="18147"/>
            </a:xfrm>
            <a:custGeom>
              <a:rect b="b" l="l" r="r" t="t"/>
              <a:pathLst>
                <a:path extrusionOk="0" h="14356" w="22945">
                  <a:moveTo>
                    <a:pt x="18229" y="14357"/>
                  </a:moveTo>
                  <a:cubicBezTo>
                    <a:pt x="16324" y="14357"/>
                    <a:pt x="14609" y="13214"/>
                    <a:pt x="13847" y="11404"/>
                  </a:cubicBezTo>
                  <a:cubicBezTo>
                    <a:pt x="13466" y="10452"/>
                    <a:pt x="12418" y="9690"/>
                    <a:pt x="11371" y="9499"/>
                  </a:cubicBezTo>
                  <a:cubicBezTo>
                    <a:pt x="10228" y="9499"/>
                    <a:pt x="9180" y="9880"/>
                    <a:pt x="8513" y="10737"/>
                  </a:cubicBezTo>
                  <a:cubicBezTo>
                    <a:pt x="6989" y="12833"/>
                    <a:pt x="4036" y="13309"/>
                    <a:pt x="1941" y="11785"/>
                  </a:cubicBezTo>
                  <a:cubicBezTo>
                    <a:pt x="-155" y="10261"/>
                    <a:pt x="-631" y="7308"/>
                    <a:pt x="893" y="5213"/>
                  </a:cubicBezTo>
                  <a:cubicBezTo>
                    <a:pt x="3465" y="1593"/>
                    <a:pt x="7942" y="-407"/>
                    <a:pt x="12514" y="69"/>
                  </a:cubicBezTo>
                  <a:cubicBezTo>
                    <a:pt x="16895" y="546"/>
                    <a:pt x="20896" y="3594"/>
                    <a:pt x="22610" y="7689"/>
                  </a:cubicBezTo>
                  <a:cubicBezTo>
                    <a:pt x="23563" y="10071"/>
                    <a:pt x="22420" y="12833"/>
                    <a:pt x="20038" y="13881"/>
                  </a:cubicBezTo>
                  <a:cubicBezTo>
                    <a:pt x="19467" y="14166"/>
                    <a:pt x="18800" y="14262"/>
                    <a:pt x="18229" y="142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2025128" y="2233887"/>
              <a:ext cx="38890" cy="23323"/>
            </a:xfrm>
            <a:custGeom>
              <a:rect b="b" l="l" r="r" t="t"/>
              <a:pathLst>
                <a:path extrusionOk="0" h="18451" w="30766">
                  <a:moveTo>
                    <a:pt x="25891" y="18451"/>
                  </a:moveTo>
                  <a:cubicBezTo>
                    <a:pt x="24272" y="18451"/>
                    <a:pt x="22652" y="17594"/>
                    <a:pt x="21795" y="15975"/>
                  </a:cubicBezTo>
                  <a:cubicBezTo>
                    <a:pt x="20176" y="13022"/>
                    <a:pt x="18557" y="10450"/>
                    <a:pt x="16556" y="9688"/>
                  </a:cubicBezTo>
                  <a:cubicBezTo>
                    <a:pt x="15509" y="9307"/>
                    <a:pt x="14080" y="9402"/>
                    <a:pt x="12651" y="9974"/>
                  </a:cubicBezTo>
                  <a:cubicBezTo>
                    <a:pt x="11222" y="10545"/>
                    <a:pt x="9698" y="11498"/>
                    <a:pt x="7793" y="13117"/>
                  </a:cubicBezTo>
                  <a:cubicBezTo>
                    <a:pt x="5793" y="14832"/>
                    <a:pt x="2840" y="14546"/>
                    <a:pt x="1126" y="12546"/>
                  </a:cubicBezTo>
                  <a:cubicBezTo>
                    <a:pt x="-589" y="10545"/>
                    <a:pt x="-303" y="7592"/>
                    <a:pt x="1697" y="5878"/>
                  </a:cubicBezTo>
                  <a:cubicBezTo>
                    <a:pt x="3412" y="4449"/>
                    <a:pt x="6079" y="2354"/>
                    <a:pt x="9317" y="1116"/>
                  </a:cubicBezTo>
                  <a:cubicBezTo>
                    <a:pt x="12937" y="-218"/>
                    <a:pt x="16652" y="-408"/>
                    <a:pt x="19890" y="830"/>
                  </a:cubicBezTo>
                  <a:cubicBezTo>
                    <a:pt x="25415" y="2830"/>
                    <a:pt x="28272" y="8069"/>
                    <a:pt x="30177" y="11498"/>
                  </a:cubicBezTo>
                  <a:cubicBezTo>
                    <a:pt x="31415" y="13784"/>
                    <a:pt x="30653" y="16641"/>
                    <a:pt x="28367" y="17880"/>
                  </a:cubicBezTo>
                  <a:cubicBezTo>
                    <a:pt x="27605" y="18261"/>
                    <a:pt x="26843" y="18451"/>
                    <a:pt x="26081" y="184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2071695" y="2249986"/>
              <a:ext cx="14118" cy="50812"/>
            </a:xfrm>
            <a:custGeom>
              <a:rect b="b" l="l" r="r" t="t"/>
              <a:pathLst>
                <a:path extrusionOk="0" h="40198" w="11169">
                  <a:moveTo>
                    <a:pt x="6490" y="40199"/>
                  </a:moveTo>
                  <a:cubicBezTo>
                    <a:pt x="4013" y="40199"/>
                    <a:pt x="1918" y="38294"/>
                    <a:pt x="1727" y="35722"/>
                  </a:cubicBezTo>
                  <a:lnTo>
                    <a:pt x="13" y="4956"/>
                  </a:lnTo>
                  <a:cubicBezTo>
                    <a:pt x="-178" y="2385"/>
                    <a:pt x="1822" y="99"/>
                    <a:pt x="4489" y="3"/>
                  </a:cubicBezTo>
                  <a:cubicBezTo>
                    <a:pt x="7347" y="-92"/>
                    <a:pt x="9347" y="1813"/>
                    <a:pt x="9442" y="4480"/>
                  </a:cubicBezTo>
                  <a:lnTo>
                    <a:pt x="11157" y="35246"/>
                  </a:lnTo>
                  <a:cubicBezTo>
                    <a:pt x="11347" y="37818"/>
                    <a:pt x="9347" y="40104"/>
                    <a:pt x="6680" y="40199"/>
                  </a:cubicBezTo>
                  <a:cubicBezTo>
                    <a:pt x="6680" y="40199"/>
                    <a:pt x="6490" y="40199"/>
                    <a:pt x="6394" y="40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2034608" y="2281422"/>
              <a:ext cx="42404" cy="46834"/>
            </a:xfrm>
            <a:custGeom>
              <a:rect b="b" l="l" r="r" t="t"/>
              <a:pathLst>
                <a:path extrusionOk="0" h="37051" w="33546">
                  <a:moveTo>
                    <a:pt x="22108" y="37052"/>
                  </a:moveTo>
                  <a:cubicBezTo>
                    <a:pt x="19917" y="37052"/>
                    <a:pt x="17631" y="36671"/>
                    <a:pt x="15535" y="36004"/>
                  </a:cubicBezTo>
                  <a:cubicBezTo>
                    <a:pt x="10202" y="34290"/>
                    <a:pt x="5629" y="30480"/>
                    <a:pt x="3058" y="25622"/>
                  </a:cubicBezTo>
                  <a:cubicBezTo>
                    <a:pt x="-86" y="19716"/>
                    <a:pt x="-181" y="13144"/>
                    <a:pt x="105" y="6953"/>
                  </a:cubicBezTo>
                  <a:cubicBezTo>
                    <a:pt x="296" y="1809"/>
                    <a:pt x="3725" y="476"/>
                    <a:pt x="4772" y="190"/>
                  </a:cubicBezTo>
                  <a:cubicBezTo>
                    <a:pt x="6201" y="-191"/>
                    <a:pt x="8963" y="-286"/>
                    <a:pt x="11630" y="2762"/>
                  </a:cubicBezTo>
                  <a:cubicBezTo>
                    <a:pt x="11630" y="2762"/>
                    <a:pt x="11630" y="2762"/>
                    <a:pt x="11630" y="2762"/>
                  </a:cubicBezTo>
                  <a:lnTo>
                    <a:pt x="28966" y="22574"/>
                  </a:lnTo>
                  <a:cubicBezTo>
                    <a:pt x="30109" y="23812"/>
                    <a:pt x="31252" y="24955"/>
                    <a:pt x="32109" y="26289"/>
                  </a:cubicBezTo>
                  <a:cubicBezTo>
                    <a:pt x="32585" y="27051"/>
                    <a:pt x="34204" y="29337"/>
                    <a:pt x="33252" y="32099"/>
                  </a:cubicBezTo>
                  <a:cubicBezTo>
                    <a:pt x="32300" y="34861"/>
                    <a:pt x="29633" y="35718"/>
                    <a:pt x="28394" y="36099"/>
                  </a:cubicBezTo>
                  <a:cubicBezTo>
                    <a:pt x="26489" y="36671"/>
                    <a:pt x="24394" y="37052"/>
                    <a:pt x="22298" y="37052"/>
                  </a:cubicBezTo>
                  <a:close/>
                  <a:moveTo>
                    <a:pt x="9630" y="14954"/>
                  </a:moveTo>
                  <a:cubicBezTo>
                    <a:pt x="9916" y="17240"/>
                    <a:pt x="10392" y="19335"/>
                    <a:pt x="11344" y="21145"/>
                  </a:cubicBezTo>
                  <a:cubicBezTo>
                    <a:pt x="12773" y="23907"/>
                    <a:pt x="15440" y="26098"/>
                    <a:pt x="18393" y="26955"/>
                  </a:cubicBezTo>
                  <a:cubicBezTo>
                    <a:pt x="19060" y="27146"/>
                    <a:pt x="19822" y="27336"/>
                    <a:pt x="20488" y="27432"/>
                  </a:cubicBezTo>
                  <a:lnTo>
                    <a:pt x="9630" y="14954"/>
                  </a:lnTo>
                  <a:close/>
                  <a:moveTo>
                    <a:pt x="7915" y="5810"/>
                  </a:moveTo>
                  <a:lnTo>
                    <a:pt x="4201" y="8763"/>
                  </a:lnTo>
                  <a:cubicBezTo>
                    <a:pt x="4201" y="8763"/>
                    <a:pt x="4201" y="8763"/>
                    <a:pt x="4296" y="8858"/>
                  </a:cubicBezTo>
                  <a:lnTo>
                    <a:pt x="7820" y="58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1994156" y="2375475"/>
              <a:ext cx="43704" cy="52253"/>
            </a:xfrm>
            <a:custGeom>
              <a:rect b="b" l="l" r="r" t="t"/>
              <a:pathLst>
                <a:path extrusionOk="0" h="41338" w="34575">
                  <a:moveTo>
                    <a:pt x="95" y="0"/>
                  </a:moveTo>
                  <a:cubicBezTo>
                    <a:pt x="95" y="0"/>
                    <a:pt x="18764" y="12001"/>
                    <a:pt x="34576" y="14764"/>
                  </a:cubicBezTo>
                  <a:lnTo>
                    <a:pt x="28480" y="41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" name="Google Shape;246;p26"/>
            <p:cNvGrpSpPr/>
            <p:nvPr/>
          </p:nvGrpSpPr>
          <p:grpSpPr>
            <a:xfrm>
              <a:off x="715076" y="3835517"/>
              <a:ext cx="795841" cy="771905"/>
              <a:chOff x="-4290628" y="3673401"/>
              <a:chExt cx="724073" cy="702296"/>
            </a:xfrm>
          </p:grpSpPr>
          <p:sp>
            <p:nvSpPr>
              <p:cNvPr id="247" name="Google Shape;247;p26"/>
              <p:cNvSpPr/>
              <p:nvPr/>
            </p:nvSpPr>
            <p:spPr>
              <a:xfrm>
                <a:off x="-4290628" y="3680593"/>
                <a:ext cx="389238" cy="479198"/>
              </a:xfrm>
              <a:custGeom>
                <a:rect b="b" l="l" r="r" t="t"/>
                <a:pathLst>
                  <a:path extrusionOk="0" h="416694" w="338468">
                    <a:moveTo>
                      <a:pt x="314217" y="416695"/>
                    </a:moveTo>
                    <a:cubicBezTo>
                      <a:pt x="268021" y="416695"/>
                      <a:pt x="224587" y="402122"/>
                      <a:pt x="187630" y="374118"/>
                    </a:cubicBezTo>
                    <a:cubicBezTo>
                      <a:pt x="147053" y="343448"/>
                      <a:pt x="117907" y="295156"/>
                      <a:pt x="107525" y="241530"/>
                    </a:cubicBezTo>
                    <a:cubicBezTo>
                      <a:pt x="30848" y="193715"/>
                      <a:pt x="-12967" y="93893"/>
                      <a:pt x="3416" y="3215"/>
                    </a:cubicBezTo>
                    <a:cubicBezTo>
                      <a:pt x="3607" y="2167"/>
                      <a:pt x="4274" y="1214"/>
                      <a:pt x="5131" y="643"/>
                    </a:cubicBezTo>
                    <a:cubicBezTo>
                      <a:pt x="6083" y="71"/>
                      <a:pt x="7131" y="-119"/>
                      <a:pt x="8179" y="71"/>
                    </a:cubicBezTo>
                    <a:cubicBezTo>
                      <a:pt x="95428" y="19598"/>
                      <a:pt x="176105" y="74366"/>
                      <a:pt x="235350" y="154186"/>
                    </a:cubicBezTo>
                    <a:cubicBezTo>
                      <a:pt x="287071" y="223814"/>
                      <a:pt x="321742" y="310301"/>
                      <a:pt x="338411" y="411075"/>
                    </a:cubicBezTo>
                    <a:cubicBezTo>
                      <a:pt x="338601" y="412218"/>
                      <a:pt x="338315" y="413266"/>
                      <a:pt x="337649" y="414123"/>
                    </a:cubicBezTo>
                    <a:cubicBezTo>
                      <a:pt x="336982" y="414980"/>
                      <a:pt x="335934" y="415552"/>
                      <a:pt x="334886" y="415647"/>
                    </a:cubicBezTo>
                    <a:cubicBezTo>
                      <a:pt x="328028" y="416314"/>
                      <a:pt x="321170" y="416600"/>
                      <a:pt x="314408" y="416600"/>
                    </a:cubicBezTo>
                    <a:close/>
                    <a:moveTo>
                      <a:pt x="10465" y="8834"/>
                    </a:moveTo>
                    <a:cubicBezTo>
                      <a:pt x="-3346" y="95798"/>
                      <a:pt x="39326" y="190667"/>
                      <a:pt x="113144" y="235720"/>
                    </a:cubicBezTo>
                    <a:cubicBezTo>
                      <a:pt x="114097" y="236291"/>
                      <a:pt x="114764" y="237244"/>
                      <a:pt x="114954" y="238387"/>
                    </a:cubicBezTo>
                    <a:cubicBezTo>
                      <a:pt x="124765" y="290774"/>
                      <a:pt x="152959" y="338018"/>
                      <a:pt x="192392" y="367832"/>
                    </a:cubicBezTo>
                    <a:cubicBezTo>
                      <a:pt x="232112" y="397931"/>
                      <a:pt x="279641" y="411837"/>
                      <a:pt x="329648" y="408218"/>
                    </a:cubicBezTo>
                    <a:cubicBezTo>
                      <a:pt x="312979" y="310491"/>
                      <a:pt x="279070" y="226671"/>
                      <a:pt x="228778" y="159044"/>
                    </a:cubicBezTo>
                    <a:cubicBezTo>
                      <a:pt x="171628" y="81986"/>
                      <a:pt x="94190" y="28837"/>
                      <a:pt x="10370" y="89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26"/>
              <p:cNvSpPr/>
              <p:nvPr/>
            </p:nvSpPr>
            <p:spPr>
              <a:xfrm>
                <a:off x="-3889673" y="3673401"/>
                <a:ext cx="323118" cy="513553"/>
              </a:xfrm>
              <a:custGeom>
                <a:rect b="b" l="l" r="r" t="t"/>
                <a:pathLst>
                  <a:path extrusionOk="0" h="446568" w="280972">
                    <a:moveTo>
                      <a:pt x="17278" y="446568"/>
                    </a:moveTo>
                    <a:cubicBezTo>
                      <a:pt x="15564" y="446568"/>
                      <a:pt x="13945" y="445425"/>
                      <a:pt x="13468" y="443711"/>
                    </a:cubicBezTo>
                    <a:cubicBezTo>
                      <a:pt x="-12630" y="351890"/>
                      <a:pt x="-438" y="251591"/>
                      <a:pt x="46901" y="168724"/>
                    </a:cubicBezTo>
                    <a:cubicBezTo>
                      <a:pt x="94240" y="85761"/>
                      <a:pt x="174441" y="24325"/>
                      <a:pt x="266738" y="131"/>
                    </a:cubicBezTo>
                    <a:cubicBezTo>
                      <a:pt x="267786" y="-154"/>
                      <a:pt x="268929" y="36"/>
                      <a:pt x="269786" y="608"/>
                    </a:cubicBezTo>
                    <a:cubicBezTo>
                      <a:pt x="270739" y="1179"/>
                      <a:pt x="271405" y="2036"/>
                      <a:pt x="271596" y="3084"/>
                    </a:cubicBezTo>
                    <a:cubicBezTo>
                      <a:pt x="282550" y="51090"/>
                      <a:pt x="283978" y="99572"/>
                      <a:pt x="275501" y="139577"/>
                    </a:cubicBezTo>
                    <a:cubicBezTo>
                      <a:pt x="270167" y="164723"/>
                      <a:pt x="262547" y="183107"/>
                      <a:pt x="251403" y="197204"/>
                    </a:cubicBezTo>
                    <a:cubicBezTo>
                      <a:pt x="238068" y="214158"/>
                      <a:pt x="218923" y="224540"/>
                      <a:pt x="200349" y="225207"/>
                    </a:cubicBezTo>
                    <a:cubicBezTo>
                      <a:pt x="207683" y="276737"/>
                      <a:pt x="194253" y="333125"/>
                      <a:pt x="164916" y="373607"/>
                    </a:cubicBezTo>
                    <a:cubicBezTo>
                      <a:pt x="126530" y="426566"/>
                      <a:pt x="42615" y="442853"/>
                      <a:pt x="17755" y="446568"/>
                    </a:cubicBezTo>
                    <a:cubicBezTo>
                      <a:pt x="17564" y="446568"/>
                      <a:pt x="17374" y="446568"/>
                      <a:pt x="17183" y="446568"/>
                    </a:cubicBezTo>
                    <a:close/>
                    <a:moveTo>
                      <a:pt x="264833" y="8894"/>
                    </a:moveTo>
                    <a:cubicBezTo>
                      <a:pt x="176156" y="33278"/>
                      <a:pt x="99479" y="92714"/>
                      <a:pt x="53855" y="172629"/>
                    </a:cubicBezTo>
                    <a:cubicBezTo>
                      <a:pt x="8134" y="252734"/>
                      <a:pt x="-4058" y="349223"/>
                      <a:pt x="20231" y="438186"/>
                    </a:cubicBezTo>
                    <a:cubicBezTo>
                      <a:pt x="47854" y="433709"/>
                      <a:pt x="123673" y="417231"/>
                      <a:pt x="158630" y="368939"/>
                    </a:cubicBezTo>
                    <a:cubicBezTo>
                      <a:pt x="187681" y="328934"/>
                      <a:pt x="200444" y="272546"/>
                      <a:pt x="191967" y="221873"/>
                    </a:cubicBezTo>
                    <a:cubicBezTo>
                      <a:pt x="191777" y="220635"/>
                      <a:pt x="192158" y="219492"/>
                      <a:pt x="192919" y="218540"/>
                    </a:cubicBezTo>
                    <a:cubicBezTo>
                      <a:pt x="193777" y="217587"/>
                      <a:pt x="194920" y="217206"/>
                      <a:pt x="196158" y="217206"/>
                    </a:cubicBezTo>
                    <a:cubicBezTo>
                      <a:pt x="213589" y="218349"/>
                      <a:pt x="232448" y="208729"/>
                      <a:pt x="245307" y="192251"/>
                    </a:cubicBezTo>
                    <a:cubicBezTo>
                      <a:pt x="255594" y="179106"/>
                      <a:pt x="262738" y="161866"/>
                      <a:pt x="267881" y="137863"/>
                    </a:cubicBezTo>
                    <a:cubicBezTo>
                      <a:pt x="275882" y="100049"/>
                      <a:pt x="274834" y="54424"/>
                      <a:pt x="264928" y="88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26"/>
              <p:cNvSpPr/>
              <p:nvPr/>
            </p:nvSpPr>
            <p:spPr>
              <a:xfrm>
                <a:off x="-4249577" y="3712838"/>
                <a:ext cx="386689" cy="662859"/>
              </a:xfrm>
              <a:custGeom>
                <a:rect b="b" l="l" r="r" t="t"/>
                <a:pathLst>
                  <a:path extrusionOk="0" h="576399" w="336251">
                    <a:moveTo>
                      <a:pt x="332251" y="576400"/>
                    </a:moveTo>
                    <a:cubicBezTo>
                      <a:pt x="330060" y="576400"/>
                      <a:pt x="328251" y="574590"/>
                      <a:pt x="328251" y="572400"/>
                    </a:cubicBezTo>
                    <a:cubicBezTo>
                      <a:pt x="328251" y="568780"/>
                      <a:pt x="323107" y="212831"/>
                      <a:pt x="1829" y="7376"/>
                    </a:cubicBezTo>
                    <a:cubicBezTo>
                      <a:pt x="19" y="6234"/>
                      <a:pt x="-553" y="3757"/>
                      <a:pt x="590" y="1852"/>
                    </a:cubicBezTo>
                    <a:cubicBezTo>
                      <a:pt x="1733" y="-53"/>
                      <a:pt x="4210" y="-529"/>
                      <a:pt x="6115" y="614"/>
                    </a:cubicBezTo>
                    <a:cubicBezTo>
                      <a:pt x="331203" y="208545"/>
                      <a:pt x="336252" y="568780"/>
                      <a:pt x="336252" y="572304"/>
                    </a:cubicBezTo>
                    <a:cubicBezTo>
                      <a:pt x="336252" y="574495"/>
                      <a:pt x="334442" y="576305"/>
                      <a:pt x="332251" y="576305"/>
                    </a:cubicBezTo>
                    <a:lnTo>
                      <a:pt x="332251" y="5763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26"/>
              <p:cNvSpPr/>
              <p:nvPr/>
            </p:nvSpPr>
            <p:spPr>
              <a:xfrm>
                <a:off x="-3881200" y="3731561"/>
                <a:ext cx="236780" cy="556951"/>
              </a:xfrm>
              <a:custGeom>
                <a:rect b="b" l="l" r="r" t="t"/>
                <a:pathLst>
                  <a:path extrusionOk="0" h="484305" w="205896">
                    <a:moveTo>
                      <a:pt x="4198" y="484305"/>
                    </a:moveTo>
                    <a:cubicBezTo>
                      <a:pt x="2007" y="484305"/>
                      <a:pt x="293" y="482591"/>
                      <a:pt x="197" y="480400"/>
                    </a:cubicBezTo>
                    <a:cubicBezTo>
                      <a:pt x="-7232" y="152169"/>
                      <a:pt x="197555" y="2245"/>
                      <a:pt x="199651" y="721"/>
                    </a:cubicBezTo>
                    <a:cubicBezTo>
                      <a:pt x="201461" y="-517"/>
                      <a:pt x="203937" y="-136"/>
                      <a:pt x="205175" y="1674"/>
                    </a:cubicBezTo>
                    <a:cubicBezTo>
                      <a:pt x="206414" y="3483"/>
                      <a:pt x="206033" y="5960"/>
                      <a:pt x="204223" y="7198"/>
                    </a:cubicBezTo>
                    <a:cubicBezTo>
                      <a:pt x="202223" y="8627"/>
                      <a:pt x="864" y="156360"/>
                      <a:pt x="8103" y="480210"/>
                    </a:cubicBezTo>
                    <a:cubicBezTo>
                      <a:pt x="8103" y="482400"/>
                      <a:pt x="6389" y="484210"/>
                      <a:pt x="4198" y="484305"/>
                    </a:cubicBezTo>
                    <a:lnTo>
                      <a:pt x="4198" y="4843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1" name="Google Shape;251;p26"/>
          <p:cNvSpPr txBox="1"/>
          <p:nvPr/>
        </p:nvSpPr>
        <p:spPr>
          <a:xfrm>
            <a:off x="5442525" y="2631074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 u="sng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Looker </a:t>
            </a:r>
            <a:r>
              <a:rPr b="1" lang="pt-PT" sz="1200" u="sng">
                <a:solidFill>
                  <a:srgbClr val="00C3B1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b="1" sz="1200">
              <a:solidFill>
                <a:srgbClr val="00C3B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715100" y="2571750"/>
            <a:ext cx="38568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Introduction</a:t>
            </a:r>
            <a:endParaRPr b="1"/>
          </a:p>
        </p:txBody>
      </p:sp>
      <p:sp>
        <p:nvSpPr>
          <p:cNvPr id="257" name="Google Shape;257;p27"/>
          <p:cNvSpPr txBox="1"/>
          <p:nvPr>
            <p:ph idx="2" type="title"/>
          </p:nvPr>
        </p:nvSpPr>
        <p:spPr>
          <a:xfrm>
            <a:off x="715100" y="1567950"/>
            <a:ext cx="1089900" cy="85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01</a:t>
            </a:r>
            <a:endParaRPr/>
          </a:p>
        </p:txBody>
      </p:sp>
      <p:grpSp>
        <p:nvGrpSpPr>
          <p:cNvPr id="258" name="Google Shape;258;p27"/>
          <p:cNvGrpSpPr/>
          <p:nvPr/>
        </p:nvGrpSpPr>
        <p:grpSpPr>
          <a:xfrm>
            <a:off x="5014099" y="487600"/>
            <a:ext cx="3533226" cy="4072574"/>
            <a:chOff x="5014099" y="487600"/>
            <a:chExt cx="3533226" cy="4072574"/>
          </a:xfrm>
        </p:grpSpPr>
        <p:sp>
          <p:nvSpPr>
            <p:cNvPr id="259" name="Google Shape;259;p27"/>
            <p:cNvSpPr/>
            <p:nvPr/>
          </p:nvSpPr>
          <p:spPr>
            <a:xfrm flipH="1" rot="-5400000">
              <a:off x="6107814" y="318695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7"/>
            <p:cNvSpPr/>
            <p:nvPr/>
          </p:nvSpPr>
          <p:spPr>
            <a:xfrm flipH="1" rot="-5400000">
              <a:off x="6251892" y="318695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7"/>
            <p:cNvSpPr/>
            <p:nvPr/>
          </p:nvSpPr>
          <p:spPr>
            <a:xfrm flipH="1" rot="-5400000">
              <a:off x="6395971" y="318695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7"/>
            <p:cNvSpPr/>
            <p:nvPr/>
          </p:nvSpPr>
          <p:spPr>
            <a:xfrm flipH="1" rot="-5400000">
              <a:off x="6540050" y="318695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0" y="22086"/>
                  </a:moveTo>
                  <a:cubicBezTo>
                    <a:pt x="0" y="34305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ubicBezTo>
                    <a:pt x="44172" y="9918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7"/>
            <p:cNvSpPr/>
            <p:nvPr/>
          </p:nvSpPr>
          <p:spPr>
            <a:xfrm flipH="1" rot="-5400000">
              <a:off x="6107814" y="3069998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27"/>
            <p:cNvSpPr/>
            <p:nvPr/>
          </p:nvSpPr>
          <p:spPr>
            <a:xfrm flipH="1" rot="-5400000">
              <a:off x="6251892" y="3069998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7"/>
            <p:cNvSpPr/>
            <p:nvPr/>
          </p:nvSpPr>
          <p:spPr>
            <a:xfrm flipH="1" rot="-5400000">
              <a:off x="6395971" y="3069998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27"/>
            <p:cNvSpPr/>
            <p:nvPr/>
          </p:nvSpPr>
          <p:spPr>
            <a:xfrm flipH="1" rot="-5400000">
              <a:off x="6540050" y="3069998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7" name="Google Shape;267;p27"/>
            <p:cNvGrpSpPr/>
            <p:nvPr/>
          </p:nvGrpSpPr>
          <p:grpSpPr>
            <a:xfrm>
              <a:off x="5513619" y="3677181"/>
              <a:ext cx="910622" cy="882993"/>
              <a:chOff x="5132619" y="3677181"/>
              <a:chExt cx="910622" cy="882993"/>
            </a:xfrm>
          </p:grpSpPr>
          <p:sp>
            <p:nvSpPr>
              <p:cNvPr id="268" name="Google Shape;268;p27"/>
              <p:cNvSpPr/>
              <p:nvPr/>
            </p:nvSpPr>
            <p:spPr>
              <a:xfrm flipH="1">
                <a:off x="5554012" y="3686361"/>
                <a:ext cx="489229" cy="602331"/>
              </a:xfrm>
              <a:custGeom>
                <a:rect b="b" l="l" r="r" t="t"/>
                <a:pathLst>
                  <a:path extrusionOk="0" h="622564" w="505663">
                    <a:moveTo>
                      <a:pt x="469649" y="622564"/>
                    </a:moveTo>
                    <a:cubicBezTo>
                      <a:pt x="400681" y="622564"/>
                      <a:pt x="335803" y="600887"/>
                      <a:pt x="280435" y="559016"/>
                    </a:cubicBezTo>
                    <a:cubicBezTo>
                      <a:pt x="219800" y="513156"/>
                      <a:pt x="176293" y="441070"/>
                      <a:pt x="160700" y="360906"/>
                    </a:cubicBezTo>
                    <a:cubicBezTo>
                      <a:pt x="46077" y="289535"/>
                      <a:pt x="-19312" y="140250"/>
                      <a:pt x="5075" y="4870"/>
                    </a:cubicBezTo>
                    <a:cubicBezTo>
                      <a:pt x="5382" y="3286"/>
                      <a:pt x="6302" y="1854"/>
                      <a:pt x="7631" y="985"/>
                    </a:cubicBezTo>
                    <a:cubicBezTo>
                      <a:pt x="8960" y="116"/>
                      <a:pt x="10647" y="-191"/>
                      <a:pt x="12232" y="116"/>
                    </a:cubicBezTo>
                    <a:cubicBezTo>
                      <a:pt x="142601" y="29308"/>
                      <a:pt x="263103" y="111109"/>
                      <a:pt x="351652" y="230383"/>
                    </a:cubicBezTo>
                    <a:cubicBezTo>
                      <a:pt x="428953" y="334525"/>
                      <a:pt x="480743" y="463667"/>
                      <a:pt x="505590" y="614282"/>
                    </a:cubicBezTo>
                    <a:cubicBezTo>
                      <a:pt x="505845" y="615918"/>
                      <a:pt x="505436" y="617605"/>
                      <a:pt x="504414" y="618883"/>
                    </a:cubicBezTo>
                    <a:cubicBezTo>
                      <a:pt x="503391" y="620212"/>
                      <a:pt x="501909" y="621030"/>
                      <a:pt x="500222" y="621184"/>
                    </a:cubicBezTo>
                    <a:cubicBezTo>
                      <a:pt x="489945" y="622104"/>
                      <a:pt x="479720" y="622564"/>
                      <a:pt x="469649" y="622564"/>
                    </a:cubicBezTo>
                    <a:close/>
                    <a:moveTo>
                      <a:pt x="15760" y="13153"/>
                    </a:moveTo>
                    <a:cubicBezTo>
                      <a:pt x="-4895" y="143113"/>
                      <a:pt x="58910" y="284832"/>
                      <a:pt x="169135" y="352163"/>
                    </a:cubicBezTo>
                    <a:cubicBezTo>
                      <a:pt x="170567" y="353033"/>
                      <a:pt x="171589" y="354515"/>
                      <a:pt x="171896" y="356151"/>
                    </a:cubicBezTo>
                    <a:cubicBezTo>
                      <a:pt x="186518" y="434475"/>
                      <a:pt x="228696" y="504976"/>
                      <a:pt x="287643" y="549558"/>
                    </a:cubicBezTo>
                    <a:cubicBezTo>
                      <a:pt x="347000" y="594445"/>
                      <a:pt x="417808" y="615253"/>
                      <a:pt x="492757" y="609885"/>
                    </a:cubicBezTo>
                    <a:cubicBezTo>
                      <a:pt x="467808" y="463872"/>
                      <a:pt x="417143" y="338615"/>
                      <a:pt x="342092" y="237541"/>
                    </a:cubicBezTo>
                    <a:cubicBezTo>
                      <a:pt x="256662" y="122407"/>
                      <a:pt x="140965" y="42959"/>
                      <a:pt x="15760" y="132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27"/>
              <p:cNvSpPr/>
              <p:nvPr/>
            </p:nvSpPr>
            <p:spPr>
              <a:xfrm flipH="1">
                <a:off x="5132619" y="3677181"/>
                <a:ext cx="406353" cy="645684"/>
              </a:xfrm>
              <a:custGeom>
                <a:rect b="b" l="l" r="r" t="t"/>
                <a:pathLst>
                  <a:path extrusionOk="0" h="667374" w="420003">
                    <a:moveTo>
                      <a:pt x="25863" y="667324"/>
                    </a:moveTo>
                    <a:cubicBezTo>
                      <a:pt x="23256" y="667324"/>
                      <a:pt x="20853" y="665585"/>
                      <a:pt x="20137" y="662978"/>
                    </a:cubicBezTo>
                    <a:cubicBezTo>
                      <a:pt x="-18871" y="525707"/>
                      <a:pt x="-671" y="375910"/>
                      <a:pt x="70086" y="252034"/>
                    </a:cubicBezTo>
                    <a:cubicBezTo>
                      <a:pt x="140843" y="128107"/>
                      <a:pt x="260630" y="36337"/>
                      <a:pt x="398667" y="192"/>
                    </a:cubicBezTo>
                    <a:cubicBezTo>
                      <a:pt x="400252" y="-217"/>
                      <a:pt x="401888" y="39"/>
                      <a:pt x="403269" y="856"/>
                    </a:cubicBezTo>
                    <a:cubicBezTo>
                      <a:pt x="404649" y="1675"/>
                      <a:pt x="405620" y="3055"/>
                      <a:pt x="405978" y="4640"/>
                    </a:cubicBezTo>
                    <a:cubicBezTo>
                      <a:pt x="422389" y="76368"/>
                      <a:pt x="424486" y="148812"/>
                      <a:pt x="411807" y="208578"/>
                    </a:cubicBezTo>
                    <a:cubicBezTo>
                      <a:pt x="403831" y="246206"/>
                      <a:pt x="392430" y="273558"/>
                      <a:pt x="375866" y="294673"/>
                    </a:cubicBezTo>
                    <a:cubicBezTo>
                      <a:pt x="356029" y="319980"/>
                      <a:pt x="327348" y="335573"/>
                      <a:pt x="299587" y="336544"/>
                    </a:cubicBezTo>
                    <a:cubicBezTo>
                      <a:pt x="310477" y="413487"/>
                      <a:pt x="290487" y="497844"/>
                      <a:pt x="246570" y="558325"/>
                    </a:cubicBezTo>
                    <a:cubicBezTo>
                      <a:pt x="189208" y="637415"/>
                      <a:pt x="63747" y="661751"/>
                      <a:pt x="26681" y="667324"/>
                    </a:cubicBezTo>
                    <a:cubicBezTo>
                      <a:pt x="26374" y="667324"/>
                      <a:pt x="26067" y="667375"/>
                      <a:pt x="25812" y="667375"/>
                    </a:cubicBezTo>
                    <a:close/>
                    <a:moveTo>
                      <a:pt x="395702" y="13280"/>
                    </a:moveTo>
                    <a:cubicBezTo>
                      <a:pt x="263237" y="49681"/>
                      <a:pt x="148614" y="138587"/>
                      <a:pt x="80413" y="257914"/>
                    </a:cubicBezTo>
                    <a:cubicBezTo>
                      <a:pt x="12110" y="377547"/>
                      <a:pt x="-6141" y="521821"/>
                      <a:pt x="30158" y="654644"/>
                    </a:cubicBezTo>
                    <a:cubicBezTo>
                      <a:pt x="71364" y="647896"/>
                      <a:pt x="184709" y="623254"/>
                      <a:pt x="236959" y="551270"/>
                    </a:cubicBezTo>
                    <a:cubicBezTo>
                      <a:pt x="280364" y="491453"/>
                      <a:pt x="299485" y="407199"/>
                      <a:pt x="286755" y="331432"/>
                    </a:cubicBezTo>
                    <a:cubicBezTo>
                      <a:pt x="286448" y="329642"/>
                      <a:pt x="287010" y="327802"/>
                      <a:pt x="288186" y="326472"/>
                    </a:cubicBezTo>
                    <a:cubicBezTo>
                      <a:pt x="289413" y="325143"/>
                      <a:pt x="291151" y="324376"/>
                      <a:pt x="292992" y="324529"/>
                    </a:cubicBezTo>
                    <a:cubicBezTo>
                      <a:pt x="319065" y="326063"/>
                      <a:pt x="347235" y="311851"/>
                      <a:pt x="366459" y="287311"/>
                    </a:cubicBezTo>
                    <a:cubicBezTo>
                      <a:pt x="381847" y="267678"/>
                      <a:pt x="392532" y="241860"/>
                      <a:pt x="400099" y="206073"/>
                    </a:cubicBezTo>
                    <a:cubicBezTo>
                      <a:pt x="412062" y="149631"/>
                      <a:pt x="410426" y="81378"/>
                      <a:pt x="395651" y="132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27"/>
              <p:cNvSpPr/>
              <p:nvPr/>
            </p:nvSpPr>
            <p:spPr>
              <a:xfrm flipH="1">
                <a:off x="5505378" y="3726932"/>
                <a:ext cx="486107" cy="833242"/>
              </a:xfrm>
              <a:custGeom>
                <a:rect b="b" l="l" r="r" t="t"/>
                <a:pathLst>
                  <a:path extrusionOk="0" h="861232" w="502436">
                    <a:moveTo>
                      <a:pt x="496403" y="861181"/>
                    </a:moveTo>
                    <a:cubicBezTo>
                      <a:pt x="493131" y="861181"/>
                      <a:pt x="490473" y="858522"/>
                      <a:pt x="490473" y="855251"/>
                    </a:cubicBezTo>
                    <a:cubicBezTo>
                      <a:pt x="490473" y="853921"/>
                      <a:pt x="489246" y="719718"/>
                      <a:pt x="428663" y="549318"/>
                    </a:cubicBezTo>
                    <a:cubicBezTo>
                      <a:pt x="372783" y="392262"/>
                      <a:pt x="253559" y="171350"/>
                      <a:pt x="2739" y="10970"/>
                    </a:cubicBezTo>
                    <a:cubicBezTo>
                      <a:pt x="-22" y="9181"/>
                      <a:pt x="-840" y="5500"/>
                      <a:pt x="950" y="2739"/>
                    </a:cubicBezTo>
                    <a:cubicBezTo>
                      <a:pt x="2739" y="-22"/>
                      <a:pt x="6420" y="-840"/>
                      <a:pt x="9181" y="950"/>
                    </a:cubicBezTo>
                    <a:cubicBezTo>
                      <a:pt x="263017" y="163272"/>
                      <a:pt x="383621" y="386842"/>
                      <a:pt x="440064" y="545790"/>
                    </a:cubicBezTo>
                    <a:cubicBezTo>
                      <a:pt x="501260" y="718031"/>
                      <a:pt x="502436" y="853870"/>
                      <a:pt x="502436" y="855251"/>
                    </a:cubicBezTo>
                    <a:cubicBezTo>
                      <a:pt x="502436" y="858522"/>
                      <a:pt x="499778" y="861232"/>
                      <a:pt x="496506" y="861232"/>
                    </a:cubicBezTo>
                    <a:lnTo>
                      <a:pt x="496506" y="8612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27"/>
              <p:cNvSpPr/>
              <p:nvPr/>
            </p:nvSpPr>
            <p:spPr>
              <a:xfrm flipH="1">
                <a:off x="5230642" y="3750447"/>
                <a:ext cx="297630" cy="700129"/>
              </a:xfrm>
              <a:custGeom>
                <a:rect b="b" l="l" r="r" t="t"/>
                <a:pathLst>
                  <a:path extrusionOk="0" h="723648" w="307628">
                    <a:moveTo>
                      <a:pt x="6222" y="723649"/>
                    </a:moveTo>
                    <a:cubicBezTo>
                      <a:pt x="3001" y="723649"/>
                      <a:pt x="343" y="721093"/>
                      <a:pt x="292" y="717820"/>
                    </a:cubicBezTo>
                    <a:cubicBezTo>
                      <a:pt x="-5486" y="461683"/>
                      <a:pt x="75701" y="280598"/>
                      <a:pt x="144822" y="173747"/>
                    </a:cubicBezTo>
                    <a:cubicBezTo>
                      <a:pt x="219823" y="57795"/>
                      <a:pt x="297482" y="1660"/>
                      <a:pt x="298249" y="1097"/>
                    </a:cubicBezTo>
                    <a:cubicBezTo>
                      <a:pt x="300907" y="-794"/>
                      <a:pt x="304639" y="-181"/>
                      <a:pt x="306531" y="2478"/>
                    </a:cubicBezTo>
                    <a:cubicBezTo>
                      <a:pt x="308423" y="5136"/>
                      <a:pt x="307809" y="8868"/>
                      <a:pt x="305151" y="10760"/>
                    </a:cubicBezTo>
                    <a:cubicBezTo>
                      <a:pt x="304384" y="11322"/>
                      <a:pt x="228258" y="66435"/>
                      <a:pt x="154485" y="180649"/>
                    </a:cubicBezTo>
                    <a:cubicBezTo>
                      <a:pt x="86437" y="286018"/>
                      <a:pt x="6478" y="464649"/>
                      <a:pt x="12204" y="717463"/>
                    </a:cubicBezTo>
                    <a:cubicBezTo>
                      <a:pt x="12255" y="720735"/>
                      <a:pt x="9647" y="723495"/>
                      <a:pt x="6375" y="723546"/>
                    </a:cubicBezTo>
                    <a:cubicBezTo>
                      <a:pt x="6375" y="723546"/>
                      <a:pt x="6273" y="723546"/>
                      <a:pt x="6222" y="7235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2" name="Google Shape;272;p27"/>
            <p:cNvSpPr/>
            <p:nvPr/>
          </p:nvSpPr>
          <p:spPr>
            <a:xfrm flipH="1">
              <a:off x="7737468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27"/>
            <p:cNvSpPr/>
            <p:nvPr/>
          </p:nvSpPr>
          <p:spPr>
            <a:xfrm flipH="1">
              <a:off x="7580719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27"/>
            <p:cNvSpPr/>
            <p:nvPr/>
          </p:nvSpPr>
          <p:spPr>
            <a:xfrm flipH="1">
              <a:off x="7423970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27"/>
            <p:cNvSpPr/>
            <p:nvPr/>
          </p:nvSpPr>
          <p:spPr>
            <a:xfrm flipH="1">
              <a:off x="7267221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7"/>
            <p:cNvSpPr/>
            <p:nvPr/>
          </p:nvSpPr>
          <p:spPr>
            <a:xfrm flipH="1">
              <a:off x="7110471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27"/>
            <p:cNvSpPr/>
            <p:nvPr/>
          </p:nvSpPr>
          <p:spPr>
            <a:xfrm flipH="1">
              <a:off x="6953771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7"/>
            <p:cNvSpPr/>
            <p:nvPr/>
          </p:nvSpPr>
          <p:spPr>
            <a:xfrm flipH="1">
              <a:off x="6906757" y="535114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7"/>
            <p:cNvSpPr/>
            <p:nvPr/>
          </p:nvSpPr>
          <p:spPr>
            <a:xfrm flipH="1">
              <a:off x="6906757" y="691863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7"/>
            <p:cNvSpPr/>
            <p:nvPr/>
          </p:nvSpPr>
          <p:spPr>
            <a:xfrm flipH="1">
              <a:off x="6906757" y="848562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7"/>
            <p:cNvSpPr/>
            <p:nvPr/>
          </p:nvSpPr>
          <p:spPr>
            <a:xfrm flipH="1">
              <a:off x="6906757" y="1005311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7"/>
            <p:cNvSpPr/>
            <p:nvPr/>
          </p:nvSpPr>
          <p:spPr>
            <a:xfrm flipH="1">
              <a:off x="6906757" y="1162060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7"/>
            <p:cNvSpPr/>
            <p:nvPr/>
          </p:nvSpPr>
          <p:spPr>
            <a:xfrm flipH="1">
              <a:off x="6906757" y="1318809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7"/>
            <p:cNvSpPr/>
            <p:nvPr/>
          </p:nvSpPr>
          <p:spPr>
            <a:xfrm flipH="1">
              <a:off x="5449605" y="585895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7"/>
            <p:cNvSpPr/>
            <p:nvPr/>
          </p:nvSpPr>
          <p:spPr>
            <a:xfrm flipH="1">
              <a:off x="5449605" y="72997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7"/>
            <p:cNvSpPr/>
            <p:nvPr/>
          </p:nvSpPr>
          <p:spPr>
            <a:xfrm flipH="1">
              <a:off x="5449605" y="874052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7"/>
            <p:cNvSpPr/>
            <p:nvPr/>
          </p:nvSpPr>
          <p:spPr>
            <a:xfrm flipH="1">
              <a:off x="5449605" y="1018131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0" y="22086"/>
                  </a:moveTo>
                  <a:cubicBezTo>
                    <a:pt x="0" y="34305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ubicBezTo>
                    <a:pt x="44172" y="9918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7"/>
            <p:cNvSpPr/>
            <p:nvPr/>
          </p:nvSpPr>
          <p:spPr>
            <a:xfrm flipH="1">
              <a:off x="5566559" y="585895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7"/>
            <p:cNvSpPr/>
            <p:nvPr/>
          </p:nvSpPr>
          <p:spPr>
            <a:xfrm flipH="1">
              <a:off x="5566559" y="72997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7"/>
            <p:cNvSpPr/>
            <p:nvPr/>
          </p:nvSpPr>
          <p:spPr>
            <a:xfrm flipH="1">
              <a:off x="5566559" y="874052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7"/>
            <p:cNvSpPr/>
            <p:nvPr/>
          </p:nvSpPr>
          <p:spPr>
            <a:xfrm flipH="1">
              <a:off x="5566559" y="1018131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 flipH="1">
              <a:off x="5014099" y="1425965"/>
              <a:ext cx="715588" cy="715589"/>
            </a:xfrm>
            <a:custGeom>
              <a:rect b="b" l="l" r="r" t="t"/>
              <a:pathLst>
                <a:path extrusionOk="0" h="739627" w="739626">
                  <a:moveTo>
                    <a:pt x="704249" y="0"/>
                  </a:moveTo>
                  <a:cubicBezTo>
                    <a:pt x="489523" y="4806"/>
                    <a:pt x="266566" y="4806"/>
                    <a:pt x="35378" y="0"/>
                  </a:cubicBezTo>
                  <a:cubicBezTo>
                    <a:pt x="15849" y="0"/>
                    <a:pt x="0" y="15849"/>
                    <a:pt x="0" y="35379"/>
                  </a:cubicBezTo>
                  <a:cubicBezTo>
                    <a:pt x="3374" y="273775"/>
                    <a:pt x="3988" y="499441"/>
                    <a:pt x="0" y="704249"/>
                  </a:cubicBezTo>
                  <a:cubicBezTo>
                    <a:pt x="0" y="723778"/>
                    <a:pt x="15849" y="739627"/>
                    <a:pt x="35378" y="739627"/>
                  </a:cubicBezTo>
                  <a:cubicBezTo>
                    <a:pt x="249337" y="732879"/>
                    <a:pt x="471936" y="732572"/>
                    <a:pt x="704249" y="739627"/>
                  </a:cubicBezTo>
                  <a:cubicBezTo>
                    <a:pt x="723778" y="739627"/>
                    <a:pt x="739627" y="723778"/>
                    <a:pt x="739627" y="704249"/>
                  </a:cubicBezTo>
                  <a:cubicBezTo>
                    <a:pt x="733288" y="476026"/>
                    <a:pt x="733083" y="252916"/>
                    <a:pt x="739627" y="35379"/>
                  </a:cubicBezTo>
                  <a:cubicBezTo>
                    <a:pt x="739627" y="15849"/>
                    <a:pt x="723778" y="0"/>
                    <a:pt x="70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 flipH="1">
              <a:off x="5123097" y="1539009"/>
              <a:ext cx="497504" cy="497504"/>
            </a:xfrm>
            <a:custGeom>
              <a:rect b="b" l="l" r="r" t="t"/>
              <a:pathLst>
                <a:path extrusionOk="0" h="514216" w="514216">
                  <a:moveTo>
                    <a:pt x="514216" y="257108"/>
                  </a:moveTo>
                  <a:cubicBezTo>
                    <a:pt x="514216" y="399105"/>
                    <a:pt x="399105" y="514216"/>
                    <a:pt x="257108" y="514216"/>
                  </a:cubicBezTo>
                  <a:cubicBezTo>
                    <a:pt x="115111" y="514216"/>
                    <a:pt x="0" y="399105"/>
                    <a:pt x="0" y="257108"/>
                  </a:cubicBezTo>
                  <a:cubicBezTo>
                    <a:pt x="0" y="115111"/>
                    <a:pt x="115112" y="0"/>
                    <a:pt x="257108" y="0"/>
                  </a:cubicBezTo>
                  <a:cubicBezTo>
                    <a:pt x="399105" y="0"/>
                    <a:pt x="514216" y="115111"/>
                    <a:pt x="514216" y="2571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 flipH="1">
              <a:off x="5194774" y="1610777"/>
              <a:ext cx="354060" cy="354060"/>
            </a:xfrm>
            <a:custGeom>
              <a:rect b="b" l="l" r="r" t="t"/>
              <a:pathLst>
                <a:path extrusionOk="0" h="365953" w="365953">
                  <a:moveTo>
                    <a:pt x="365954" y="182977"/>
                  </a:moveTo>
                  <a:cubicBezTo>
                    <a:pt x="365954" y="284032"/>
                    <a:pt x="284032" y="365954"/>
                    <a:pt x="182977" y="365954"/>
                  </a:cubicBezTo>
                  <a:cubicBezTo>
                    <a:pt x="81922" y="365954"/>
                    <a:pt x="0" y="284032"/>
                    <a:pt x="0" y="182977"/>
                  </a:cubicBezTo>
                  <a:cubicBezTo>
                    <a:pt x="0" y="81922"/>
                    <a:pt x="81922" y="0"/>
                    <a:pt x="182977" y="0"/>
                  </a:cubicBezTo>
                  <a:cubicBezTo>
                    <a:pt x="284032" y="0"/>
                    <a:pt x="365954" y="81922"/>
                    <a:pt x="365954" y="1829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 flipH="1" rot="1367435">
              <a:off x="5262974" y="1678755"/>
              <a:ext cx="216879" cy="216879"/>
            </a:xfrm>
            <a:custGeom>
              <a:rect b="b" l="l" r="r" t="t"/>
              <a:pathLst>
                <a:path extrusionOk="0" h="224030" w="224030">
                  <a:moveTo>
                    <a:pt x="224030" y="112015"/>
                  </a:moveTo>
                  <a:cubicBezTo>
                    <a:pt x="224030" y="173879"/>
                    <a:pt x="173879" y="224030"/>
                    <a:pt x="112015" y="224030"/>
                  </a:cubicBezTo>
                  <a:cubicBezTo>
                    <a:pt x="50151" y="224030"/>
                    <a:pt x="0" y="173879"/>
                    <a:pt x="0" y="112015"/>
                  </a:cubicBezTo>
                  <a:cubicBezTo>
                    <a:pt x="0" y="50151"/>
                    <a:pt x="50151" y="0"/>
                    <a:pt x="112015" y="0"/>
                  </a:cubicBezTo>
                  <a:cubicBezTo>
                    <a:pt x="173880" y="0"/>
                    <a:pt x="224030" y="50151"/>
                    <a:pt x="224030" y="1120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27"/>
            <p:cNvSpPr/>
            <p:nvPr/>
          </p:nvSpPr>
          <p:spPr>
            <a:xfrm flipH="1">
              <a:off x="5327105" y="1743273"/>
              <a:ext cx="89232" cy="89232"/>
            </a:xfrm>
            <a:custGeom>
              <a:rect b="b" l="l" r="r" t="t"/>
              <a:pathLst>
                <a:path extrusionOk="0" h="92229" w="92229">
                  <a:moveTo>
                    <a:pt x="92230" y="46115"/>
                  </a:moveTo>
                  <a:cubicBezTo>
                    <a:pt x="92230" y="71583"/>
                    <a:pt x="71583" y="92230"/>
                    <a:pt x="46115" y="92230"/>
                  </a:cubicBezTo>
                  <a:cubicBezTo>
                    <a:pt x="20646" y="92230"/>
                    <a:pt x="0" y="71583"/>
                    <a:pt x="0" y="46115"/>
                  </a:cubicBezTo>
                  <a:cubicBezTo>
                    <a:pt x="0" y="20646"/>
                    <a:pt x="20646" y="0"/>
                    <a:pt x="46115" y="0"/>
                  </a:cubicBezTo>
                  <a:cubicBezTo>
                    <a:pt x="71583" y="0"/>
                    <a:pt x="92230" y="20646"/>
                    <a:pt x="92230" y="461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7"/>
            <p:cNvSpPr/>
            <p:nvPr/>
          </p:nvSpPr>
          <p:spPr>
            <a:xfrm flipH="1">
              <a:off x="5155980" y="1572084"/>
              <a:ext cx="221937" cy="221930"/>
            </a:xfrm>
            <a:custGeom>
              <a:rect b="b" l="l" r="r" t="t"/>
              <a:pathLst>
                <a:path extrusionOk="0" h="229385" w="229392">
                  <a:moveTo>
                    <a:pt x="6429" y="229386"/>
                  </a:moveTo>
                  <a:cubicBezTo>
                    <a:pt x="4793" y="229386"/>
                    <a:pt x="3106" y="228772"/>
                    <a:pt x="1879" y="227494"/>
                  </a:cubicBezTo>
                  <a:cubicBezTo>
                    <a:pt x="-626" y="224989"/>
                    <a:pt x="-626" y="220899"/>
                    <a:pt x="1879" y="218343"/>
                  </a:cubicBezTo>
                  <a:lnTo>
                    <a:pt x="218342" y="1879"/>
                  </a:lnTo>
                  <a:cubicBezTo>
                    <a:pt x="220848" y="-626"/>
                    <a:pt x="224938" y="-626"/>
                    <a:pt x="227494" y="1879"/>
                  </a:cubicBezTo>
                  <a:cubicBezTo>
                    <a:pt x="230050" y="4384"/>
                    <a:pt x="229999" y="8474"/>
                    <a:pt x="227494" y="11030"/>
                  </a:cubicBezTo>
                  <a:lnTo>
                    <a:pt x="11030" y="227494"/>
                  </a:lnTo>
                  <a:cubicBezTo>
                    <a:pt x="9752" y="228772"/>
                    <a:pt x="8116" y="229386"/>
                    <a:pt x="6480" y="2293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27"/>
            <p:cNvSpPr/>
            <p:nvPr/>
          </p:nvSpPr>
          <p:spPr>
            <a:xfrm flipH="1">
              <a:off x="5078953" y="2031429"/>
              <a:ext cx="110995" cy="12464"/>
            </a:xfrm>
            <a:custGeom>
              <a:rect b="b" l="l" r="r" t="t"/>
              <a:pathLst>
                <a:path extrusionOk="0" h="12883" w="114724">
                  <a:moveTo>
                    <a:pt x="108283" y="12883"/>
                  </a:moveTo>
                  <a:lnTo>
                    <a:pt x="6442" y="12883"/>
                  </a:lnTo>
                  <a:cubicBezTo>
                    <a:pt x="2863" y="12883"/>
                    <a:pt x="0" y="9969"/>
                    <a:pt x="0" y="6442"/>
                  </a:cubicBezTo>
                  <a:cubicBezTo>
                    <a:pt x="0" y="2914"/>
                    <a:pt x="2914" y="0"/>
                    <a:pt x="6442" y="0"/>
                  </a:cubicBezTo>
                  <a:lnTo>
                    <a:pt x="108283" y="0"/>
                  </a:lnTo>
                  <a:cubicBezTo>
                    <a:pt x="111862" y="0"/>
                    <a:pt x="114725" y="2914"/>
                    <a:pt x="114725" y="6442"/>
                  </a:cubicBezTo>
                  <a:cubicBezTo>
                    <a:pt x="114725" y="9969"/>
                    <a:pt x="111811" y="12883"/>
                    <a:pt x="108283" y="128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7"/>
            <p:cNvSpPr/>
            <p:nvPr/>
          </p:nvSpPr>
          <p:spPr>
            <a:xfrm flipH="1">
              <a:off x="5078973" y="2060483"/>
              <a:ext cx="143642" cy="12464"/>
            </a:xfrm>
            <a:custGeom>
              <a:rect b="b" l="l" r="r" t="t"/>
              <a:pathLst>
                <a:path extrusionOk="0" h="12883" w="148467">
                  <a:moveTo>
                    <a:pt x="142025" y="12883"/>
                  </a:moveTo>
                  <a:lnTo>
                    <a:pt x="6442" y="12883"/>
                  </a:lnTo>
                  <a:cubicBezTo>
                    <a:pt x="2863" y="12883"/>
                    <a:pt x="0" y="9969"/>
                    <a:pt x="0" y="6442"/>
                  </a:cubicBezTo>
                  <a:cubicBezTo>
                    <a:pt x="0" y="2914"/>
                    <a:pt x="2914" y="0"/>
                    <a:pt x="6442" y="0"/>
                  </a:cubicBezTo>
                  <a:lnTo>
                    <a:pt x="142025" y="0"/>
                  </a:lnTo>
                  <a:cubicBezTo>
                    <a:pt x="145604" y="0"/>
                    <a:pt x="148467" y="2914"/>
                    <a:pt x="148467" y="6442"/>
                  </a:cubicBezTo>
                  <a:cubicBezTo>
                    <a:pt x="148467" y="9969"/>
                    <a:pt x="145553" y="12883"/>
                    <a:pt x="142025" y="128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27"/>
            <p:cNvSpPr/>
            <p:nvPr/>
          </p:nvSpPr>
          <p:spPr>
            <a:xfrm flipH="1">
              <a:off x="7334789" y="2667532"/>
              <a:ext cx="1203844" cy="1887430"/>
            </a:xfrm>
            <a:custGeom>
              <a:rect b="b" l="l" r="r" t="t"/>
              <a:pathLst>
                <a:path extrusionOk="0" h="1950832" w="1244283">
                  <a:moveTo>
                    <a:pt x="1125826" y="0"/>
                  </a:moveTo>
                  <a:cubicBezTo>
                    <a:pt x="1191248" y="0"/>
                    <a:pt x="1244283" y="53035"/>
                    <a:pt x="1244283" y="118457"/>
                  </a:cubicBezTo>
                  <a:lnTo>
                    <a:pt x="1244283" y="1832376"/>
                  </a:lnTo>
                  <a:cubicBezTo>
                    <a:pt x="1244283" y="1897798"/>
                    <a:pt x="1191248" y="1950832"/>
                    <a:pt x="1125826" y="1950832"/>
                  </a:cubicBezTo>
                  <a:lnTo>
                    <a:pt x="118457" y="1950832"/>
                  </a:lnTo>
                  <a:cubicBezTo>
                    <a:pt x="53035" y="1950832"/>
                    <a:pt x="0" y="1897798"/>
                    <a:pt x="0" y="1832376"/>
                  </a:cubicBezTo>
                  <a:lnTo>
                    <a:pt x="0" y="118457"/>
                  </a:lnTo>
                  <a:cubicBezTo>
                    <a:pt x="0" y="53035"/>
                    <a:pt x="53035" y="0"/>
                    <a:pt x="1184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27"/>
            <p:cNvSpPr/>
            <p:nvPr/>
          </p:nvSpPr>
          <p:spPr>
            <a:xfrm flipH="1">
              <a:off x="7295293" y="2667532"/>
              <a:ext cx="1203844" cy="1887430"/>
            </a:xfrm>
            <a:custGeom>
              <a:rect b="b" l="l" r="r" t="t"/>
              <a:pathLst>
                <a:path extrusionOk="0" h="1950832" w="1244283">
                  <a:moveTo>
                    <a:pt x="1125826" y="0"/>
                  </a:moveTo>
                  <a:cubicBezTo>
                    <a:pt x="1191248" y="0"/>
                    <a:pt x="1244283" y="53035"/>
                    <a:pt x="1244283" y="118457"/>
                  </a:cubicBezTo>
                  <a:lnTo>
                    <a:pt x="1244283" y="1832376"/>
                  </a:lnTo>
                  <a:cubicBezTo>
                    <a:pt x="1244283" y="1897798"/>
                    <a:pt x="1191248" y="1950832"/>
                    <a:pt x="1125826" y="1950832"/>
                  </a:cubicBezTo>
                  <a:lnTo>
                    <a:pt x="118457" y="1950832"/>
                  </a:lnTo>
                  <a:cubicBezTo>
                    <a:pt x="53035" y="1950832"/>
                    <a:pt x="0" y="1897798"/>
                    <a:pt x="0" y="1832376"/>
                  </a:cubicBezTo>
                  <a:lnTo>
                    <a:pt x="0" y="118457"/>
                  </a:lnTo>
                  <a:cubicBezTo>
                    <a:pt x="0" y="53035"/>
                    <a:pt x="53035" y="0"/>
                    <a:pt x="1184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7"/>
            <p:cNvSpPr/>
            <p:nvPr/>
          </p:nvSpPr>
          <p:spPr>
            <a:xfrm flipH="1">
              <a:off x="7334789" y="2738309"/>
              <a:ext cx="1124850" cy="1653170"/>
            </a:xfrm>
            <a:custGeom>
              <a:rect b="b" l="l" r="r" t="t"/>
              <a:pathLst>
                <a:path extrusionOk="0" h="1708703" w="1162636">
                  <a:moveTo>
                    <a:pt x="1084977" y="0"/>
                  </a:moveTo>
                  <a:cubicBezTo>
                    <a:pt x="1127867" y="0"/>
                    <a:pt x="1162636" y="34769"/>
                    <a:pt x="1162636" y="77659"/>
                  </a:cubicBezTo>
                  <a:lnTo>
                    <a:pt x="1162636" y="1631045"/>
                  </a:lnTo>
                  <a:cubicBezTo>
                    <a:pt x="1162636" y="1673935"/>
                    <a:pt x="1127867" y="1708704"/>
                    <a:pt x="1084977" y="1708704"/>
                  </a:cubicBezTo>
                  <a:lnTo>
                    <a:pt x="77659" y="1708704"/>
                  </a:lnTo>
                  <a:cubicBezTo>
                    <a:pt x="34769" y="1708704"/>
                    <a:pt x="0" y="1673935"/>
                    <a:pt x="0" y="1631045"/>
                  </a:cubicBezTo>
                  <a:lnTo>
                    <a:pt x="0" y="77659"/>
                  </a:lnTo>
                  <a:cubicBezTo>
                    <a:pt x="0" y="34769"/>
                    <a:pt x="34769" y="0"/>
                    <a:pt x="776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27"/>
            <p:cNvSpPr/>
            <p:nvPr/>
          </p:nvSpPr>
          <p:spPr>
            <a:xfrm flipH="1">
              <a:off x="7766879" y="2690745"/>
              <a:ext cx="260129" cy="22159"/>
            </a:xfrm>
            <a:custGeom>
              <a:rect b="b" l="l" r="r" t="t"/>
              <a:pathLst>
                <a:path extrusionOk="0" h="22903" w="268867">
                  <a:moveTo>
                    <a:pt x="257415" y="22904"/>
                  </a:moveTo>
                  <a:lnTo>
                    <a:pt x="11452" y="22904"/>
                  </a:lnTo>
                  <a:cubicBezTo>
                    <a:pt x="5113" y="22904"/>
                    <a:pt x="0" y="17791"/>
                    <a:pt x="0" y="11452"/>
                  </a:cubicBezTo>
                  <a:lnTo>
                    <a:pt x="0" y="11452"/>
                  </a:lnTo>
                  <a:cubicBezTo>
                    <a:pt x="0" y="5113"/>
                    <a:pt x="5113" y="0"/>
                    <a:pt x="11452" y="0"/>
                  </a:cubicBezTo>
                  <a:lnTo>
                    <a:pt x="257415" y="0"/>
                  </a:lnTo>
                  <a:cubicBezTo>
                    <a:pt x="263755" y="0"/>
                    <a:pt x="268867" y="5113"/>
                    <a:pt x="268867" y="11452"/>
                  </a:cubicBezTo>
                  <a:lnTo>
                    <a:pt x="268867" y="11452"/>
                  </a:lnTo>
                  <a:cubicBezTo>
                    <a:pt x="268867" y="17791"/>
                    <a:pt x="263755" y="22904"/>
                    <a:pt x="257415" y="22904"/>
                  </a:cubicBezTo>
                  <a:close/>
                </a:path>
              </a:pathLst>
            </a:custGeom>
            <a:solidFill>
              <a:srgbClr val="00060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27"/>
            <p:cNvSpPr/>
            <p:nvPr/>
          </p:nvSpPr>
          <p:spPr>
            <a:xfrm flipH="1">
              <a:off x="7768907" y="4420971"/>
              <a:ext cx="256072" cy="80625"/>
            </a:xfrm>
            <a:custGeom>
              <a:rect b="b" l="l" r="r" t="t"/>
              <a:pathLst>
                <a:path extrusionOk="0" h="83333" w="264674">
                  <a:moveTo>
                    <a:pt x="223008" y="83334"/>
                  </a:moveTo>
                  <a:lnTo>
                    <a:pt x="41667" y="83334"/>
                  </a:lnTo>
                  <a:cubicBezTo>
                    <a:pt x="18661" y="83334"/>
                    <a:pt x="0" y="64673"/>
                    <a:pt x="0" y="41667"/>
                  </a:cubicBezTo>
                  <a:lnTo>
                    <a:pt x="0" y="41667"/>
                  </a:lnTo>
                  <a:cubicBezTo>
                    <a:pt x="0" y="18660"/>
                    <a:pt x="18661" y="0"/>
                    <a:pt x="41667" y="0"/>
                  </a:cubicBezTo>
                  <a:lnTo>
                    <a:pt x="223008" y="0"/>
                  </a:lnTo>
                  <a:cubicBezTo>
                    <a:pt x="246014" y="0"/>
                    <a:pt x="264675" y="18660"/>
                    <a:pt x="264675" y="41667"/>
                  </a:cubicBezTo>
                  <a:lnTo>
                    <a:pt x="264675" y="41667"/>
                  </a:lnTo>
                  <a:cubicBezTo>
                    <a:pt x="264675" y="64673"/>
                    <a:pt x="246014" y="83334"/>
                    <a:pt x="223008" y="83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7"/>
            <p:cNvSpPr/>
            <p:nvPr/>
          </p:nvSpPr>
          <p:spPr>
            <a:xfrm flipH="1">
              <a:off x="7631861" y="2991705"/>
              <a:ext cx="530294" cy="530215"/>
            </a:xfrm>
            <a:custGeom>
              <a:rect b="b" l="l" r="r" t="t"/>
              <a:pathLst>
                <a:path extrusionOk="0" h="548026" w="548107">
                  <a:moveTo>
                    <a:pt x="547884" y="274200"/>
                  </a:moveTo>
                  <a:cubicBezTo>
                    <a:pt x="554223" y="425326"/>
                    <a:pt x="425286" y="548026"/>
                    <a:pt x="274057" y="548026"/>
                  </a:cubicBezTo>
                  <a:cubicBezTo>
                    <a:pt x="122829" y="548026"/>
                    <a:pt x="-6210" y="425275"/>
                    <a:pt x="231" y="274200"/>
                  </a:cubicBezTo>
                  <a:cubicBezTo>
                    <a:pt x="6673" y="122563"/>
                    <a:pt x="123034" y="8196"/>
                    <a:pt x="274057" y="374"/>
                  </a:cubicBezTo>
                  <a:cubicBezTo>
                    <a:pt x="424007" y="-7448"/>
                    <a:pt x="540931" y="108248"/>
                    <a:pt x="547884" y="2742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7"/>
            <p:cNvSpPr/>
            <p:nvPr/>
          </p:nvSpPr>
          <p:spPr>
            <a:xfrm flipH="1">
              <a:off x="7746964" y="3109503"/>
              <a:ext cx="249555" cy="295127"/>
            </a:xfrm>
            <a:custGeom>
              <a:rect b="b" l="l" r="r" t="t"/>
              <a:pathLst>
                <a:path extrusionOk="0" h="305041" w="257938">
                  <a:moveTo>
                    <a:pt x="0" y="49351"/>
                  </a:moveTo>
                  <a:lnTo>
                    <a:pt x="0" y="255691"/>
                  </a:lnTo>
                  <a:cubicBezTo>
                    <a:pt x="0" y="294751"/>
                    <a:pt x="43252" y="318269"/>
                    <a:pt x="76023" y="297052"/>
                  </a:cubicBezTo>
                  <a:lnTo>
                    <a:pt x="235431" y="193881"/>
                  </a:lnTo>
                  <a:cubicBezTo>
                    <a:pt x="265442" y="174454"/>
                    <a:pt x="265442" y="130588"/>
                    <a:pt x="235431" y="111161"/>
                  </a:cubicBezTo>
                  <a:lnTo>
                    <a:pt x="76023" y="7990"/>
                  </a:lnTo>
                  <a:cubicBezTo>
                    <a:pt x="43252" y="-13227"/>
                    <a:pt x="0" y="10291"/>
                    <a:pt x="0" y="493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27"/>
            <p:cNvSpPr/>
            <p:nvPr/>
          </p:nvSpPr>
          <p:spPr>
            <a:xfrm flipH="1">
              <a:off x="7492232" y="3650690"/>
              <a:ext cx="809718" cy="15136"/>
            </a:xfrm>
            <a:custGeom>
              <a:rect b="b" l="l" r="r" t="t"/>
              <a:pathLst>
                <a:path extrusionOk="0" h="15644" w="836918">
                  <a:moveTo>
                    <a:pt x="829096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829096" y="0"/>
                  </a:lnTo>
                  <a:cubicBezTo>
                    <a:pt x="833442" y="0"/>
                    <a:pt x="836918" y="3528"/>
                    <a:pt x="836918" y="7822"/>
                  </a:cubicBezTo>
                  <a:cubicBezTo>
                    <a:pt x="836918" y="12117"/>
                    <a:pt x="833391" y="15644"/>
                    <a:pt x="829096" y="15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 flipH="1" rot="2700000">
              <a:off x="8106633" y="3621881"/>
              <a:ext cx="72705" cy="72705"/>
            </a:xfrm>
            <a:custGeom>
              <a:rect b="b" l="l" r="r" t="t"/>
              <a:pathLst>
                <a:path extrusionOk="0" h="75051" w="75051">
                  <a:moveTo>
                    <a:pt x="75052" y="37526"/>
                  </a:moveTo>
                  <a:cubicBezTo>
                    <a:pt x="75052" y="58251"/>
                    <a:pt x="58251" y="75052"/>
                    <a:pt x="37526" y="75052"/>
                  </a:cubicBezTo>
                  <a:cubicBezTo>
                    <a:pt x="16801" y="75052"/>
                    <a:pt x="0" y="58251"/>
                    <a:pt x="0" y="37526"/>
                  </a:cubicBezTo>
                  <a:cubicBezTo>
                    <a:pt x="0" y="16801"/>
                    <a:pt x="16801" y="0"/>
                    <a:pt x="37526" y="0"/>
                  </a:cubicBezTo>
                  <a:cubicBezTo>
                    <a:pt x="58251" y="0"/>
                    <a:pt x="75052" y="16801"/>
                    <a:pt x="75052" y="37526"/>
                  </a:cubicBezTo>
                  <a:close/>
                </a:path>
              </a:pathLst>
            </a:custGeom>
            <a:solidFill>
              <a:srgbClr val="F4BC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 flipH="1">
              <a:off x="7643398" y="3864554"/>
              <a:ext cx="507149" cy="15136"/>
            </a:xfrm>
            <a:custGeom>
              <a:rect b="b" l="l" r="r" t="t"/>
              <a:pathLst>
                <a:path extrusionOk="0" h="15644" w="524185">
                  <a:moveTo>
                    <a:pt x="516364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516364" y="0"/>
                  </a:lnTo>
                  <a:cubicBezTo>
                    <a:pt x="520709" y="0"/>
                    <a:pt x="524186" y="3528"/>
                    <a:pt x="524186" y="7822"/>
                  </a:cubicBezTo>
                  <a:cubicBezTo>
                    <a:pt x="524186" y="12117"/>
                    <a:pt x="520658" y="15644"/>
                    <a:pt x="516364" y="156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 flipH="1">
              <a:off x="7503355" y="3961415"/>
              <a:ext cx="787459" cy="15136"/>
            </a:xfrm>
            <a:custGeom>
              <a:rect b="b" l="l" r="r" t="t"/>
              <a:pathLst>
                <a:path extrusionOk="0" h="15644" w="813911">
                  <a:moveTo>
                    <a:pt x="806090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806090" y="0"/>
                  </a:lnTo>
                  <a:cubicBezTo>
                    <a:pt x="810435" y="0"/>
                    <a:pt x="813912" y="3528"/>
                    <a:pt x="813912" y="7822"/>
                  </a:cubicBezTo>
                  <a:cubicBezTo>
                    <a:pt x="813912" y="12117"/>
                    <a:pt x="810384" y="15644"/>
                    <a:pt x="806090" y="156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7"/>
            <p:cNvSpPr/>
            <p:nvPr/>
          </p:nvSpPr>
          <p:spPr>
            <a:xfrm flipH="1">
              <a:off x="7503355" y="4058276"/>
              <a:ext cx="787459" cy="15136"/>
            </a:xfrm>
            <a:custGeom>
              <a:rect b="b" l="l" r="r" t="t"/>
              <a:pathLst>
                <a:path extrusionOk="0" h="15644" w="813911">
                  <a:moveTo>
                    <a:pt x="806090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806090" y="0"/>
                  </a:lnTo>
                  <a:cubicBezTo>
                    <a:pt x="810435" y="0"/>
                    <a:pt x="813912" y="3528"/>
                    <a:pt x="813912" y="7822"/>
                  </a:cubicBezTo>
                  <a:cubicBezTo>
                    <a:pt x="813912" y="12117"/>
                    <a:pt x="810384" y="15644"/>
                    <a:pt x="806090" y="156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7"/>
            <p:cNvSpPr/>
            <p:nvPr/>
          </p:nvSpPr>
          <p:spPr>
            <a:xfrm flipH="1">
              <a:off x="7503355" y="4155086"/>
              <a:ext cx="787459" cy="15136"/>
            </a:xfrm>
            <a:custGeom>
              <a:rect b="b" l="l" r="r" t="t"/>
              <a:pathLst>
                <a:path extrusionOk="0" h="15644" w="813911">
                  <a:moveTo>
                    <a:pt x="806090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806090" y="0"/>
                  </a:lnTo>
                  <a:cubicBezTo>
                    <a:pt x="810435" y="0"/>
                    <a:pt x="813912" y="3528"/>
                    <a:pt x="813912" y="7822"/>
                  </a:cubicBezTo>
                  <a:cubicBezTo>
                    <a:pt x="813912" y="12117"/>
                    <a:pt x="810384" y="15644"/>
                    <a:pt x="806090" y="156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27"/>
            <p:cNvSpPr/>
            <p:nvPr/>
          </p:nvSpPr>
          <p:spPr>
            <a:xfrm flipH="1">
              <a:off x="5966345" y="823369"/>
              <a:ext cx="880995" cy="846618"/>
            </a:xfrm>
            <a:custGeom>
              <a:rect b="b" l="l" r="r" t="t"/>
              <a:pathLst>
                <a:path extrusionOk="0" h="875057" w="910589">
                  <a:moveTo>
                    <a:pt x="863043" y="0"/>
                  </a:moveTo>
                  <a:cubicBezTo>
                    <a:pt x="574493" y="6442"/>
                    <a:pt x="358183" y="6442"/>
                    <a:pt x="47546" y="0"/>
                  </a:cubicBezTo>
                  <a:cubicBezTo>
                    <a:pt x="21268" y="0"/>
                    <a:pt x="0" y="21268"/>
                    <a:pt x="0" y="47546"/>
                  </a:cubicBezTo>
                  <a:cubicBezTo>
                    <a:pt x="4550" y="367947"/>
                    <a:pt x="5368" y="552254"/>
                    <a:pt x="0" y="827511"/>
                  </a:cubicBezTo>
                  <a:cubicBezTo>
                    <a:pt x="0" y="853789"/>
                    <a:pt x="21268" y="875058"/>
                    <a:pt x="47546" y="875058"/>
                  </a:cubicBezTo>
                  <a:cubicBezTo>
                    <a:pt x="335125" y="865957"/>
                    <a:pt x="550873" y="865599"/>
                    <a:pt x="863043" y="875058"/>
                  </a:cubicBezTo>
                  <a:cubicBezTo>
                    <a:pt x="889321" y="875058"/>
                    <a:pt x="910589" y="853789"/>
                    <a:pt x="910589" y="827511"/>
                  </a:cubicBezTo>
                  <a:cubicBezTo>
                    <a:pt x="902103" y="520863"/>
                    <a:pt x="901796" y="339880"/>
                    <a:pt x="910589" y="47546"/>
                  </a:cubicBezTo>
                  <a:cubicBezTo>
                    <a:pt x="910589" y="21268"/>
                    <a:pt x="889321" y="0"/>
                    <a:pt x="8630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27"/>
            <p:cNvSpPr/>
            <p:nvPr/>
          </p:nvSpPr>
          <p:spPr>
            <a:xfrm flipH="1">
              <a:off x="6183009" y="973833"/>
              <a:ext cx="447397" cy="272939"/>
            </a:xfrm>
            <a:custGeom>
              <a:rect b="b" l="l" r="r" t="t"/>
              <a:pathLst>
                <a:path extrusionOk="0" h="282108" w="462426">
                  <a:moveTo>
                    <a:pt x="439472" y="0"/>
                  </a:moveTo>
                  <a:cubicBezTo>
                    <a:pt x="452149" y="0"/>
                    <a:pt x="462427" y="10277"/>
                    <a:pt x="462427" y="22955"/>
                  </a:cubicBezTo>
                  <a:lnTo>
                    <a:pt x="462427" y="259153"/>
                  </a:lnTo>
                  <a:cubicBezTo>
                    <a:pt x="462427" y="271831"/>
                    <a:pt x="452149" y="282108"/>
                    <a:pt x="439472" y="282108"/>
                  </a:cubicBezTo>
                  <a:lnTo>
                    <a:pt x="22955" y="282108"/>
                  </a:lnTo>
                  <a:cubicBezTo>
                    <a:pt x="10277" y="282108"/>
                    <a:pt x="0" y="271831"/>
                    <a:pt x="0" y="259153"/>
                  </a:cubicBezTo>
                  <a:lnTo>
                    <a:pt x="0" y="22955"/>
                  </a:lnTo>
                  <a:cubicBezTo>
                    <a:pt x="0" y="10277"/>
                    <a:pt x="10278" y="0"/>
                    <a:pt x="229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7"/>
            <p:cNvSpPr/>
            <p:nvPr/>
          </p:nvSpPr>
          <p:spPr>
            <a:xfrm flipH="1">
              <a:off x="6201072" y="1001473"/>
              <a:ext cx="407281" cy="124724"/>
            </a:xfrm>
            <a:custGeom>
              <a:rect b="b" l="l" r="r" t="t"/>
              <a:pathLst>
                <a:path extrusionOk="0" h="128914" w="420962">
                  <a:moveTo>
                    <a:pt x="208408" y="128914"/>
                  </a:moveTo>
                  <a:cubicBezTo>
                    <a:pt x="207028" y="128914"/>
                    <a:pt x="205647" y="128556"/>
                    <a:pt x="204420" y="127892"/>
                  </a:cubicBezTo>
                  <a:lnTo>
                    <a:pt x="4163" y="15212"/>
                  </a:lnTo>
                  <a:cubicBezTo>
                    <a:pt x="227" y="13013"/>
                    <a:pt x="-1154" y="8054"/>
                    <a:pt x="1045" y="4169"/>
                  </a:cubicBezTo>
                  <a:cubicBezTo>
                    <a:pt x="3243" y="232"/>
                    <a:pt x="8202" y="-1148"/>
                    <a:pt x="12088" y="1050"/>
                  </a:cubicBezTo>
                  <a:lnTo>
                    <a:pt x="208408" y="111532"/>
                  </a:lnTo>
                  <a:lnTo>
                    <a:pt x="408921" y="999"/>
                  </a:lnTo>
                  <a:cubicBezTo>
                    <a:pt x="412858" y="-1148"/>
                    <a:pt x="417765" y="283"/>
                    <a:pt x="419964" y="4169"/>
                  </a:cubicBezTo>
                  <a:cubicBezTo>
                    <a:pt x="422111" y="8105"/>
                    <a:pt x="420680" y="13065"/>
                    <a:pt x="416794" y="15212"/>
                  </a:cubicBezTo>
                  <a:lnTo>
                    <a:pt x="212345" y="127892"/>
                  </a:lnTo>
                  <a:cubicBezTo>
                    <a:pt x="211118" y="128556"/>
                    <a:pt x="209789" y="128914"/>
                    <a:pt x="208408" y="128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7"/>
            <p:cNvSpPr/>
            <p:nvPr/>
          </p:nvSpPr>
          <p:spPr>
            <a:xfrm flipH="1">
              <a:off x="6314207" y="1365581"/>
              <a:ext cx="192363" cy="15729"/>
            </a:xfrm>
            <a:custGeom>
              <a:rect b="b" l="l" r="r" t="t"/>
              <a:pathLst>
                <a:path extrusionOk="0" h="16257" w="198825">
                  <a:moveTo>
                    <a:pt x="190697" y="16258"/>
                  </a:moveTo>
                  <a:lnTo>
                    <a:pt x="8129" y="16258"/>
                  </a:lnTo>
                  <a:cubicBezTo>
                    <a:pt x="3630" y="16258"/>
                    <a:pt x="0" y="12628"/>
                    <a:pt x="0" y="8129"/>
                  </a:cubicBezTo>
                  <a:cubicBezTo>
                    <a:pt x="0" y="3630"/>
                    <a:pt x="3630" y="0"/>
                    <a:pt x="8129" y="0"/>
                  </a:cubicBezTo>
                  <a:lnTo>
                    <a:pt x="190697" y="0"/>
                  </a:lnTo>
                  <a:cubicBezTo>
                    <a:pt x="195196" y="0"/>
                    <a:pt x="198826" y="3630"/>
                    <a:pt x="198826" y="8129"/>
                  </a:cubicBezTo>
                  <a:cubicBezTo>
                    <a:pt x="198826" y="12628"/>
                    <a:pt x="195196" y="16258"/>
                    <a:pt x="190697" y="16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7"/>
            <p:cNvSpPr/>
            <p:nvPr/>
          </p:nvSpPr>
          <p:spPr>
            <a:xfrm flipH="1">
              <a:off x="6185781" y="1433438"/>
              <a:ext cx="449376" cy="15729"/>
            </a:xfrm>
            <a:custGeom>
              <a:rect b="b" l="l" r="r" t="t"/>
              <a:pathLst>
                <a:path extrusionOk="0" h="16257" w="464471">
                  <a:moveTo>
                    <a:pt x="456343" y="16258"/>
                  </a:moveTo>
                  <a:lnTo>
                    <a:pt x="8129" y="16258"/>
                  </a:lnTo>
                  <a:cubicBezTo>
                    <a:pt x="3630" y="16258"/>
                    <a:pt x="0" y="12628"/>
                    <a:pt x="0" y="8129"/>
                  </a:cubicBezTo>
                  <a:cubicBezTo>
                    <a:pt x="0" y="3630"/>
                    <a:pt x="3630" y="0"/>
                    <a:pt x="8129" y="0"/>
                  </a:cubicBezTo>
                  <a:lnTo>
                    <a:pt x="456343" y="0"/>
                  </a:lnTo>
                  <a:cubicBezTo>
                    <a:pt x="460842" y="0"/>
                    <a:pt x="464472" y="3630"/>
                    <a:pt x="464472" y="8129"/>
                  </a:cubicBezTo>
                  <a:cubicBezTo>
                    <a:pt x="464472" y="12628"/>
                    <a:pt x="460842" y="16258"/>
                    <a:pt x="456343" y="16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7"/>
            <p:cNvSpPr/>
            <p:nvPr/>
          </p:nvSpPr>
          <p:spPr>
            <a:xfrm flipH="1">
              <a:off x="6185781" y="1501245"/>
              <a:ext cx="449376" cy="15729"/>
            </a:xfrm>
            <a:custGeom>
              <a:rect b="b" l="l" r="r" t="t"/>
              <a:pathLst>
                <a:path extrusionOk="0" h="16257" w="464471">
                  <a:moveTo>
                    <a:pt x="456343" y="16258"/>
                  </a:moveTo>
                  <a:lnTo>
                    <a:pt x="8129" y="16258"/>
                  </a:lnTo>
                  <a:cubicBezTo>
                    <a:pt x="3630" y="16258"/>
                    <a:pt x="0" y="12628"/>
                    <a:pt x="0" y="8129"/>
                  </a:cubicBezTo>
                  <a:cubicBezTo>
                    <a:pt x="0" y="3630"/>
                    <a:pt x="3630" y="0"/>
                    <a:pt x="8129" y="0"/>
                  </a:cubicBezTo>
                  <a:lnTo>
                    <a:pt x="456343" y="0"/>
                  </a:lnTo>
                  <a:cubicBezTo>
                    <a:pt x="460842" y="0"/>
                    <a:pt x="464472" y="3630"/>
                    <a:pt x="464472" y="8129"/>
                  </a:cubicBezTo>
                  <a:cubicBezTo>
                    <a:pt x="464472" y="12628"/>
                    <a:pt x="460842" y="16258"/>
                    <a:pt x="456343" y="16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7"/>
            <p:cNvSpPr/>
            <p:nvPr/>
          </p:nvSpPr>
          <p:spPr>
            <a:xfrm flipH="1">
              <a:off x="5836111" y="700921"/>
              <a:ext cx="305585" cy="297968"/>
            </a:xfrm>
            <a:custGeom>
              <a:rect b="b" l="l" r="r" t="t"/>
              <a:pathLst>
                <a:path extrusionOk="0" h="307977" w="315850">
                  <a:moveTo>
                    <a:pt x="315851" y="153989"/>
                  </a:moveTo>
                  <a:lnTo>
                    <a:pt x="278479" y="181545"/>
                  </a:lnTo>
                  <a:lnTo>
                    <a:pt x="300207" y="222548"/>
                  </a:lnTo>
                  <a:lnTo>
                    <a:pt x="254603" y="231086"/>
                  </a:lnTo>
                  <a:lnTo>
                    <a:pt x="256392" y="277456"/>
                  </a:lnTo>
                  <a:lnTo>
                    <a:pt x="211556" y="265391"/>
                  </a:lnTo>
                  <a:lnTo>
                    <a:pt x="193048" y="307978"/>
                  </a:lnTo>
                  <a:lnTo>
                    <a:pt x="157925" y="277609"/>
                  </a:lnTo>
                  <a:lnTo>
                    <a:pt x="122802" y="307978"/>
                  </a:lnTo>
                  <a:lnTo>
                    <a:pt x="104295" y="265391"/>
                  </a:lnTo>
                  <a:lnTo>
                    <a:pt x="59458" y="277456"/>
                  </a:lnTo>
                  <a:lnTo>
                    <a:pt x="61248" y="231086"/>
                  </a:lnTo>
                  <a:lnTo>
                    <a:pt x="15644" y="222548"/>
                  </a:lnTo>
                  <a:lnTo>
                    <a:pt x="37372" y="181545"/>
                  </a:lnTo>
                  <a:lnTo>
                    <a:pt x="0" y="153989"/>
                  </a:lnTo>
                  <a:lnTo>
                    <a:pt x="37372" y="126432"/>
                  </a:lnTo>
                  <a:lnTo>
                    <a:pt x="15644" y="85430"/>
                  </a:lnTo>
                  <a:lnTo>
                    <a:pt x="61248" y="76892"/>
                  </a:lnTo>
                  <a:lnTo>
                    <a:pt x="59458" y="30522"/>
                  </a:lnTo>
                  <a:lnTo>
                    <a:pt x="104295" y="42587"/>
                  </a:lnTo>
                  <a:lnTo>
                    <a:pt x="122802" y="0"/>
                  </a:lnTo>
                  <a:lnTo>
                    <a:pt x="157925" y="30368"/>
                  </a:lnTo>
                  <a:lnTo>
                    <a:pt x="193048" y="0"/>
                  </a:lnTo>
                  <a:lnTo>
                    <a:pt x="211556" y="42587"/>
                  </a:lnTo>
                  <a:lnTo>
                    <a:pt x="256392" y="30522"/>
                  </a:lnTo>
                  <a:lnTo>
                    <a:pt x="254603" y="76943"/>
                  </a:lnTo>
                  <a:lnTo>
                    <a:pt x="300207" y="85430"/>
                  </a:lnTo>
                  <a:lnTo>
                    <a:pt x="278479" y="126432"/>
                  </a:lnTo>
                  <a:lnTo>
                    <a:pt x="315851" y="1539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7"/>
            <p:cNvSpPr/>
            <p:nvPr/>
          </p:nvSpPr>
          <p:spPr>
            <a:xfrm flipH="1">
              <a:off x="7317612" y="1005243"/>
              <a:ext cx="1229713" cy="895884"/>
            </a:xfrm>
            <a:custGeom>
              <a:rect b="b" l="l" r="r" t="t"/>
              <a:pathLst>
                <a:path extrusionOk="0" h="925978" w="1271021">
                  <a:moveTo>
                    <a:pt x="1226747" y="0"/>
                  </a:moveTo>
                  <a:cubicBezTo>
                    <a:pt x="957931" y="6033"/>
                    <a:pt x="333694" y="6033"/>
                    <a:pt x="44274" y="0"/>
                  </a:cubicBezTo>
                  <a:cubicBezTo>
                    <a:pt x="19837" y="0"/>
                    <a:pt x="0" y="19837"/>
                    <a:pt x="0" y="44274"/>
                  </a:cubicBezTo>
                  <a:cubicBezTo>
                    <a:pt x="4243" y="342743"/>
                    <a:pt x="5010" y="625260"/>
                    <a:pt x="0" y="881704"/>
                  </a:cubicBezTo>
                  <a:cubicBezTo>
                    <a:pt x="0" y="906142"/>
                    <a:pt x="19837" y="925978"/>
                    <a:pt x="44274" y="925978"/>
                  </a:cubicBezTo>
                  <a:cubicBezTo>
                    <a:pt x="312170" y="917491"/>
                    <a:pt x="935896" y="917133"/>
                    <a:pt x="1226747" y="925978"/>
                  </a:cubicBezTo>
                  <a:cubicBezTo>
                    <a:pt x="1251185" y="925978"/>
                    <a:pt x="1271022" y="906142"/>
                    <a:pt x="1271022" y="881704"/>
                  </a:cubicBezTo>
                  <a:cubicBezTo>
                    <a:pt x="1263097" y="596017"/>
                    <a:pt x="1262842" y="316669"/>
                    <a:pt x="1271022" y="44274"/>
                  </a:cubicBezTo>
                  <a:cubicBezTo>
                    <a:pt x="1271022" y="19837"/>
                    <a:pt x="1251185" y="0"/>
                    <a:pt x="1226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7"/>
            <p:cNvSpPr/>
            <p:nvPr/>
          </p:nvSpPr>
          <p:spPr>
            <a:xfrm flipH="1">
              <a:off x="7412899" y="1116952"/>
              <a:ext cx="1008117" cy="661575"/>
            </a:xfrm>
            <a:custGeom>
              <a:rect b="b" l="l" r="r" t="t"/>
              <a:pathLst>
                <a:path extrusionOk="0" h="683798" w="1041981">
                  <a:moveTo>
                    <a:pt x="1034466" y="683798"/>
                  </a:moveTo>
                  <a:lnTo>
                    <a:pt x="7567" y="683798"/>
                  </a:lnTo>
                  <a:cubicBezTo>
                    <a:pt x="3374" y="683798"/>
                    <a:pt x="0" y="680424"/>
                    <a:pt x="0" y="676232"/>
                  </a:cubicBezTo>
                  <a:lnTo>
                    <a:pt x="0" y="7566"/>
                  </a:lnTo>
                  <a:cubicBezTo>
                    <a:pt x="0" y="3374"/>
                    <a:pt x="3374" y="0"/>
                    <a:pt x="7567" y="0"/>
                  </a:cubicBezTo>
                  <a:cubicBezTo>
                    <a:pt x="11759" y="0"/>
                    <a:pt x="15133" y="3374"/>
                    <a:pt x="15133" y="7566"/>
                  </a:cubicBezTo>
                  <a:lnTo>
                    <a:pt x="15133" y="668665"/>
                  </a:lnTo>
                  <a:lnTo>
                    <a:pt x="1034415" y="668665"/>
                  </a:lnTo>
                  <a:cubicBezTo>
                    <a:pt x="1038607" y="668665"/>
                    <a:pt x="1041981" y="672040"/>
                    <a:pt x="1041981" y="676232"/>
                  </a:cubicBezTo>
                  <a:cubicBezTo>
                    <a:pt x="1041981" y="680424"/>
                    <a:pt x="1038607" y="683798"/>
                    <a:pt x="1034415" y="683798"/>
                  </a:cubicBezTo>
                  <a:close/>
                </a:path>
              </a:pathLst>
            </a:custGeom>
            <a:solidFill>
              <a:srgbClr val="00060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7"/>
            <p:cNvSpPr/>
            <p:nvPr/>
          </p:nvSpPr>
          <p:spPr>
            <a:xfrm flipH="1">
              <a:off x="8189179" y="1349081"/>
              <a:ext cx="151507" cy="366722"/>
            </a:xfrm>
            <a:custGeom>
              <a:rect b="b" l="l" r="r" t="t"/>
              <a:pathLst>
                <a:path extrusionOk="0" h="379041" w="156596">
                  <a:moveTo>
                    <a:pt x="0" y="0"/>
                  </a:moveTo>
                  <a:lnTo>
                    <a:pt x="156596" y="0"/>
                  </a:lnTo>
                  <a:lnTo>
                    <a:pt x="156596" y="379042"/>
                  </a:lnTo>
                  <a:lnTo>
                    <a:pt x="0" y="3790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7"/>
            <p:cNvSpPr/>
            <p:nvPr/>
          </p:nvSpPr>
          <p:spPr>
            <a:xfrm flipH="1">
              <a:off x="7957000" y="1190897"/>
              <a:ext cx="151507" cy="524857"/>
            </a:xfrm>
            <a:custGeom>
              <a:rect b="b" l="l" r="r" t="t"/>
              <a:pathLst>
                <a:path extrusionOk="0" h="542488" w="156596">
                  <a:moveTo>
                    <a:pt x="0" y="0"/>
                  </a:moveTo>
                  <a:lnTo>
                    <a:pt x="156596" y="0"/>
                  </a:lnTo>
                  <a:lnTo>
                    <a:pt x="156596" y="542489"/>
                  </a:lnTo>
                  <a:lnTo>
                    <a:pt x="0" y="5424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7"/>
            <p:cNvSpPr/>
            <p:nvPr/>
          </p:nvSpPr>
          <p:spPr>
            <a:xfrm flipH="1">
              <a:off x="7724821" y="1434806"/>
              <a:ext cx="151507" cy="281101"/>
            </a:xfrm>
            <a:custGeom>
              <a:rect b="b" l="l" r="r" t="t"/>
              <a:pathLst>
                <a:path extrusionOk="0" h="290544" w="156596">
                  <a:moveTo>
                    <a:pt x="0" y="0"/>
                  </a:moveTo>
                  <a:lnTo>
                    <a:pt x="156596" y="0"/>
                  </a:lnTo>
                  <a:lnTo>
                    <a:pt x="156596" y="290544"/>
                  </a:lnTo>
                  <a:lnTo>
                    <a:pt x="0" y="29054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7"/>
            <p:cNvSpPr/>
            <p:nvPr/>
          </p:nvSpPr>
          <p:spPr>
            <a:xfrm flipH="1">
              <a:off x="7492643" y="1309535"/>
              <a:ext cx="151507" cy="406244"/>
            </a:xfrm>
            <a:custGeom>
              <a:rect b="b" l="l" r="r" t="t"/>
              <a:pathLst>
                <a:path extrusionOk="0" h="419890" w="156596">
                  <a:moveTo>
                    <a:pt x="0" y="0"/>
                  </a:moveTo>
                  <a:lnTo>
                    <a:pt x="156596" y="0"/>
                  </a:lnTo>
                  <a:lnTo>
                    <a:pt x="156596" y="419891"/>
                  </a:lnTo>
                  <a:lnTo>
                    <a:pt x="0" y="4198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6" name="Google Shape;326;p27"/>
            <p:cNvGrpSpPr/>
            <p:nvPr/>
          </p:nvGrpSpPr>
          <p:grpSpPr>
            <a:xfrm>
              <a:off x="5651545" y="1313858"/>
              <a:ext cx="1949368" cy="3240955"/>
              <a:chOff x="5862370" y="1313858"/>
              <a:chExt cx="1949368" cy="3240955"/>
            </a:xfrm>
          </p:grpSpPr>
          <p:sp>
            <p:nvSpPr>
              <p:cNvPr id="327" name="Google Shape;327;p27"/>
              <p:cNvSpPr/>
              <p:nvPr/>
            </p:nvSpPr>
            <p:spPr>
              <a:xfrm flipH="1">
                <a:off x="5862370" y="1467009"/>
                <a:ext cx="506470" cy="331836"/>
              </a:xfrm>
              <a:custGeom>
                <a:rect b="b" l="l" r="r" t="t"/>
                <a:pathLst>
                  <a:path extrusionOk="0" h="342983" w="523483">
                    <a:moveTo>
                      <a:pt x="70553" y="113483"/>
                    </a:moveTo>
                    <a:cubicBezTo>
                      <a:pt x="89929" y="91142"/>
                      <a:pt x="98518" y="59188"/>
                      <a:pt x="93048" y="30149"/>
                    </a:cubicBezTo>
                    <a:cubicBezTo>
                      <a:pt x="90440" y="16346"/>
                      <a:pt x="99541" y="3053"/>
                      <a:pt x="113344" y="446"/>
                    </a:cubicBezTo>
                    <a:cubicBezTo>
                      <a:pt x="127148" y="-2162"/>
                      <a:pt x="140441" y="6939"/>
                      <a:pt x="143048" y="20742"/>
                    </a:cubicBezTo>
                    <a:cubicBezTo>
                      <a:pt x="150308" y="59188"/>
                      <a:pt x="141770" y="99424"/>
                      <a:pt x="120297" y="131786"/>
                    </a:cubicBezTo>
                    <a:cubicBezTo>
                      <a:pt x="142639" y="123044"/>
                      <a:pt x="166208" y="116653"/>
                      <a:pt x="189725" y="113279"/>
                    </a:cubicBezTo>
                    <a:cubicBezTo>
                      <a:pt x="189725" y="113279"/>
                      <a:pt x="189828" y="113279"/>
                      <a:pt x="189879" y="113279"/>
                    </a:cubicBezTo>
                    <a:cubicBezTo>
                      <a:pt x="282415" y="92318"/>
                      <a:pt x="366311" y="117624"/>
                      <a:pt x="370146" y="118800"/>
                    </a:cubicBezTo>
                    <a:cubicBezTo>
                      <a:pt x="382314" y="122584"/>
                      <a:pt x="389522" y="134649"/>
                      <a:pt x="387682" y="146868"/>
                    </a:cubicBezTo>
                    <a:cubicBezTo>
                      <a:pt x="403940" y="149987"/>
                      <a:pt x="414062" y="153054"/>
                      <a:pt x="415289" y="153412"/>
                    </a:cubicBezTo>
                    <a:cubicBezTo>
                      <a:pt x="427457" y="157195"/>
                      <a:pt x="434666" y="169261"/>
                      <a:pt x="432825" y="181480"/>
                    </a:cubicBezTo>
                    <a:cubicBezTo>
                      <a:pt x="449083" y="184598"/>
                      <a:pt x="459155" y="187666"/>
                      <a:pt x="460433" y="188024"/>
                    </a:cubicBezTo>
                    <a:cubicBezTo>
                      <a:pt x="472601" y="191807"/>
                      <a:pt x="479809" y="203873"/>
                      <a:pt x="477969" y="216091"/>
                    </a:cubicBezTo>
                    <a:cubicBezTo>
                      <a:pt x="494227" y="219210"/>
                      <a:pt x="504349" y="222278"/>
                      <a:pt x="505576" y="222635"/>
                    </a:cubicBezTo>
                    <a:cubicBezTo>
                      <a:pt x="518971" y="226777"/>
                      <a:pt x="526487" y="240989"/>
                      <a:pt x="522345" y="254435"/>
                    </a:cubicBezTo>
                    <a:cubicBezTo>
                      <a:pt x="518204" y="267830"/>
                      <a:pt x="504196" y="275192"/>
                      <a:pt x="490545" y="271307"/>
                    </a:cubicBezTo>
                    <a:cubicBezTo>
                      <a:pt x="489779" y="271102"/>
                      <a:pt x="423367" y="251368"/>
                      <a:pt x="349389" y="264251"/>
                    </a:cubicBezTo>
                    <a:cubicBezTo>
                      <a:pt x="246525" y="293495"/>
                      <a:pt x="216770" y="342984"/>
                      <a:pt x="216770" y="342984"/>
                    </a:cubicBezTo>
                    <a:lnTo>
                      <a:pt x="0" y="230304"/>
                    </a:lnTo>
                    <a:cubicBezTo>
                      <a:pt x="10583" y="173146"/>
                      <a:pt x="36708" y="150754"/>
                      <a:pt x="70502" y="113483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27"/>
              <p:cNvSpPr/>
              <p:nvPr/>
            </p:nvSpPr>
            <p:spPr>
              <a:xfrm flipH="1">
                <a:off x="6005341" y="1595714"/>
                <a:ext cx="153946" cy="17822"/>
              </a:xfrm>
              <a:custGeom>
                <a:rect b="b" l="l" r="r" t="t"/>
                <a:pathLst>
                  <a:path extrusionOk="0" h="18421" w="159117">
                    <a:moveTo>
                      <a:pt x="153280" y="18422"/>
                    </a:moveTo>
                    <a:cubicBezTo>
                      <a:pt x="152973" y="18422"/>
                      <a:pt x="152717" y="18422"/>
                      <a:pt x="152410" y="18371"/>
                    </a:cubicBezTo>
                    <a:cubicBezTo>
                      <a:pt x="63453" y="5129"/>
                      <a:pt x="7522" y="15763"/>
                      <a:pt x="6960" y="15865"/>
                    </a:cubicBezTo>
                    <a:cubicBezTo>
                      <a:pt x="3790" y="16479"/>
                      <a:pt x="722" y="14434"/>
                      <a:pt x="109" y="11264"/>
                    </a:cubicBezTo>
                    <a:cubicBezTo>
                      <a:pt x="-505" y="8094"/>
                      <a:pt x="1540" y="5027"/>
                      <a:pt x="4710" y="4413"/>
                    </a:cubicBezTo>
                    <a:cubicBezTo>
                      <a:pt x="7062" y="3953"/>
                      <a:pt x="63197" y="-6681"/>
                      <a:pt x="154149" y="6816"/>
                    </a:cubicBezTo>
                    <a:cubicBezTo>
                      <a:pt x="157318" y="7276"/>
                      <a:pt x="159517" y="10242"/>
                      <a:pt x="159057" y="13463"/>
                    </a:cubicBezTo>
                    <a:cubicBezTo>
                      <a:pt x="158648" y="16377"/>
                      <a:pt x="156143" y="18422"/>
                      <a:pt x="153280" y="18422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27"/>
              <p:cNvSpPr/>
              <p:nvPr/>
            </p:nvSpPr>
            <p:spPr>
              <a:xfrm flipH="1">
                <a:off x="5960944" y="1631746"/>
                <a:ext cx="153896" cy="17822"/>
              </a:xfrm>
              <a:custGeom>
                <a:rect b="b" l="l" r="r" t="t"/>
                <a:pathLst>
                  <a:path extrusionOk="0" h="18421" w="159066">
                    <a:moveTo>
                      <a:pt x="153279" y="18422"/>
                    </a:moveTo>
                    <a:cubicBezTo>
                      <a:pt x="152973" y="18422"/>
                      <a:pt x="152717" y="18422"/>
                      <a:pt x="152410" y="18371"/>
                    </a:cubicBezTo>
                    <a:cubicBezTo>
                      <a:pt x="63708" y="5180"/>
                      <a:pt x="7522" y="15763"/>
                      <a:pt x="6959" y="15865"/>
                    </a:cubicBezTo>
                    <a:cubicBezTo>
                      <a:pt x="3790" y="16479"/>
                      <a:pt x="722" y="14434"/>
                      <a:pt x="109" y="11264"/>
                    </a:cubicBezTo>
                    <a:cubicBezTo>
                      <a:pt x="-505" y="8094"/>
                      <a:pt x="1540" y="5027"/>
                      <a:pt x="4710" y="4413"/>
                    </a:cubicBezTo>
                    <a:cubicBezTo>
                      <a:pt x="7062" y="3953"/>
                      <a:pt x="63197" y="-6681"/>
                      <a:pt x="154097" y="6816"/>
                    </a:cubicBezTo>
                    <a:cubicBezTo>
                      <a:pt x="157267" y="7276"/>
                      <a:pt x="159466" y="10242"/>
                      <a:pt x="159006" y="13463"/>
                    </a:cubicBezTo>
                    <a:cubicBezTo>
                      <a:pt x="158597" y="16377"/>
                      <a:pt x="156091" y="18422"/>
                      <a:pt x="153228" y="18422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7"/>
              <p:cNvSpPr/>
              <p:nvPr/>
            </p:nvSpPr>
            <p:spPr>
              <a:xfrm flipH="1">
                <a:off x="5926050" y="1666690"/>
                <a:ext cx="153946" cy="17822"/>
              </a:xfrm>
              <a:custGeom>
                <a:rect b="b" l="l" r="r" t="t"/>
                <a:pathLst>
                  <a:path extrusionOk="0" h="18421" w="159117">
                    <a:moveTo>
                      <a:pt x="153279" y="18422"/>
                    </a:moveTo>
                    <a:cubicBezTo>
                      <a:pt x="152973" y="18422"/>
                      <a:pt x="152717" y="18422"/>
                      <a:pt x="152410" y="18371"/>
                    </a:cubicBezTo>
                    <a:cubicBezTo>
                      <a:pt x="63657" y="5129"/>
                      <a:pt x="7522" y="15763"/>
                      <a:pt x="6959" y="15865"/>
                    </a:cubicBezTo>
                    <a:cubicBezTo>
                      <a:pt x="3790" y="16479"/>
                      <a:pt x="722" y="14434"/>
                      <a:pt x="109" y="11264"/>
                    </a:cubicBezTo>
                    <a:cubicBezTo>
                      <a:pt x="-505" y="8094"/>
                      <a:pt x="1540" y="5027"/>
                      <a:pt x="4710" y="4413"/>
                    </a:cubicBezTo>
                    <a:cubicBezTo>
                      <a:pt x="7062" y="3953"/>
                      <a:pt x="63248" y="-6681"/>
                      <a:pt x="154149" y="6816"/>
                    </a:cubicBezTo>
                    <a:cubicBezTo>
                      <a:pt x="157318" y="7276"/>
                      <a:pt x="159517" y="10242"/>
                      <a:pt x="159057" y="13463"/>
                    </a:cubicBezTo>
                    <a:cubicBezTo>
                      <a:pt x="158648" y="16377"/>
                      <a:pt x="156142" y="18422"/>
                      <a:pt x="153279" y="18422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27"/>
              <p:cNvSpPr/>
              <p:nvPr/>
            </p:nvSpPr>
            <p:spPr>
              <a:xfrm flipH="1">
                <a:off x="6110198" y="1649502"/>
                <a:ext cx="164653" cy="48800"/>
              </a:xfrm>
              <a:custGeom>
                <a:rect b="b" l="l" r="r" t="t"/>
                <a:pathLst>
                  <a:path extrusionOk="0" h="50439" w="170184">
                    <a:moveTo>
                      <a:pt x="164318" y="50439"/>
                    </a:moveTo>
                    <a:cubicBezTo>
                      <a:pt x="162835" y="50439"/>
                      <a:pt x="161353" y="49877"/>
                      <a:pt x="160228" y="48752"/>
                    </a:cubicBezTo>
                    <a:cubicBezTo>
                      <a:pt x="135688" y="24366"/>
                      <a:pt x="100412" y="10511"/>
                      <a:pt x="65851" y="11738"/>
                    </a:cubicBezTo>
                    <a:cubicBezTo>
                      <a:pt x="52916" y="12198"/>
                      <a:pt x="42231" y="14601"/>
                      <a:pt x="33182" y="19048"/>
                    </a:cubicBezTo>
                    <a:cubicBezTo>
                      <a:pt x="22957" y="24110"/>
                      <a:pt x="14931" y="32188"/>
                      <a:pt x="11250" y="41288"/>
                    </a:cubicBezTo>
                    <a:cubicBezTo>
                      <a:pt x="10023" y="44253"/>
                      <a:pt x="6648" y="45685"/>
                      <a:pt x="3632" y="44509"/>
                    </a:cubicBezTo>
                    <a:cubicBezTo>
                      <a:pt x="667" y="43282"/>
                      <a:pt x="-765" y="39908"/>
                      <a:pt x="411" y="36891"/>
                    </a:cubicBezTo>
                    <a:cubicBezTo>
                      <a:pt x="5268" y="25030"/>
                      <a:pt x="15033" y="14958"/>
                      <a:pt x="28019" y="8568"/>
                    </a:cubicBezTo>
                    <a:cubicBezTo>
                      <a:pt x="38550" y="3353"/>
                      <a:pt x="50769" y="592"/>
                      <a:pt x="65442" y="81"/>
                    </a:cubicBezTo>
                    <a:cubicBezTo>
                      <a:pt x="103173" y="-1248"/>
                      <a:pt x="141670" y="13834"/>
                      <a:pt x="168459" y="40470"/>
                    </a:cubicBezTo>
                    <a:cubicBezTo>
                      <a:pt x="170760" y="42719"/>
                      <a:pt x="170760" y="46452"/>
                      <a:pt x="168459" y="48701"/>
                    </a:cubicBezTo>
                    <a:cubicBezTo>
                      <a:pt x="167334" y="49826"/>
                      <a:pt x="165801" y="50439"/>
                      <a:pt x="164318" y="5043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27"/>
              <p:cNvSpPr/>
              <p:nvPr/>
            </p:nvSpPr>
            <p:spPr>
              <a:xfrm flipH="1">
                <a:off x="6149825" y="1674823"/>
                <a:ext cx="709703" cy="840286"/>
              </a:xfrm>
              <a:custGeom>
                <a:rect b="b" l="l" r="r" t="t"/>
                <a:pathLst>
                  <a:path extrusionOk="0" h="868513" w="733543">
                    <a:moveTo>
                      <a:pt x="733543" y="117179"/>
                    </a:moveTo>
                    <a:cubicBezTo>
                      <a:pt x="683696" y="213447"/>
                      <a:pt x="662888" y="347855"/>
                      <a:pt x="644586" y="466363"/>
                    </a:cubicBezTo>
                    <a:cubicBezTo>
                      <a:pt x="638451" y="505985"/>
                      <a:pt x="632469" y="544687"/>
                      <a:pt x="625516" y="581190"/>
                    </a:cubicBezTo>
                    <a:cubicBezTo>
                      <a:pt x="621426" y="602918"/>
                      <a:pt x="616927" y="623931"/>
                      <a:pt x="611866" y="643870"/>
                    </a:cubicBezTo>
                    <a:cubicBezTo>
                      <a:pt x="606549" y="665087"/>
                      <a:pt x="600516" y="685179"/>
                      <a:pt x="593563" y="703840"/>
                    </a:cubicBezTo>
                    <a:cubicBezTo>
                      <a:pt x="559156" y="796325"/>
                      <a:pt x="505576" y="838043"/>
                      <a:pt x="457212" y="855886"/>
                    </a:cubicBezTo>
                    <a:cubicBezTo>
                      <a:pt x="452611" y="857624"/>
                      <a:pt x="448009" y="859107"/>
                      <a:pt x="443562" y="860436"/>
                    </a:cubicBezTo>
                    <a:cubicBezTo>
                      <a:pt x="422140" y="866622"/>
                      <a:pt x="402304" y="868514"/>
                      <a:pt x="386302" y="868514"/>
                    </a:cubicBezTo>
                    <a:cubicBezTo>
                      <a:pt x="379860" y="868514"/>
                      <a:pt x="374031" y="868258"/>
                      <a:pt x="369021" y="867798"/>
                    </a:cubicBezTo>
                    <a:cubicBezTo>
                      <a:pt x="340289" y="865344"/>
                      <a:pt x="313499" y="857164"/>
                      <a:pt x="288908" y="843156"/>
                    </a:cubicBezTo>
                    <a:cubicBezTo>
                      <a:pt x="284256" y="840548"/>
                      <a:pt x="279706" y="837736"/>
                      <a:pt x="275258" y="834669"/>
                    </a:cubicBezTo>
                    <a:cubicBezTo>
                      <a:pt x="242129" y="812480"/>
                      <a:pt x="213090" y="779300"/>
                      <a:pt x="188243" y="735333"/>
                    </a:cubicBezTo>
                    <a:cubicBezTo>
                      <a:pt x="183590" y="727153"/>
                      <a:pt x="179142" y="718564"/>
                      <a:pt x="174797" y="709617"/>
                    </a:cubicBezTo>
                    <a:cubicBezTo>
                      <a:pt x="153836" y="666365"/>
                      <a:pt x="136913" y="617131"/>
                      <a:pt x="120553" y="564728"/>
                    </a:cubicBezTo>
                    <a:cubicBezTo>
                      <a:pt x="116003" y="550055"/>
                      <a:pt x="111453" y="535076"/>
                      <a:pt x="106903" y="519891"/>
                    </a:cubicBezTo>
                    <a:cubicBezTo>
                      <a:pt x="105573" y="515392"/>
                      <a:pt x="104193" y="510893"/>
                      <a:pt x="102864" y="506343"/>
                    </a:cubicBezTo>
                    <a:cubicBezTo>
                      <a:pt x="84254" y="444431"/>
                      <a:pt x="64980" y="380371"/>
                      <a:pt x="42843" y="330626"/>
                    </a:cubicBezTo>
                    <a:cubicBezTo>
                      <a:pt x="18916" y="276791"/>
                      <a:pt x="2147" y="264215"/>
                      <a:pt x="0" y="262732"/>
                    </a:cubicBezTo>
                    <a:cubicBezTo>
                      <a:pt x="971" y="263192"/>
                      <a:pt x="2914" y="263806"/>
                      <a:pt x="4652" y="263908"/>
                    </a:cubicBezTo>
                    <a:lnTo>
                      <a:pt x="18558" y="9509"/>
                    </a:lnTo>
                    <a:cubicBezTo>
                      <a:pt x="19223" y="9509"/>
                      <a:pt x="19990" y="9612"/>
                      <a:pt x="20655" y="9663"/>
                    </a:cubicBezTo>
                    <a:cubicBezTo>
                      <a:pt x="51227" y="11554"/>
                      <a:pt x="80011" y="18712"/>
                      <a:pt x="106903" y="31084"/>
                    </a:cubicBezTo>
                    <a:cubicBezTo>
                      <a:pt x="111504" y="33180"/>
                      <a:pt x="116054" y="35430"/>
                      <a:pt x="120553" y="37884"/>
                    </a:cubicBezTo>
                    <a:cubicBezTo>
                      <a:pt x="173723" y="66514"/>
                      <a:pt x="219174" y="116361"/>
                      <a:pt x="256393" y="187118"/>
                    </a:cubicBezTo>
                    <a:cubicBezTo>
                      <a:pt x="263039" y="199746"/>
                      <a:pt x="269276" y="212732"/>
                      <a:pt x="275207" y="226075"/>
                    </a:cubicBezTo>
                    <a:cubicBezTo>
                      <a:pt x="279961" y="236607"/>
                      <a:pt x="284511" y="247446"/>
                      <a:pt x="288857" y="258438"/>
                    </a:cubicBezTo>
                    <a:cubicBezTo>
                      <a:pt x="311148" y="314266"/>
                      <a:pt x="329195" y="374338"/>
                      <a:pt x="346884" y="433030"/>
                    </a:cubicBezTo>
                    <a:cubicBezTo>
                      <a:pt x="354962" y="459922"/>
                      <a:pt x="365289" y="494482"/>
                      <a:pt x="376332" y="527151"/>
                    </a:cubicBezTo>
                    <a:cubicBezTo>
                      <a:pt x="382569" y="493357"/>
                      <a:pt x="388142" y="457263"/>
                      <a:pt x="392743" y="427508"/>
                    </a:cubicBezTo>
                    <a:cubicBezTo>
                      <a:pt x="405576" y="344481"/>
                      <a:pt x="419431" y="254705"/>
                      <a:pt x="443510" y="167333"/>
                    </a:cubicBezTo>
                    <a:cubicBezTo>
                      <a:pt x="447703" y="151995"/>
                      <a:pt x="452253" y="136811"/>
                      <a:pt x="457161" y="121678"/>
                    </a:cubicBezTo>
                    <a:cubicBezTo>
                      <a:pt x="470709" y="79806"/>
                      <a:pt x="487069" y="38957"/>
                      <a:pt x="507263" y="0"/>
                    </a:cubicBezTo>
                    <a:lnTo>
                      <a:pt x="611814" y="54193"/>
                    </a:lnTo>
                    <a:lnTo>
                      <a:pt x="625465" y="61248"/>
                    </a:lnTo>
                    <a:lnTo>
                      <a:pt x="733492" y="11723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27"/>
              <p:cNvSpPr/>
              <p:nvPr/>
            </p:nvSpPr>
            <p:spPr>
              <a:xfrm flipH="1">
                <a:off x="6498182" y="2330029"/>
                <a:ext cx="509434" cy="2159281"/>
              </a:xfrm>
              <a:custGeom>
                <a:rect b="b" l="l" r="r" t="t"/>
                <a:pathLst>
                  <a:path extrusionOk="0" h="2231815" w="526547">
                    <a:moveTo>
                      <a:pt x="157721" y="2231816"/>
                    </a:moveTo>
                    <a:lnTo>
                      <a:pt x="515495" y="2231816"/>
                    </a:lnTo>
                    <a:cubicBezTo>
                      <a:pt x="515495" y="2175476"/>
                      <a:pt x="517540" y="2111110"/>
                      <a:pt x="519891" y="2036620"/>
                    </a:cubicBezTo>
                    <a:cubicBezTo>
                      <a:pt x="531497" y="1666986"/>
                      <a:pt x="550975" y="1048320"/>
                      <a:pt x="351076" y="0"/>
                    </a:cubicBezTo>
                    <a:lnTo>
                      <a:pt x="0" y="71166"/>
                    </a:lnTo>
                    <a:cubicBezTo>
                      <a:pt x="192077" y="1078280"/>
                      <a:pt x="174132" y="1647814"/>
                      <a:pt x="162271" y="2024657"/>
                    </a:cubicBezTo>
                    <a:cubicBezTo>
                      <a:pt x="159817" y="2102367"/>
                      <a:pt x="157721" y="2169494"/>
                      <a:pt x="157721" y="22318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7"/>
              <p:cNvSpPr/>
              <p:nvPr/>
            </p:nvSpPr>
            <p:spPr>
              <a:xfrm flipH="1">
                <a:off x="6877776" y="2366903"/>
                <a:ext cx="686356" cy="2122431"/>
              </a:xfrm>
              <a:custGeom>
                <a:rect b="b" l="l" r="r" t="t"/>
                <a:pathLst>
                  <a:path extrusionOk="0" h="2193727" w="709412">
                    <a:moveTo>
                      <a:pt x="0" y="2193728"/>
                    </a:moveTo>
                    <a:lnTo>
                      <a:pt x="357774" y="2193728"/>
                    </a:lnTo>
                    <a:cubicBezTo>
                      <a:pt x="357774" y="2024606"/>
                      <a:pt x="414880" y="1763356"/>
                      <a:pt x="480985" y="1460798"/>
                    </a:cubicBezTo>
                    <a:cubicBezTo>
                      <a:pt x="568818" y="1058852"/>
                      <a:pt x="678124" y="558644"/>
                      <a:pt x="709412" y="22137"/>
                    </a:cubicBezTo>
                    <a:lnTo>
                      <a:pt x="352252" y="0"/>
                    </a:lnTo>
                    <a:cubicBezTo>
                      <a:pt x="322702" y="506701"/>
                      <a:pt x="216924" y="990754"/>
                      <a:pt x="131954" y="1379714"/>
                    </a:cubicBezTo>
                    <a:cubicBezTo>
                      <a:pt x="58232" y="1717088"/>
                      <a:pt x="0" y="1983552"/>
                      <a:pt x="0" y="219372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27"/>
              <p:cNvSpPr/>
              <p:nvPr/>
            </p:nvSpPr>
            <p:spPr>
              <a:xfrm flipH="1">
                <a:off x="7072227" y="4490659"/>
                <a:ext cx="491955" cy="64154"/>
              </a:xfrm>
              <a:custGeom>
                <a:rect b="b" l="l" r="r" t="t"/>
                <a:pathLst>
                  <a:path extrusionOk="0" h="66309" w="508481">
                    <a:moveTo>
                      <a:pt x="51" y="0"/>
                    </a:moveTo>
                    <a:cubicBezTo>
                      <a:pt x="2403" y="52352"/>
                      <a:pt x="40849" y="66309"/>
                      <a:pt x="40849" y="66309"/>
                    </a:cubicBezTo>
                    <a:lnTo>
                      <a:pt x="496271" y="66309"/>
                    </a:lnTo>
                    <a:cubicBezTo>
                      <a:pt x="510331" y="66309"/>
                      <a:pt x="513245" y="46473"/>
                      <a:pt x="499748" y="42434"/>
                    </a:cubicBezTo>
                    <a:lnTo>
                      <a:pt x="35808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27"/>
              <p:cNvSpPr/>
              <p:nvPr/>
            </p:nvSpPr>
            <p:spPr>
              <a:xfrm flipH="1">
                <a:off x="6363060" y="4490659"/>
                <a:ext cx="491915" cy="64154"/>
              </a:xfrm>
              <a:custGeom>
                <a:rect b="b" l="l" r="r" t="t"/>
                <a:pathLst>
                  <a:path extrusionOk="0" h="66309" w="508439">
                    <a:moveTo>
                      <a:pt x="0" y="0"/>
                    </a:moveTo>
                    <a:cubicBezTo>
                      <a:pt x="2352" y="52352"/>
                      <a:pt x="40798" y="66309"/>
                      <a:pt x="40798" y="66309"/>
                    </a:cubicBezTo>
                    <a:lnTo>
                      <a:pt x="496220" y="66309"/>
                    </a:lnTo>
                    <a:cubicBezTo>
                      <a:pt x="510280" y="66309"/>
                      <a:pt x="513194" y="46473"/>
                      <a:pt x="499748" y="42434"/>
                    </a:cubicBezTo>
                    <a:lnTo>
                      <a:pt x="35808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27"/>
              <p:cNvSpPr/>
              <p:nvPr/>
            </p:nvSpPr>
            <p:spPr>
              <a:xfrm flipH="1">
                <a:off x="6890651" y="2584502"/>
                <a:ext cx="41423" cy="278556"/>
              </a:xfrm>
              <a:custGeom>
                <a:rect b="b" l="l" r="r" t="t"/>
                <a:pathLst>
                  <a:path extrusionOk="0" h="287913" w="42814">
                    <a:moveTo>
                      <a:pt x="5865" y="287914"/>
                    </a:moveTo>
                    <a:cubicBezTo>
                      <a:pt x="5865" y="287914"/>
                      <a:pt x="5405" y="287914"/>
                      <a:pt x="5200" y="287914"/>
                    </a:cubicBezTo>
                    <a:cubicBezTo>
                      <a:pt x="1979" y="287556"/>
                      <a:pt x="-321" y="284641"/>
                      <a:pt x="37" y="281472"/>
                    </a:cubicBezTo>
                    <a:lnTo>
                      <a:pt x="31172" y="5192"/>
                    </a:lnTo>
                    <a:cubicBezTo>
                      <a:pt x="31530" y="1971"/>
                      <a:pt x="34444" y="-279"/>
                      <a:pt x="37614" y="28"/>
                    </a:cubicBezTo>
                    <a:cubicBezTo>
                      <a:pt x="40835" y="386"/>
                      <a:pt x="43135" y="3300"/>
                      <a:pt x="42777" y="6470"/>
                    </a:cubicBezTo>
                    <a:lnTo>
                      <a:pt x="11642" y="282750"/>
                    </a:lnTo>
                    <a:cubicBezTo>
                      <a:pt x="11284" y="285715"/>
                      <a:pt x="8779" y="287914"/>
                      <a:pt x="5865" y="2879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27"/>
              <p:cNvSpPr/>
              <p:nvPr/>
            </p:nvSpPr>
            <p:spPr>
              <a:xfrm flipH="1">
                <a:off x="6783350" y="2702009"/>
                <a:ext cx="101589" cy="140892"/>
              </a:xfrm>
              <a:custGeom>
                <a:rect b="b" l="l" r="r" t="t"/>
                <a:pathLst>
                  <a:path extrusionOk="0" h="145625" w="105002">
                    <a:moveTo>
                      <a:pt x="99255" y="145626"/>
                    </a:moveTo>
                    <a:cubicBezTo>
                      <a:pt x="97415" y="145626"/>
                      <a:pt x="95574" y="144757"/>
                      <a:pt x="94450" y="143121"/>
                    </a:cubicBezTo>
                    <a:lnTo>
                      <a:pt x="1044" y="9173"/>
                    </a:lnTo>
                    <a:cubicBezTo>
                      <a:pt x="-797" y="6514"/>
                      <a:pt x="-132" y="2884"/>
                      <a:pt x="2475" y="1044"/>
                    </a:cubicBezTo>
                    <a:cubicBezTo>
                      <a:pt x="5134" y="-797"/>
                      <a:pt x="8764" y="-132"/>
                      <a:pt x="10604" y="2475"/>
                    </a:cubicBezTo>
                    <a:lnTo>
                      <a:pt x="103959" y="136423"/>
                    </a:lnTo>
                    <a:cubicBezTo>
                      <a:pt x="105799" y="139082"/>
                      <a:pt x="105135" y="142712"/>
                      <a:pt x="102527" y="144552"/>
                    </a:cubicBezTo>
                    <a:cubicBezTo>
                      <a:pt x="101505" y="145268"/>
                      <a:pt x="100329" y="145626"/>
                      <a:pt x="99204" y="1456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27"/>
              <p:cNvSpPr/>
              <p:nvPr/>
            </p:nvSpPr>
            <p:spPr>
              <a:xfrm flipH="1">
                <a:off x="6789829" y="2760094"/>
                <a:ext cx="91149" cy="258340"/>
              </a:xfrm>
              <a:custGeom>
                <a:rect b="b" l="l" r="r" t="t"/>
                <a:pathLst>
                  <a:path extrusionOk="0" h="267018" w="94211">
                    <a:moveTo>
                      <a:pt x="88415" y="267019"/>
                    </a:moveTo>
                    <a:cubicBezTo>
                      <a:pt x="85961" y="267019"/>
                      <a:pt x="83660" y="265434"/>
                      <a:pt x="82842" y="262980"/>
                    </a:cubicBezTo>
                    <a:lnTo>
                      <a:pt x="275" y="7661"/>
                    </a:lnTo>
                    <a:cubicBezTo>
                      <a:pt x="-696" y="4594"/>
                      <a:pt x="991" y="1321"/>
                      <a:pt x="4007" y="299"/>
                    </a:cubicBezTo>
                    <a:cubicBezTo>
                      <a:pt x="7023" y="-724"/>
                      <a:pt x="10347" y="964"/>
                      <a:pt x="11369" y="4031"/>
                    </a:cubicBezTo>
                    <a:lnTo>
                      <a:pt x="93936" y="259350"/>
                    </a:lnTo>
                    <a:cubicBezTo>
                      <a:pt x="94908" y="262417"/>
                      <a:pt x="93220" y="265689"/>
                      <a:pt x="90204" y="266712"/>
                    </a:cubicBezTo>
                    <a:cubicBezTo>
                      <a:pt x="89591" y="266917"/>
                      <a:pt x="89028" y="267019"/>
                      <a:pt x="88415" y="2670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27"/>
              <p:cNvSpPr/>
              <p:nvPr/>
            </p:nvSpPr>
            <p:spPr>
              <a:xfrm flipH="1">
                <a:off x="7157478" y="2511202"/>
                <a:ext cx="344393" cy="1919063"/>
              </a:xfrm>
              <a:custGeom>
                <a:rect b="b" l="l" r="r" t="t"/>
                <a:pathLst>
                  <a:path extrusionOk="0" h="1983528" w="355962">
                    <a:moveTo>
                      <a:pt x="5831" y="1983477"/>
                    </a:moveTo>
                    <a:cubicBezTo>
                      <a:pt x="5831" y="1983477"/>
                      <a:pt x="5729" y="1983477"/>
                      <a:pt x="5678" y="1983477"/>
                    </a:cubicBezTo>
                    <a:cubicBezTo>
                      <a:pt x="2457" y="1983375"/>
                      <a:pt x="-99" y="1980716"/>
                      <a:pt x="3" y="1977496"/>
                    </a:cubicBezTo>
                    <a:cubicBezTo>
                      <a:pt x="4093" y="1841912"/>
                      <a:pt x="55269" y="1601777"/>
                      <a:pt x="120045" y="1297787"/>
                    </a:cubicBezTo>
                    <a:cubicBezTo>
                      <a:pt x="200771" y="919001"/>
                      <a:pt x="301283" y="447576"/>
                      <a:pt x="344280" y="5293"/>
                    </a:cubicBezTo>
                    <a:cubicBezTo>
                      <a:pt x="344586" y="2072"/>
                      <a:pt x="347449" y="-280"/>
                      <a:pt x="350670" y="27"/>
                    </a:cubicBezTo>
                    <a:cubicBezTo>
                      <a:pt x="353891" y="334"/>
                      <a:pt x="356243" y="3197"/>
                      <a:pt x="355936" y="6418"/>
                    </a:cubicBezTo>
                    <a:cubicBezTo>
                      <a:pt x="312838" y="449366"/>
                      <a:pt x="212274" y="921148"/>
                      <a:pt x="131497" y="1300241"/>
                    </a:cubicBezTo>
                    <a:cubicBezTo>
                      <a:pt x="66823" y="1603669"/>
                      <a:pt x="15750" y="1843343"/>
                      <a:pt x="11711" y="1977853"/>
                    </a:cubicBezTo>
                    <a:cubicBezTo>
                      <a:pt x="11608" y="1981023"/>
                      <a:pt x="9001" y="1983528"/>
                      <a:pt x="5882" y="1983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27"/>
              <p:cNvSpPr/>
              <p:nvPr/>
            </p:nvSpPr>
            <p:spPr>
              <a:xfrm flipH="1">
                <a:off x="7090485" y="2398660"/>
                <a:ext cx="130966" cy="134756"/>
              </a:xfrm>
              <a:custGeom>
                <a:rect b="b" l="l" r="r" t="t"/>
                <a:pathLst>
                  <a:path extrusionOk="0" h="139283" w="135365">
                    <a:moveTo>
                      <a:pt x="8863" y="139283"/>
                    </a:moveTo>
                    <a:cubicBezTo>
                      <a:pt x="6716" y="139283"/>
                      <a:pt x="5489" y="139181"/>
                      <a:pt x="5387" y="139181"/>
                    </a:cubicBezTo>
                    <a:cubicBezTo>
                      <a:pt x="2166" y="138926"/>
                      <a:pt x="-237" y="136165"/>
                      <a:pt x="19" y="132944"/>
                    </a:cubicBezTo>
                    <a:cubicBezTo>
                      <a:pt x="274" y="129723"/>
                      <a:pt x="3035" y="127371"/>
                      <a:pt x="6256" y="127576"/>
                    </a:cubicBezTo>
                    <a:cubicBezTo>
                      <a:pt x="10602" y="127883"/>
                      <a:pt x="113568" y="133762"/>
                      <a:pt x="123690" y="5387"/>
                    </a:cubicBezTo>
                    <a:cubicBezTo>
                      <a:pt x="123946" y="2166"/>
                      <a:pt x="126809" y="-237"/>
                      <a:pt x="129979" y="19"/>
                    </a:cubicBezTo>
                    <a:cubicBezTo>
                      <a:pt x="133200" y="274"/>
                      <a:pt x="135602" y="3086"/>
                      <a:pt x="135347" y="6307"/>
                    </a:cubicBezTo>
                    <a:cubicBezTo>
                      <a:pt x="125326" y="132739"/>
                      <a:pt x="28546" y="139283"/>
                      <a:pt x="8863" y="139283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27"/>
              <p:cNvSpPr/>
              <p:nvPr/>
            </p:nvSpPr>
            <p:spPr>
              <a:xfrm flipH="1">
                <a:off x="7235538" y="4426068"/>
                <a:ext cx="315874" cy="11277"/>
              </a:xfrm>
              <a:custGeom>
                <a:rect b="b" l="l" r="r" t="t"/>
                <a:pathLst>
                  <a:path extrusionOk="0" h="11656" w="326485">
                    <a:moveTo>
                      <a:pt x="320657" y="11657"/>
                    </a:moveTo>
                    <a:lnTo>
                      <a:pt x="5828" y="11657"/>
                    </a:lnTo>
                    <a:cubicBezTo>
                      <a:pt x="2607" y="11657"/>
                      <a:pt x="0" y="9049"/>
                      <a:pt x="0" y="5828"/>
                    </a:cubicBezTo>
                    <a:cubicBezTo>
                      <a:pt x="0" y="2607"/>
                      <a:pt x="2607" y="0"/>
                      <a:pt x="5828" y="0"/>
                    </a:cubicBezTo>
                    <a:lnTo>
                      <a:pt x="320657" y="0"/>
                    </a:lnTo>
                    <a:cubicBezTo>
                      <a:pt x="323878" y="0"/>
                      <a:pt x="326485" y="2607"/>
                      <a:pt x="326485" y="5828"/>
                    </a:cubicBezTo>
                    <a:cubicBezTo>
                      <a:pt x="326485" y="9049"/>
                      <a:pt x="323878" y="11657"/>
                      <a:pt x="320657" y="116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27"/>
              <p:cNvSpPr/>
              <p:nvPr/>
            </p:nvSpPr>
            <p:spPr>
              <a:xfrm flipH="1">
                <a:off x="6527518" y="4426068"/>
                <a:ext cx="315874" cy="11277"/>
              </a:xfrm>
              <a:custGeom>
                <a:rect b="b" l="l" r="r" t="t"/>
                <a:pathLst>
                  <a:path extrusionOk="0" h="11656" w="326485">
                    <a:moveTo>
                      <a:pt x="320657" y="11657"/>
                    </a:moveTo>
                    <a:lnTo>
                      <a:pt x="5828" y="11657"/>
                    </a:lnTo>
                    <a:cubicBezTo>
                      <a:pt x="2607" y="11657"/>
                      <a:pt x="0" y="9049"/>
                      <a:pt x="0" y="5828"/>
                    </a:cubicBezTo>
                    <a:cubicBezTo>
                      <a:pt x="0" y="2607"/>
                      <a:pt x="2607" y="0"/>
                      <a:pt x="5828" y="0"/>
                    </a:cubicBezTo>
                    <a:lnTo>
                      <a:pt x="320657" y="0"/>
                    </a:lnTo>
                    <a:cubicBezTo>
                      <a:pt x="323878" y="0"/>
                      <a:pt x="326485" y="2607"/>
                      <a:pt x="326485" y="5828"/>
                    </a:cubicBezTo>
                    <a:cubicBezTo>
                      <a:pt x="326485" y="9049"/>
                      <a:pt x="323878" y="11657"/>
                      <a:pt x="320657" y="116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 flipH="1">
                <a:off x="6659078" y="1662654"/>
                <a:ext cx="635310" cy="723644"/>
              </a:xfrm>
              <a:custGeom>
                <a:rect b="b" l="l" r="r" t="t"/>
                <a:pathLst>
                  <a:path extrusionOk="0" h="747952" w="656651">
                    <a:moveTo>
                      <a:pt x="656651" y="747902"/>
                    </a:moveTo>
                    <a:lnTo>
                      <a:pt x="69428" y="747902"/>
                    </a:lnTo>
                    <a:lnTo>
                      <a:pt x="64827" y="701326"/>
                    </a:lnTo>
                    <a:lnTo>
                      <a:pt x="60890" y="661756"/>
                    </a:lnTo>
                    <a:lnTo>
                      <a:pt x="51176" y="562982"/>
                    </a:lnTo>
                    <a:lnTo>
                      <a:pt x="33334" y="382204"/>
                    </a:lnTo>
                    <a:lnTo>
                      <a:pt x="33231" y="382101"/>
                    </a:lnTo>
                    <a:lnTo>
                      <a:pt x="31493" y="364361"/>
                    </a:lnTo>
                    <a:lnTo>
                      <a:pt x="31289" y="362111"/>
                    </a:lnTo>
                    <a:lnTo>
                      <a:pt x="31289" y="362111"/>
                    </a:lnTo>
                    <a:cubicBezTo>
                      <a:pt x="31289" y="362111"/>
                      <a:pt x="24233" y="290536"/>
                      <a:pt x="24233" y="290536"/>
                    </a:cubicBezTo>
                    <a:lnTo>
                      <a:pt x="0" y="45033"/>
                    </a:lnTo>
                    <a:cubicBezTo>
                      <a:pt x="613" y="44829"/>
                      <a:pt x="1278" y="44675"/>
                      <a:pt x="1841" y="44420"/>
                    </a:cubicBezTo>
                    <a:cubicBezTo>
                      <a:pt x="7720" y="42630"/>
                      <a:pt x="13548" y="40841"/>
                      <a:pt x="19376" y="39256"/>
                    </a:cubicBezTo>
                    <a:cubicBezTo>
                      <a:pt x="23671" y="37978"/>
                      <a:pt x="27863" y="36802"/>
                      <a:pt x="32055" y="35626"/>
                    </a:cubicBezTo>
                    <a:cubicBezTo>
                      <a:pt x="38497" y="33837"/>
                      <a:pt x="44837" y="32099"/>
                      <a:pt x="51176" y="30463"/>
                    </a:cubicBezTo>
                    <a:cubicBezTo>
                      <a:pt x="55778" y="29236"/>
                      <a:pt x="60328" y="28111"/>
                      <a:pt x="64827" y="26935"/>
                    </a:cubicBezTo>
                    <a:cubicBezTo>
                      <a:pt x="119837" y="13336"/>
                      <a:pt x="171320" y="5105"/>
                      <a:pt x="219480" y="1833"/>
                    </a:cubicBezTo>
                    <a:cubicBezTo>
                      <a:pt x="224081" y="1475"/>
                      <a:pt x="228632" y="1219"/>
                      <a:pt x="233131" y="963"/>
                    </a:cubicBezTo>
                    <a:cubicBezTo>
                      <a:pt x="249542" y="94"/>
                      <a:pt x="265595" y="-161"/>
                      <a:pt x="281188" y="94"/>
                    </a:cubicBezTo>
                    <a:lnTo>
                      <a:pt x="387784" y="12364"/>
                    </a:lnTo>
                    <a:lnTo>
                      <a:pt x="401434" y="13898"/>
                    </a:lnTo>
                    <a:lnTo>
                      <a:pt x="469635" y="21771"/>
                    </a:lnTo>
                    <a:lnTo>
                      <a:pt x="469840" y="22231"/>
                    </a:lnTo>
                    <a:lnTo>
                      <a:pt x="470351" y="23254"/>
                    </a:lnTo>
                    <a:lnTo>
                      <a:pt x="476691" y="35780"/>
                    </a:lnTo>
                    <a:lnTo>
                      <a:pt x="476691" y="35882"/>
                    </a:lnTo>
                    <a:lnTo>
                      <a:pt x="556088" y="194114"/>
                    </a:lnTo>
                    <a:lnTo>
                      <a:pt x="569738" y="221262"/>
                    </a:lnTo>
                    <a:lnTo>
                      <a:pt x="571630" y="225096"/>
                    </a:lnTo>
                    <a:lnTo>
                      <a:pt x="584718" y="305669"/>
                    </a:lnTo>
                    <a:lnTo>
                      <a:pt x="591364" y="346569"/>
                    </a:lnTo>
                    <a:lnTo>
                      <a:pt x="593512" y="359811"/>
                    </a:lnTo>
                    <a:lnTo>
                      <a:pt x="656600" y="74795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 flipH="1">
                <a:off x="6881651" y="2376515"/>
                <a:ext cx="179750" cy="114235"/>
              </a:xfrm>
              <a:custGeom>
                <a:rect b="b" l="l" r="r" t="t"/>
                <a:pathLst>
                  <a:path extrusionOk="0" h="118072" w="185788">
                    <a:moveTo>
                      <a:pt x="176827" y="71309"/>
                    </a:moveTo>
                    <a:cubicBezTo>
                      <a:pt x="166908" y="80102"/>
                      <a:pt x="151724" y="80307"/>
                      <a:pt x="141601" y="71309"/>
                    </a:cubicBezTo>
                    <a:cubicBezTo>
                      <a:pt x="124577" y="56176"/>
                      <a:pt x="103717" y="49785"/>
                      <a:pt x="87153" y="54540"/>
                    </a:cubicBezTo>
                    <a:cubicBezTo>
                      <a:pt x="67061" y="60317"/>
                      <a:pt x="56989" y="81891"/>
                      <a:pt x="52030" y="98916"/>
                    </a:cubicBezTo>
                    <a:cubicBezTo>
                      <a:pt x="47940" y="112975"/>
                      <a:pt x="33216" y="121104"/>
                      <a:pt x="19157" y="117014"/>
                    </a:cubicBezTo>
                    <a:cubicBezTo>
                      <a:pt x="5097" y="112924"/>
                      <a:pt x="-3032" y="98200"/>
                      <a:pt x="1058" y="84141"/>
                    </a:cubicBezTo>
                    <a:cubicBezTo>
                      <a:pt x="13277" y="41912"/>
                      <a:pt x="38635" y="13281"/>
                      <a:pt x="72429" y="3568"/>
                    </a:cubicBezTo>
                    <a:cubicBezTo>
                      <a:pt x="106376" y="-6248"/>
                      <a:pt x="146407" y="4539"/>
                      <a:pt x="176878" y="31635"/>
                    </a:cubicBezTo>
                    <a:cubicBezTo>
                      <a:pt x="187818" y="41400"/>
                      <a:pt x="188841" y="58169"/>
                      <a:pt x="179076" y="69110"/>
                    </a:cubicBezTo>
                    <a:cubicBezTo>
                      <a:pt x="178360" y="69928"/>
                      <a:pt x="177593" y="70644"/>
                      <a:pt x="176827" y="71360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7"/>
              <p:cNvSpPr/>
              <p:nvPr/>
            </p:nvSpPr>
            <p:spPr>
              <a:xfrm flipH="1">
                <a:off x="6870486" y="2331200"/>
                <a:ext cx="179730" cy="114263"/>
              </a:xfrm>
              <a:custGeom>
                <a:rect b="b" l="l" r="r" t="t"/>
                <a:pathLst>
                  <a:path extrusionOk="0" h="118101" w="185767">
                    <a:moveTo>
                      <a:pt x="176827" y="71286"/>
                    </a:moveTo>
                    <a:cubicBezTo>
                      <a:pt x="166908" y="80080"/>
                      <a:pt x="151724" y="80285"/>
                      <a:pt x="141601" y="71286"/>
                    </a:cubicBezTo>
                    <a:cubicBezTo>
                      <a:pt x="124628" y="56153"/>
                      <a:pt x="103718" y="49763"/>
                      <a:pt x="87153" y="54569"/>
                    </a:cubicBezTo>
                    <a:cubicBezTo>
                      <a:pt x="67061" y="60346"/>
                      <a:pt x="56989" y="81869"/>
                      <a:pt x="52030" y="98945"/>
                    </a:cubicBezTo>
                    <a:cubicBezTo>
                      <a:pt x="47940" y="113005"/>
                      <a:pt x="33216" y="121133"/>
                      <a:pt x="19157" y="117043"/>
                    </a:cubicBezTo>
                    <a:cubicBezTo>
                      <a:pt x="5097" y="112953"/>
                      <a:pt x="-3032" y="98229"/>
                      <a:pt x="1058" y="84170"/>
                    </a:cubicBezTo>
                    <a:cubicBezTo>
                      <a:pt x="13328" y="41941"/>
                      <a:pt x="38635" y="13311"/>
                      <a:pt x="72429" y="3546"/>
                    </a:cubicBezTo>
                    <a:cubicBezTo>
                      <a:pt x="106376" y="-6219"/>
                      <a:pt x="146407" y="4517"/>
                      <a:pt x="176878" y="31664"/>
                    </a:cubicBezTo>
                    <a:cubicBezTo>
                      <a:pt x="187818" y="41429"/>
                      <a:pt x="188790" y="58198"/>
                      <a:pt x="179076" y="69139"/>
                    </a:cubicBezTo>
                    <a:cubicBezTo>
                      <a:pt x="178360" y="69957"/>
                      <a:pt x="177644" y="70673"/>
                      <a:pt x="176827" y="71389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7"/>
              <p:cNvSpPr/>
              <p:nvPr/>
            </p:nvSpPr>
            <p:spPr>
              <a:xfrm flipH="1">
                <a:off x="6859231" y="2285792"/>
                <a:ext cx="179750" cy="114284"/>
              </a:xfrm>
              <a:custGeom>
                <a:rect b="b" l="l" r="r" t="t"/>
                <a:pathLst>
                  <a:path extrusionOk="0" h="118123" w="185788">
                    <a:moveTo>
                      <a:pt x="176827" y="71360"/>
                    </a:moveTo>
                    <a:cubicBezTo>
                      <a:pt x="166908" y="80153"/>
                      <a:pt x="151724" y="80358"/>
                      <a:pt x="141601" y="71360"/>
                    </a:cubicBezTo>
                    <a:cubicBezTo>
                      <a:pt x="124577" y="56227"/>
                      <a:pt x="103717" y="49836"/>
                      <a:pt x="87153" y="54591"/>
                    </a:cubicBezTo>
                    <a:cubicBezTo>
                      <a:pt x="67112" y="60368"/>
                      <a:pt x="56989" y="81891"/>
                      <a:pt x="52030" y="98967"/>
                    </a:cubicBezTo>
                    <a:cubicBezTo>
                      <a:pt x="47940" y="113027"/>
                      <a:pt x="33216" y="121156"/>
                      <a:pt x="19157" y="117065"/>
                    </a:cubicBezTo>
                    <a:cubicBezTo>
                      <a:pt x="5097" y="112976"/>
                      <a:pt x="-3032" y="98251"/>
                      <a:pt x="1058" y="84192"/>
                    </a:cubicBezTo>
                    <a:cubicBezTo>
                      <a:pt x="13277" y="41963"/>
                      <a:pt x="38635" y="13333"/>
                      <a:pt x="72429" y="3568"/>
                    </a:cubicBezTo>
                    <a:cubicBezTo>
                      <a:pt x="106376" y="-6248"/>
                      <a:pt x="146407" y="4539"/>
                      <a:pt x="176878" y="31635"/>
                    </a:cubicBezTo>
                    <a:cubicBezTo>
                      <a:pt x="187818" y="41400"/>
                      <a:pt x="188841" y="58169"/>
                      <a:pt x="179076" y="69110"/>
                    </a:cubicBezTo>
                    <a:cubicBezTo>
                      <a:pt x="178360" y="69928"/>
                      <a:pt x="177593" y="70644"/>
                      <a:pt x="176827" y="71360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7"/>
              <p:cNvSpPr/>
              <p:nvPr/>
            </p:nvSpPr>
            <p:spPr>
              <a:xfrm flipH="1">
                <a:off x="6848016" y="2240455"/>
                <a:ext cx="179730" cy="114284"/>
              </a:xfrm>
              <a:custGeom>
                <a:rect b="b" l="l" r="r" t="t"/>
                <a:pathLst>
                  <a:path extrusionOk="0" h="118123" w="185767">
                    <a:moveTo>
                      <a:pt x="176827" y="71360"/>
                    </a:moveTo>
                    <a:cubicBezTo>
                      <a:pt x="166908" y="80153"/>
                      <a:pt x="151724" y="80358"/>
                      <a:pt x="141601" y="71360"/>
                    </a:cubicBezTo>
                    <a:cubicBezTo>
                      <a:pt x="124628" y="56227"/>
                      <a:pt x="103718" y="49836"/>
                      <a:pt x="87153" y="54591"/>
                    </a:cubicBezTo>
                    <a:cubicBezTo>
                      <a:pt x="67061" y="60368"/>
                      <a:pt x="56989" y="81943"/>
                      <a:pt x="52030" y="98967"/>
                    </a:cubicBezTo>
                    <a:cubicBezTo>
                      <a:pt x="47940" y="113027"/>
                      <a:pt x="33216" y="121156"/>
                      <a:pt x="19157" y="117065"/>
                    </a:cubicBezTo>
                    <a:cubicBezTo>
                      <a:pt x="5097" y="112976"/>
                      <a:pt x="-3032" y="98251"/>
                      <a:pt x="1058" y="84192"/>
                    </a:cubicBezTo>
                    <a:cubicBezTo>
                      <a:pt x="13277" y="41963"/>
                      <a:pt x="38686" y="13333"/>
                      <a:pt x="72429" y="3568"/>
                    </a:cubicBezTo>
                    <a:cubicBezTo>
                      <a:pt x="106376" y="-6248"/>
                      <a:pt x="146407" y="4539"/>
                      <a:pt x="176878" y="31635"/>
                    </a:cubicBezTo>
                    <a:cubicBezTo>
                      <a:pt x="187818" y="41400"/>
                      <a:pt x="188790" y="58169"/>
                      <a:pt x="179076" y="69110"/>
                    </a:cubicBezTo>
                    <a:cubicBezTo>
                      <a:pt x="178360" y="69928"/>
                      <a:pt x="177645" y="70644"/>
                      <a:pt x="176827" y="71360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7"/>
              <p:cNvSpPr/>
              <p:nvPr/>
            </p:nvSpPr>
            <p:spPr>
              <a:xfrm flipH="1">
                <a:off x="6999629" y="2270636"/>
                <a:ext cx="127665" cy="270834"/>
              </a:xfrm>
              <a:custGeom>
                <a:rect b="b" l="l" r="r" t="t"/>
                <a:pathLst>
                  <a:path extrusionOk="0" h="279932" w="131953">
                    <a:moveTo>
                      <a:pt x="0" y="277252"/>
                    </a:moveTo>
                    <a:cubicBezTo>
                      <a:pt x="79142" y="289675"/>
                      <a:pt x="113600" y="257977"/>
                      <a:pt x="122138" y="201791"/>
                    </a:cubicBezTo>
                    <a:cubicBezTo>
                      <a:pt x="130676" y="145553"/>
                      <a:pt x="131954" y="0"/>
                      <a:pt x="131954" y="0"/>
                    </a:cubicBezTo>
                    <a:cubicBezTo>
                      <a:pt x="82465" y="47649"/>
                      <a:pt x="28528" y="40133"/>
                      <a:pt x="28528" y="40133"/>
                    </a:cubicBezTo>
                    <a:lnTo>
                      <a:pt x="0" y="277303"/>
                    </a:ln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27"/>
              <p:cNvSpPr/>
              <p:nvPr/>
            </p:nvSpPr>
            <p:spPr>
              <a:xfrm flipH="1">
                <a:off x="6900050" y="2372405"/>
                <a:ext cx="125086" cy="39463"/>
              </a:xfrm>
              <a:custGeom>
                <a:rect b="b" l="l" r="r" t="t"/>
                <a:pathLst>
                  <a:path extrusionOk="0" h="40789" w="129288">
                    <a:moveTo>
                      <a:pt x="5827" y="40738"/>
                    </a:moveTo>
                    <a:cubicBezTo>
                      <a:pt x="4702" y="40738"/>
                      <a:pt x="3578" y="40431"/>
                      <a:pt x="2606" y="39767"/>
                    </a:cubicBezTo>
                    <a:cubicBezTo>
                      <a:pt x="-52" y="37977"/>
                      <a:pt x="-819" y="34347"/>
                      <a:pt x="970" y="31689"/>
                    </a:cubicBezTo>
                    <a:cubicBezTo>
                      <a:pt x="43251" y="-31706"/>
                      <a:pt x="125767" y="19521"/>
                      <a:pt x="126585" y="20032"/>
                    </a:cubicBezTo>
                    <a:cubicBezTo>
                      <a:pt x="129294" y="21771"/>
                      <a:pt x="130112" y="25349"/>
                      <a:pt x="128374" y="28059"/>
                    </a:cubicBezTo>
                    <a:cubicBezTo>
                      <a:pt x="126636" y="30769"/>
                      <a:pt x="123057" y="31587"/>
                      <a:pt x="120347" y="29899"/>
                    </a:cubicBezTo>
                    <a:cubicBezTo>
                      <a:pt x="117382" y="28008"/>
                      <a:pt x="46676" y="-15704"/>
                      <a:pt x="10684" y="38182"/>
                    </a:cubicBezTo>
                    <a:cubicBezTo>
                      <a:pt x="9559" y="39869"/>
                      <a:pt x="7719" y="40789"/>
                      <a:pt x="5827" y="4078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27"/>
              <p:cNvSpPr/>
              <p:nvPr/>
            </p:nvSpPr>
            <p:spPr>
              <a:xfrm flipH="1">
                <a:off x="6888418" y="2327513"/>
                <a:ext cx="125086" cy="39463"/>
              </a:xfrm>
              <a:custGeom>
                <a:rect b="b" l="l" r="r" t="t"/>
                <a:pathLst>
                  <a:path extrusionOk="0" h="40789" w="129288">
                    <a:moveTo>
                      <a:pt x="5827" y="40738"/>
                    </a:moveTo>
                    <a:cubicBezTo>
                      <a:pt x="4702" y="40738"/>
                      <a:pt x="3578" y="40431"/>
                      <a:pt x="2606" y="39767"/>
                    </a:cubicBezTo>
                    <a:cubicBezTo>
                      <a:pt x="-52" y="37977"/>
                      <a:pt x="-819" y="34347"/>
                      <a:pt x="970" y="31689"/>
                    </a:cubicBezTo>
                    <a:cubicBezTo>
                      <a:pt x="43251" y="-31706"/>
                      <a:pt x="125767" y="19521"/>
                      <a:pt x="126585" y="20032"/>
                    </a:cubicBezTo>
                    <a:cubicBezTo>
                      <a:pt x="129294" y="21771"/>
                      <a:pt x="130112" y="25349"/>
                      <a:pt x="128374" y="28059"/>
                    </a:cubicBezTo>
                    <a:cubicBezTo>
                      <a:pt x="126636" y="30769"/>
                      <a:pt x="123057" y="31587"/>
                      <a:pt x="120347" y="29899"/>
                    </a:cubicBezTo>
                    <a:cubicBezTo>
                      <a:pt x="117382" y="28008"/>
                      <a:pt x="46676" y="-15704"/>
                      <a:pt x="10684" y="38182"/>
                    </a:cubicBezTo>
                    <a:cubicBezTo>
                      <a:pt x="9559" y="39869"/>
                      <a:pt x="7719" y="40789"/>
                      <a:pt x="5827" y="4078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27"/>
              <p:cNvSpPr/>
              <p:nvPr/>
            </p:nvSpPr>
            <p:spPr>
              <a:xfrm flipH="1">
                <a:off x="6876837" y="2282622"/>
                <a:ext cx="125086" cy="39463"/>
              </a:xfrm>
              <a:custGeom>
                <a:rect b="b" l="l" r="r" t="t"/>
                <a:pathLst>
                  <a:path extrusionOk="0" h="40789" w="129288">
                    <a:moveTo>
                      <a:pt x="5827" y="40738"/>
                    </a:moveTo>
                    <a:cubicBezTo>
                      <a:pt x="4702" y="40738"/>
                      <a:pt x="3578" y="40431"/>
                      <a:pt x="2606" y="39767"/>
                    </a:cubicBezTo>
                    <a:cubicBezTo>
                      <a:pt x="-52" y="37977"/>
                      <a:pt x="-819" y="34347"/>
                      <a:pt x="970" y="31689"/>
                    </a:cubicBezTo>
                    <a:cubicBezTo>
                      <a:pt x="43251" y="-31706"/>
                      <a:pt x="125767" y="19521"/>
                      <a:pt x="126585" y="20032"/>
                    </a:cubicBezTo>
                    <a:cubicBezTo>
                      <a:pt x="129294" y="21771"/>
                      <a:pt x="130112" y="25349"/>
                      <a:pt x="128374" y="28059"/>
                    </a:cubicBezTo>
                    <a:cubicBezTo>
                      <a:pt x="126636" y="30769"/>
                      <a:pt x="123057" y="31587"/>
                      <a:pt x="120347" y="29899"/>
                    </a:cubicBezTo>
                    <a:cubicBezTo>
                      <a:pt x="117382" y="28008"/>
                      <a:pt x="46676" y="-15704"/>
                      <a:pt x="10684" y="38182"/>
                    </a:cubicBezTo>
                    <a:cubicBezTo>
                      <a:pt x="9559" y="39869"/>
                      <a:pt x="7719" y="40789"/>
                      <a:pt x="5827" y="4078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7"/>
              <p:cNvSpPr/>
              <p:nvPr/>
            </p:nvSpPr>
            <p:spPr>
              <a:xfrm flipH="1">
                <a:off x="7081425" y="1704569"/>
                <a:ext cx="730314" cy="836082"/>
              </a:xfrm>
              <a:custGeom>
                <a:rect b="b" l="l" r="r" t="t"/>
                <a:pathLst>
                  <a:path extrusionOk="0" h="864167" w="754846">
                    <a:moveTo>
                      <a:pt x="754847" y="624749"/>
                    </a:moveTo>
                    <a:lnTo>
                      <a:pt x="753875" y="629913"/>
                    </a:lnTo>
                    <a:lnTo>
                      <a:pt x="739969" y="704606"/>
                    </a:lnTo>
                    <a:lnTo>
                      <a:pt x="710624" y="861816"/>
                    </a:lnTo>
                    <a:cubicBezTo>
                      <a:pt x="690480" y="858084"/>
                      <a:pt x="646359" y="858289"/>
                      <a:pt x="599222" y="859567"/>
                    </a:cubicBezTo>
                    <a:cubicBezTo>
                      <a:pt x="594672" y="859720"/>
                      <a:pt x="590122" y="859771"/>
                      <a:pt x="585572" y="859976"/>
                    </a:cubicBezTo>
                    <a:cubicBezTo>
                      <a:pt x="572995" y="860282"/>
                      <a:pt x="560418" y="860691"/>
                      <a:pt x="548097" y="861100"/>
                    </a:cubicBezTo>
                    <a:cubicBezTo>
                      <a:pt x="508986" y="862430"/>
                      <a:pt x="469620" y="863708"/>
                      <a:pt x="430918" y="864066"/>
                    </a:cubicBezTo>
                    <a:cubicBezTo>
                      <a:pt x="426368" y="864066"/>
                      <a:pt x="421818" y="864066"/>
                      <a:pt x="417268" y="864168"/>
                    </a:cubicBezTo>
                    <a:lnTo>
                      <a:pt x="409139" y="864168"/>
                    </a:lnTo>
                    <a:cubicBezTo>
                      <a:pt x="358065" y="864168"/>
                      <a:pt x="308473" y="862276"/>
                      <a:pt x="262614" y="856243"/>
                    </a:cubicBezTo>
                    <a:cubicBezTo>
                      <a:pt x="258013" y="855630"/>
                      <a:pt x="253463" y="855016"/>
                      <a:pt x="248964" y="854301"/>
                    </a:cubicBezTo>
                    <a:cubicBezTo>
                      <a:pt x="188738" y="845200"/>
                      <a:pt x="135415" y="828380"/>
                      <a:pt x="94310" y="798677"/>
                    </a:cubicBezTo>
                    <a:cubicBezTo>
                      <a:pt x="89556" y="795302"/>
                      <a:pt x="85006" y="791775"/>
                      <a:pt x="80660" y="787991"/>
                    </a:cubicBezTo>
                    <a:cubicBezTo>
                      <a:pt x="61897" y="772040"/>
                      <a:pt x="46202" y="752817"/>
                      <a:pt x="34136" y="729811"/>
                    </a:cubicBezTo>
                    <a:cubicBezTo>
                      <a:pt x="-12183" y="641314"/>
                      <a:pt x="-11314" y="524799"/>
                      <a:pt x="36437" y="410177"/>
                    </a:cubicBezTo>
                    <a:cubicBezTo>
                      <a:pt x="48656" y="380882"/>
                      <a:pt x="63482" y="352457"/>
                      <a:pt x="80609" y="325156"/>
                    </a:cubicBezTo>
                    <a:cubicBezTo>
                      <a:pt x="84954" y="318152"/>
                      <a:pt x="89505" y="311250"/>
                      <a:pt x="94259" y="304399"/>
                    </a:cubicBezTo>
                    <a:cubicBezTo>
                      <a:pt x="135006" y="245043"/>
                      <a:pt x="187154" y="191055"/>
                      <a:pt x="248913" y="144173"/>
                    </a:cubicBezTo>
                    <a:cubicBezTo>
                      <a:pt x="253412" y="140747"/>
                      <a:pt x="257962" y="137322"/>
                      <a:pt x="262563" y="134050"/>
                    </a:cubicBezTo>
                    <a:cubicBezTo>
                      <a:pt x="309240" y="100154"/>
                      <a:pt x="361081" y="70092"/>
                      <a:pt x="417217" y="44734"/>
                    </a:cubicBezTo>
                    <a:cubicBezTo>
                      <a:pt x="421716" y="42689"/>
                      <a:pt x="426266" y="40696"/>
                      <a:pt x="430867" y="38702"/>
                    </a:cubicBezTo>
                    <a:cubicBezTo>
                      <a:pt x="464456" y="24131"/>
                      <a:pt x="499477" y="11196"/>
                      <a:pt x="535878" y="0"/>
                    </a:cubicBezTo>
                    <a:lnTo>
                      <a:pt x="536185" y="1022"/>
                    </a:lnTo>
                    <a:lnTo>
                      <a:pt x="585520" y="161402"/>
                    </a:lnTo>
                    <a:lnTo>
                      <a:pt x="599171" y="205779"/>
                    </a:lnTo>
                    <a:lnTo>
                      <a:pt x="606789" y="230472"/>
                    </a:lnTo>
                    <a:cubicBezTo>
                      <a:pt x="604232" y="231239"/>
                      <a:pt x="601676" y="232057"/>
                      <a:pt x="599171" y="232875"/>
                    </a:cubicBezTo>
                    <a:cubicBezTo>
                      <a:pt x="594570" y="234306"/>
                      <a:pt x="590019" y="235789"/>
                      <a:pt x="585520" y="237374"/>
                    </a:cubicBezTo>
                    <a:cubicBezTo>
                      <a:pt x="576420" y="240441"/>
                      <a:pt x="567473" y="243662"/>
                      <a:pt x="558577" y="247088"/>
                    </a:cubicBezTo>
                    <a:cubicBezTo>
                      <a:pt x="512105" y="264777"/>
                      <a:pt x="469211" y="286505"/>
                      <a:pt x="430867" y="311352"/>
                    </a:cubicBezTo>
                    <a:cubicBezTo>
                      <a:pt x="426266" y="314317"/>
                      <a:pt x="421716" y="317334"/>
                      <a:pt x="417217" y="320452"/>
                    </a:cubicBezTo>
                    <a:cubicBezTo>
                      <a:pt x="346050" y="369328"/>
                      <a:pt x="292062" y="429298"/>
                      <a:pt x="262563" y="494840"/>
                    </a:cubicBezTo>
                    <a:cubicBezTo>
                      <a:pt x="261336" y="497550"/>
                      <a:pt x="260160" y="500310"/>
                      <a:pt x="259035" y="503020"/>
                    </a:cubicBezTo>
                    <a:cubicBezTo>
                      <a:pt x="254894" y="512938"/>
                      <a:pt x="251571" y="522448"/>
                      <a:pt x="248913" y="531548"/>
                    </a:cubicBezTo>
                    <a:cubicBezTo>
                      <a:pt x="245589" y="543153"/>
                      <a:pt x="243391" y="554094"/>
                      <a:pt x="242215" y="564063"/>
                    </a:cubicBezTo>
                    <a:cubicBezTo>
                      <a:pt x="240886" y="574851"/>
                      <a:pt x="243493" y="585280"/>
                      <a:pt x="248913" y="593818"/>
                    </a:cubicBezTo>
                    <a:cubicBezTo>
                      <a:pt x="252389" y="599391"/>
                      <a:pt x="257042" y="604197"/>
                      <a:pt x="262563" y="607878"/>
                    </a:cubicBezTo>
                    <a:cubicBezTo>
                      <a:pt x="268033" y="611456"/>
                      <a:pt x="274322" y="614013"/>
                      <a:pt x="281121" y="615137"/>
                    </a:cubicBezTo>
                    <a:cubicBezTo>
                      <a:pt x="295999" y="617489"/>
                      <a:pt x="315324" y="619688"/>
                      <a:pt x="340171" y="621119"/>
                    </a:cubicBezTo>
                    <a:cubicBezTo>
                      <a:pt x="364711" y="622551"/>
                      <a:pt x="390580" y="623011"/>
                      <a:pt x="417217" y="622908"/>
                    </a:cubicBezTo>
                    <a:cubicBezTo>
                      <a:pt x="421716" y="622908"/>
                      <a:pt x="426266" y="622908"/>
                      <a:pt x="430867" y="622806"/>
                    </a:cubicBezTo>
                    <a:cubicBezTo>
                      <a:pt x="466859" y="622500"/>
                      <a:pt x="503874" y="621272"/>
                      <a:pt x="540173" y="620097"/>
                    </a:cubicBezTo>
                    <a:cubicBezTo>
                      <a:pt x="555715" y="619585"/>
                      <a:pt x="570848" y="619074"/>
                      <a:pt x="585520" y="618665"/>
                    </a:cubicBezTo>
                    <a:cubicBezTo>
                      <a:pt x="588792" y="618563"/>
                      <a:pt x="592013" y="618461"/>
                      <a:pt x="595234" y="618409"/>
                    </a:cubicBezTo>
                    <a:cubicBezTo>
                      <a:pt x="596564" y="618409"/>
                      <a:pt x="597842" y="618409"/>
                      <a:pt x="599171" y="618307"/>
                    </a:cubicBezTo>
                    <a:cubicBezTo>
                      <a:pt x="660265" y="616825"/>
                      <a:pt x="713231" y="617131"/>
                      <a:pt x="753824" y="624544"/>
                    </a:cubicBezTo>
                    <a:cubicBezTo>
                      <a:pt x="754131" y="624544"/>
                      <a:pt x="754438" y="624698"/>
                      <a:pt x="754796" y="6247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27"/>
              <p:cNvSpPr/>
              <p:nvPr/>
            </p:nvSpPr>
            <p:spPr>
              <a:xfrm flipH="1">
                <a:off x="6656252" y="1764383"/>
                <a:ext cx="112232" cy="607881"/>
              </a:xfrm>
              <a:custGeom>
                <a:rect b="b" l="l" r="r" t="t"/>
                <a:pathLst>
                  <a:path extrusionOk="0" h="628301" w="116002">
                    <a:moveTo>
                      <a:pt x="110098" y="628251"/>
                    </a:moveTo>
                    <a:cubicBezTo>
                      <a:pt x="107286" y="628251"/>
                      <a:pt x="104832" y="626257"/>
                      <a:pt x="104372" y="623394"/>
                    </a:cubicBezTo>
                    <a:lnTo>
                      <a:pt x="77" y="6825"/>
                    </a:lnTo>
                    <a:cubicBezTo>
                      <a:pt x="-435" y="3655"/>
                      <a:pt x="1661" y="639"/>
                      <a:pt x="4882" y="77"/>
                    </a:cubicBezTo>
                    <a:cubicBezTo>
                      <a:pt x="8052" y="-435"/>
                      <a:pt x="11069" y="1662"/>
                      <a:pt x="11631" y="4882"/>
                    </a:cubicBezTo>
                    <a:lnTo>
                      <a:pt x="115926" y="621451"/>
                    </a:lnTo>
                    <a:cubicBezTo>
                      <a:pt x="116437" y="624621"/>
                      <a:pt x="114341" y="627637"/>
                      <a:pt x="111120" y="628200"/>
                    </a:cubicBezTo>
                    <a:cubicBezTo>
                      <a:pt x="110814" y="628251"/>
                      <a:pt x="110456" y="628302"/>
                      <a:pt x="110149" y="628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27"/>
              <p:cNvSpPr/>
              <p:nvPr/>
            </p:nvSpPr>
            <p:spPr>
              <a:xfrm flipH="1">
                <a:off x="6890379" y="1313858"/>
                <a:ext cx="242028" cy="213337"/>
              </a:xfrm>
              <a:custGeom>
                <a:rect b="b" l="l" r="r" t="t"/>
                <a:pathLst>
                  <a:path extrusionOk="0" h="220503" w="250158">
                    <a:moveTo>
                      <a:pt x="1805" y="135431"/>
                    </a:moveTo>
                    <a:cubicBezTo>
                      <a:pt x="3748" y="129603"/>
                      <a:pt x="7940" y="124286"/>
                      <a:pt x="13666" y="122139"/>
                    </a:cubicBezTo>
                    <a:cubicBezTo>
                      <a:pt x="8758" y="114266"/>
                      <a:pt x="3799" y="106239"/>
                      <a:pt x="1601" y="97241"/>
                    </a:cubicBezTo>
                    <a:cubicBezTo>
                      <a:pt x="-598" y="88243"/>
                      <a:pt x="323" y="77967"/>
                      <a:pt x="6304" y="70860"/>
                    </a:cubicBezTo>
                    <a:cubicBezTo>
                      <a:pt x="12286" y="63805"/>
                      <a:pt x="24045" y="61453"/>
                      <a:pt x="31100" y="67435"/>
                    </a:cubicBezTo>
                    <a:cubicBezTo>
                      <a:pt x="33861" y="57670"/>
                      <a:pt x="36826" y="47496"/>
                      <a:pt x="43881" y="40185"/>
                    </a:cubicBezTo>
                    <a:cubicBezTo>
                      <a:pt x="50936" y="32874"/>
                      <a:pt x="63360" y="29705"/>
                      <a:pt x="71284" y="36044"/>
                    </a:cubicBezTo>
                    <a:cubicBezTo>
                      <a:pt x="83196" y="28018"/>
                      <a:pt x="95364" y="19889"/>
                      <a:pt x="109219" y="16208"/>
                    </a:cubicBezTo>
                    <a:cubicBezTo>
                      <a:pt x="123074" y="12527"/>
                      <a:pt x="139178" y="14009"/>
                      <a:pt x="149812" y="23570"/>
                    </a:cubicBezTo>
                    <a:cubicBezTo>
                      <a:pt x="163667" y="16463"/>
                      <a:pt x="176653" y="7414"/>
                      <a:pt x="191530" y="2762"/>
                    </a:cubicBezTo>
                    <a:cubicBezTo>
                      <a:pt x="206357" y="-1891"/>
                      <a:pt x="224199" y="-1277"/>
                      <a:pt x="235549" y="9357"/>
                    </a:cubicBezTo>
                    <a:cubicBezTo>
                      <a:pt x="244036" y="17332"/>
                      <a:pt x="247410" y="29807"/>
                      <a:pt x="245825" y="41310"/>
                    </a:cubicBezTo>
                    <a:cubicBezTo>
                      <a:pt x="244292" y="52813"/>
                      <a:pt x="238259" y="63396"/>
                      <a:pt x="230437" y="71985"/>
                    </a:cubicBezTo>
                    <a:cubicBezTo>
                      <a:pt x="238617" y="70247"/>
                      <a:pt x="247052" y="76638"/>
                      <a:pt x="249353" y="84664"/>
                    </a:cubicBezTo>
                    <a:cubicBezTo>
                      <a:pt x="251654" y="92691"/>
                      <a:pt x="248790" y="101536"/>
                      <a:pt x="243729" y="108131"/>
                    </a:cubicBezTo>
                    <a:cubicBezTo>
                      <a:pt x="238668" y="114726"/>
                      <a:pt x="231510" y="119480"/>
                      <a:pt x="224353" y="123775"/>
                    </a:cubicBezTo>
                    <a:lnTo>
                      <a:pt x="33452" y="220504"/>
                    </a:lnTo>
                    <a:cubicBezTo>
                      <a:pt x="14689" y="203326"/>
                      <a:pt x="2623" y="178939"/>
                      <a:pt x="323" y="153581"/>
                    </a:cubicBezTo>
                    <a:cubicBezTo>
                      <a:pt x="-240" y="147446"/>
                      <a:pt x="-240" y="141157"/>
                      <a:pt x="1754" y="13532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27"/>
              <p:cNvSpPr/>
              <p:nvPr/>
            </p:nvSpPr>
            <p:spPr>
              <a:xfrm flipH="1">
                <a:off x="6943254" y="1663602"/>
                <a:ext cx="199581" cy="115046"/>
              </a:xfrm>
              <a:custGeom>
                <a:rect b="b" l="l" r="r" t="t"/>
                <a:pathLst>
                  <a:path extrusionOk="0" h="118911" w="206285">
                    <a:moveTo>
                      <a:pt x="0" y="7653"/>
                    </a:moveTo>
                    <a:cubicBezTo>
                      <a:pt x="73313" y="149065"/>
                      <a:pt x="235585" y="162664"/>
                      <a:pt x="201689" y="7960"/>
                    </a:cubicBezTo>
                    <a:cubicBezTo>
                      <a:pt x="138242" y="-3186"/>
                      <a:pt x="70604" y="-2010"/>
                      <a:pt x="0" y="7653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27"/>
              <p:cNvSpPr/>
              <p:nvPr/>
            </p:nvSpPr>
            <p:spPr>
              <a:xfrm flipH="1">
                <a:off x="6906016" y="1373715"/>
                <a:ext cx="204351" cy="350877"/>
              </a:xfrm>
              <a:custGeom>
                <a:rect b="b" l="l" r="r" t="t"/>
                <a:pathLst>
                  <a:path extrusionOk="0" h="362664" w="211215">
                    <a:moveTo>
                      <a:pt x="199388" y="34390"/>
                    </a:moveTo>
                    <a:cubicBezTo>
                      <a:pt x="209715" y="98654"/>
                      <a:pt x="224797" y="184595"/>
                      <a:pt x="186709" y="213123"/>
                    </a:cubicBezTo>
                    <a:cubicBezTo>
                      <a:pt x="174592" y="222224"/>
                      <a:pt x="153375" y="223093"/>
                      <a:pt x="153375" y="223093"/>
                    </a:cubicBezTo>
                    <a:lnTo>
                      <a:pt x="148007" y="318543"/>
                    </a:lnTo>
                    <a:lnTo>
                      <a:pt x="85481" y="362664"/>
                    </a:lnTo>
                    <a:lnTo>
                      <a:pt x="0" y="318799"/>
                    </a:lnTo>
                    <a:lnTo>
                      <a:pt x="13395" y="82805"/>
                    </a:lnTo>
                    <a:lnTo>
                      <a:pt x="64162" y="9441"/>
                    </a:lnTo>
                    <a:cubicBezTo>
                      <a:pt x="64162" y="9441"/>
                      <a:pt x="189674" y="-23790"/>
                      <a:pt x="199286" y="34441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27"/>
              <p:cNvSpPr/>
              <p:nvPr/>
            </p:nvSpPr>
            <p:spPr>
              <a:xfrm flipH="1">
                <a:off x="6920521" y="1360991"/>
                <a:ext cx="181862" cy="159556"/>
              </a:xfrm>
              <a:custGeom>
                <a:rect b="b" l="l" r="r" t="t"/>
                <a:pathLst>
                  <a:path extrusionOk="0" h="164916" w="187971">
                    <a:moveTo>
                      <a:pt x="649" y="164916"/>
                    </a:moveTo>
                    <a:lnTo>
                      <a:pt x="45844" y="124987"/>
                    </a:lnTo>
                    <a:cubicBezTo>
                      <a:pt x="14044" y="111132"/>
                      <a:pt x="12152" y="83883"/>
                      <a:pt x="29995" y="74578"/>
                    </a:cubicBezTo>
                    <a:cubicBezTo>
                      <a:pt x="47889" y="65273"/>
                      <a:pt x="60465" y="87513"/>
                      <a:pt x="60465" y="87513"/>
                    </a:cubicBezTo>
                    <a:cubicBezTo>
                      <a:pt x="73144" y="76521"/>
                      <a:pt x="56580" y="66245"/>
                      <a:pt x="59750" y="49527"/>
                    </a:cubicBezTo>
                    <a:cubicBezTo>
                      <a:pt x="62970" y="32758"/>
                      <a:pt x="155405" y="15068"/>
                      <a:pt x="187971" y="37615"/>
                    </a:cubicBezTo>
                    <a:cubicBezTo>
                      <a:pt x="176724" y="2236"/>
                      <a:pt x="55711" y="-18725"/>
                      <a:pt x="16293" y="23351"/>
                    </a:cubicBezTo>
                    <a:cubicBezTo>
                      <a:pt x="-4873" y="45948"/>
                      <a:pt x="649" y="164916"/>
                      <a:pt x="649" y="164916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27"/>
              <p:cNvSpPr/>
              <p:nvPr/>
            </p:nvSpPr>
            <p:spPr>
              <a:xfrm flipH="1">
                <a:off x="6915086" y="1446009"/>
                <a:ext cx="26103" cy="16471"/>
              </a:xfrm>
              <a:custGeom>
                <a:rect b="b" l="l" r="r" t="t"/>
                <a:pathLst>
                  <a:path extrusionOk="0" h="17024" w="26980">
                    <a:moveTo>
                      <a:pt x="5823" y="17025"/>
                    </a:moveTo>
                    <a:cubicBezTo>
                      <a:pt x="5005" y="17025"/>
                      <a:pt x="4136" y="16872"/>
                      <a:pt x="3369" y="16463"/>
                    </a:cubicBezTo>
                    <a:cubicBezTo>
                      <a:pt x="455" y="15082"/>
                      <a:pt x="-823" y="11606"/>
                      <a:pt x="557" y="8692"/>
                    </a:cubicBezTo>
                    <a:cubicBezTo>
                      <a:pt x="2806" y="3886"/>
                      <a:pt x="7612" y="512"/>
                      <a:pt x="12776" y="51"/>
                    </a:cubicBezTo>
                    <a:cubicBezTo>
                      <a:pt x="18093" y="-409"/>
                      <a:pt x="23308" y="2250"/>
                      <a:pt x="26119" y="6800"/>
                    </a:cubicBezTo>
                    <a:cubicBezTo>
                      <a:pt x="27807" y="9561"/>
                      <a:pt x="26937" y="13140"/>
                      <a:pt x="24177" y="14827"/>
                    </a:cubicBezTo>
                    <a:cubicBezTo>
                      <a:pt x="21416" y="16514"/>
                      <a:pt x="17837" y="15645"/>
                      <a:pt x="16150" y="12884"/>
                    </a:cubicBezTo>
                    <a:cubicBezTo>
                      <a:pt x="15690" y="12117"/>
                      <a:pt x="14616" y="11555"/>
                      <a:pt x="13798" y="11657"/>
                    </a:cubicBezTo>
                    <a:cubicBezTo>
                      <a:pt x="12776" y="11759"/>
                      <a:pt x="11651" y="12577"/>
                      <a:pt x="11140" y="13651"/>
                    </a:cubicBezTo>
                    <a:cubicBezTo>
                      <a:pt x="10168" y="15747"/>
                      <a:pt x="8021" y="17025"/>
                      <a:pt x="5874" y="17025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7"/>
              <p:cNvSpPr/>
              <p:nvPr/>
            </p:nvSpPr>
            <p:spPr>
              <a:xfrm flipH="1">
                <a:off x="6959498" y="1447528"/>
                <a:ext cx="34934" cy="19157"/>
              </a:xfrm>
              <a:custGeom>
                <a:rect b="b" l="l" r="r" t="t"/>
                <a:pathLst>
                  <a:path extrusionOk="0" h="19801" w="36108">
                    <a:moveTo>
                      <a:pt x="5861" y="19801"/>
                    </a:moveTo>
                    <a:cubicBezTo>
                      <a:pt x="4583" y="19801"/>
                      <a:pt x="3305" y="19392"/>
                      <a:pt x="2231" y="18523"/>
                    </a:cubicBezTo>
                    <a:cubicBezTo>
                      <a:pt x="-325" y="16529"/>
                      <a:pt x="-734" y="12848"/>
                      <a:pt x="1260" y="10343"/>
                    </a:cubicBezTo>
                    <a:cubicBezTo>
                      <a:pt x="3049" y="8094"/>
                      <a:pt x="5503" y="5231"/>
                      <a:pt x="8877" y="3083"/>
                    </a:cubicBezTo>
                    <a:cubicBezTo>
                      <a:pt x="12712" y="629"/>
                      <a:pt x="16955" y="-444"/>
                      <a:pt x="20943" y="169"/>
                    </a:cubicBezTo>
                    <a:cubicBezTo>
                      <a:pt x="27794" y="1243"/>
                      <a:pt x="32242" y="6867"/>
                      <a:pt x="34849" y="10190"/>
                    </a:cubicBezTo>
                    <a:cubicBezTo>
                      <a:pt x="36843" y="12746"/>
                      <a:pt x="36434" y="16376"/>
                      <a:pt x="33878" y="18370"/>
                    </a:cubicBezTo>
                    <a:cubicBezTo>
                      <a:pt x="31321" y="20364"/>
                      <a:pt x="27691" y="19903"/>
                      <a:pt x="25698" y="17398"/>
                    </a:cubicBezTo>
                    <a:cubicBezTo>
                      <a:pt x="23550" y="14689"/>
                      <a:pt x="21301" y="11979"/>
                      <a:pt x="19154" y="11672"/>
                    </a:cubicBezTo>
                    <a:cubicBezTo>
                      <a:pt x="18029" y="11519"/>
                      <a:pt x="16597" y="11928"/>
                      <a:pt x="15217" y="12848"/>
                    </a:cubicBezTo>
                    <a:cubicBezTo>
                      <a:pt x="13734" y="13820"/>
                      <a:pt x="12252" y="15251"/>
                      <a:pt x="10462" y="17552"/>
                    </a:cubicBezTo>
                    <a:cubicBezTo>
                      <a:pt x="9286" y="19034"/>
                      <a:pt x="7599" y="19801"/>
                      <a:pt x="5861" y="19801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27"/>
              <p:cNvSpPr/>
              <p:nvPr/>
            </p:nvSpPr>
            <p:spPr>
              <a:xfrm flipH="1">
                <a:off x="6934532" y="1455817"/>
                <a:ext cx="18681" cy="44954"/>
              </a:xfrm>
              <a:custGeom>
                <a:rect b="b" l="l" r="r" t="t"/>
                <a:pathLst>
                  <a:path extrusionOk="0" h="46464" w="19309">
                    <a:moveTo>
                      <a:pt x="13438" y="46465"/>
                    </a:moveTo>
                    <a:cubicBezTo>
                      <a:pt x="10780" y="46465"/>
                      <a:pt x="8326" y="44624"/>
                      <a:pt x="7763" y="41864"/>
                    </a:cubicBezTo>
                    <a:lnTo>
                      <a:pt x="146" y="7099"/>
                    </a:lnTo>
                    <a:cubicBezTo>
                      <a:pt x="-570" y="3929"/>
                      <a:pt x="1424" y="861"/>
                      <a:pt x="4593" y="146"/>
                    </a:cubicBezTo>
                    <a:cubicBezTo>
                      <a:pt x="7763" y="-570"/>
                      <a:pt x="10831" y="1424"/>
                      <a:pt x="11546" y="4593"/>
                    </a:cubicBezTo>
                    <a:lnTo>
                      <a:pt x="19164" y="39359"/>
                    </a:lnTo>
                    <a:cubicBezTo>
                      <a:pt x="19880" y="42528"/>
                      <a:pt x="17886" y="45596"/>
                      <a:pt x="14716" y="46312"/>
                    </a:cubicBezTo>
                    <a:cubicBezTo>
                      <a:pt x="14307" y="46414"/>
                      <a:pt x="13898" y="46465"/>
                      <a:pt x="13438" y="46465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 flipH="1">
                <a:off x="6938673" y="1489695"/>
                <a:ext cx="41287" cy="38649"/>
              </a:xfrm>
              <a:custGeom>
                <a:rect b="b" l="l" r="r" t="t"/>
                <a:pathLst>
                  <a:path extrusionOk="0" h="39947" w="42674">
                    <a:moveTo>
                      <a:pt x="25933" y="39948"/>
                    </a:moveTo>
                    <a:cubicBezTo>
                      <a:pt x="25064" y="39948"/>
                      <a:pt x="24195" y="39948"/>
                      <a:pt x="23377" y="39794"/>
                    </a:cubicBezTo>
                    <a:cubicBezTo>
                      <a:pt x="16935" y="39079"/>
                      <a:pt x="10953" y="35704"/>
                      <a:pt x="7017" y="30541"/>
                    </a:cubicBezTo>
                    <a:cubicBezTo>
                      <a:pt x="2364" y="24406"/>
                      <a:pt x="1035" y="16890"/>
                      <a:pt x="115" y="9682"/>
                    </a:cubicBezTo>
                    <a:cubicBezTo>
                      <a:pt x="-652" y="3853"/>
                      <a:pt x="2620" y="1502"/>
                      <a:pt x="4103" y="786"/>
                    </a:cubicBezTo>
                    <a:cubicBezTo>
                      <a:pt x="5739" y="-32"/>
                      <a:pt x="9011" y="-952"/>
                      <a:pt x="12947" y="2217"/>
                    </a:cubicBezTo>
                    <a:lnTo>
                      <a:pt x="34266" y="19600"/>
                    </a:lnTo>
                    <a:cubicBezTo>
                      <a:pt x="34778" y="20009"/>
                      <a:pt x="35340" y="20418"/>
                      <a:pt x="35851" y="20827"/>
                    </a:cubicBezTo>
                    <a:cubicBezTo>
                      <a:pt x="37232" y="21850"/>
                      <a:pt x="38765" y="23025"/>
                      <a:pt x="40146" y="24457"/>
                    </a:cubicBezTo>
                    <a:cubicBezTo>
                      <a:pt x="40862" y="25224"/>
                      <a:pt x="43111" y="27576"/>
                      <a:pt x="42600" y="31001"/>
                    </a:cubicBezTo>
                    <a:cubicBezTo>
                      <a:pt x="42089" y="34477"/>
                      <a:pt x="39226" y="36113"/>
                      <a:pt x="37845" y="36880"/>
                    </a:cubicBezTo>
                    <a:cubicBezTo>
                      <a:pt x="34369" y="38874"/>
                      <a:pt x="30125" y="39948"/>
                      <a:pt x="25984" y="39948"/>
                    </a:cubicBezTo>
                    <a:close/>
                    <a:moveTo>
                      <a:pt x="31710" y="32586"/>
                    </a:moveTo>
                    <a:lnTo>
                      <a:pt x="31710" y="32586"/>
                    </a:lnTo>
                    <a:lnTo>
                      <a:pt x="31710" y="32586"/>
                    </a:lnTo>
                    <a:close/>
                    <a:moveTo>
                      <a:pt x="13510" y="17811"/>
                    </a:moveTo>
                    <a:cubicBezTo>
                      <a:pt x="14174" y="19958"/>
                      <a:pt x="15043" y="21901"/>
                      <a:pt x="16270" y="23485"/>
                    </a:cubicBezTo>
                    <a:cubicBezTo>
                      <a:pt x="18264" y="26093"/>
                      <a:pt x="21383" y="27882"/>
                      <a:pt x="24604" y="28240"/>
                    </a:cubicBezTo>
                    <a:cubicBezTo>
                      <a:pt x="25166" y="28291"/>
                      <a:pt x="25780" y="28342"/>
                      <a:pt x="26393" y="28291"/>
                    </a:cubicBezTo>
                    <a:lnTo>
                      <a:pt x="13510" y="17811"/>
                    </a:ln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27"/>
              <p:cNvSpPr/>
              <p:nvPr/>
            </p:nvSpPr>
            <p:spPr>
              <a:xfrm flipH="1">
                <a:off x="6961909" y="1581129"/>
                <a:ext cx="39719" cy="39372"/>
              </a:xfrm>
              <a:custGeom>
                <a:rect b="b" l="l" r="r" t="t"/>
                <a:pathLst>
                  <a:path extrusionOk="0" h="40695" w="41053">
                    <a:moveTo>
                      <a:pt x="0" y="51"/>
                    </a:moveTo>
                    <a:cubicBezTo>
                      <a:pt x="0" y="51"/>
                      <a:pt x="22955" y="9356"/>
                      <a:pt x="41053" y="8845"/>
                    </a:cubicBezTo>
                    <a:lnTo>
                      <a:pt x="39264" y="40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/>
          <p:nvPr/>
        </p:nvSpPr>
        <p:spPr>
          <a:xfrm>
            <a:off x="4646150" y="661150"/>
            <a:ext cx="488100" cy="404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28"/>
          <p:cNvSpPr txBox="1"/>
          <p:nvPr>
            <p:ph type="title"/>
          </p:nvPr>
        </p:nvSpPr>
        <p:spPr>
          <a:xfrm>
            <a:off x="581713" y="1350259"/>
            <a:ext cx="3993000" cy="6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10 Categories</a:t>
            </a:r>
            <a:endParaRPr sz="2400"/>
          </a:p>
        </p:txBody>
      </p:sp>
      <p:sp>
        <p:nvSpPr>
          <p:cNvPr id="370" name="Google Shape;370;p28"/>
          <p:cNvSpPr txBox="1"/>
          <p:nvPr>
            <p:ph idx="1" type="subTitle"/>
          </p:nvPr>
        </p:nvSpPr>
        <p:spPr>
          <a:xfrm>
            <a:off x="653150" y="1876877"/>
            <a:ext cx="3993000" cy="9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0"/>
              <a:t>Consisting of: Vegetables &amp; Fruits, Milk &amp; Dairy Products, Cooking Ingredients &amp; Seasonings, Cooking Kits, Snacks, Frozen Meat, Beverages, Frozen Foods, Protein (Chicken &amp; Eggs), Staple Foods</a:t>
            </a:r>
            <a:endParaRPr sz="1200"/>
          </a:p>
        </p:txBody>
      </p:sp>
      <p:sp>
        <p:nvSpPr>
          <p:cNvPr id="371" name="Google Shape;371;p28"/>
          <p:cNvSpPr txBox="1"/>
          <p:nvPr>
            <p:ph idx="5" type="subTitle"/>
          </p:nvPr>
        </p:nvSpPr>
        <p:spPr>
          <a:xfrm>
            <a:off x="653150" y="3667599"/>
            <a:ext cx="39930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Total</a:t>
            </a:r>
            <a:r>
              <a:rPr lang="pt-PT"/>
              <a:t> weeks over 7 months</a:t>
            </a:r>
            <a:endParaRPr/>
          </a:p>
        </p:txBody>
      </p:sp>
      <p:sp>
        <p:nvSpPr>
          <p:cNvPr id="372" name="Google Shape;372;p28"/>
          <p:cNvSpPr txBox="1"/>
          <p:nvPr>
            <p:ph idx="2" type="title"/>
          </p:nvPr>
        </p:nvSpPr>
        <p:spPr>
          <a:xfrm>
            <a:off x="605525" y="2777478"/>
            <a:ext cx="3993000" cy="5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5 Hub (Locations)</a:t>
            </a:r>
            <a:endParaRPr sz="2400"/>
          </a:p>
        </p:txBody>
      </p:sp>
      <p:sp>
        <p:nvSpPr>
          <p:cNvPr id="373" name="Google Shape;373;p28"/>
          <p:cNvSpPr txBox="1"/>
          <p:nvPr>
            <p:ph idx="4" type="title"/>
          </p:nvPr>
        </p:nvSpPr>
        <p:spPr>
          <a:xfrm>
            <a:off x="605525" y="3311422"/>
            <a:ext cx="3993000" cy="5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/>
              <a:t>28 Weeks</a:t>
            </a:r>
            <a:endParaRPr sz="2400"/>
          </a:p>
        </p:txBody>
      </p:sp>
      <p:grpSp>
        <p:nvGrpSpPr>
          <p:cNvPr id="374" name="Google Shape;374;p28"/>
          <p:cNvGrpSpPr/>
          <p:nvPr/>
        </p:nvGrpSpPr>
        <p:grpSpPr>
          <a:xfrm>
            <a:off x="5302831" y="1276911"/>
            <a:ext cx="3334644" cy="3332879"/>
            <a:chOff x="5097570" y="972250"/>
            <a:chExt cx="3504250" cy="3502395"/>
          </a:xfrm>
        </p:grpSpPr>
        <p:grpSp>
          <p:nvGrpSpPr>
            <p:cNvPr id="375" name="Google Shape;375;p28"/>
            <p:cNvGrpSpPr/>
            <p:nvPr/>
          </p:nvGrpSpPr>
          <p:grpSpPr>
            <a:xfrm>
              <a:off x="5497399" y="1692131"/>
              <a:ext cx="867783" cy="877706"/>
              <a:chOff x="5497399" y="1692131"/>
              <a:chExt cx="867783" cy="877706"/>
            </a:xfrm>
          </p:grpSpPr>
          <p:sp>
            <p:nvSpPr>
              <p:cNvPr id="376" name="Google Shape;376;p28"/>
              <p:cNvSpPr/>
              <p:nvPr/>
            </p:nvSpPr>
            <p:spPr>
              <a:xfrm>
                <a:off x="5580655" y="1692131"/>
                <a:ext cx="7619" cy="823245"/>
              </a:xfrm>
              <a:custGeom>
                <a:rect b="b" l="l" r="r" t="t"/>
                <a:pathLst>
                  <a:path extrusionOk="0" h="823245" w="7619">
                    <a:moveTo>
                      <a:pt x="0" y="0"/>
                    </a:moveTo>
                    <a:lnTo>
                      <a:pt x="7620" y="0"/>
                    </a:lnTo>
                    <a:lnTo>
                      <a:pt x="7620" y="823246"/>
                    </a:lnTo>
                    <a:lnTo>
                      <a:pt x="0" y="8232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7" name="Google Shape;377;p28"/>
              <p:cNvGrpSpPr/>
              <p:nvPr/>
            </p:nvGrpSpPr>
            <p:grpSpPr>
              <a:xfrm>
                <a:off x="5497399" y="1702054"/>
                <a:ext cx="867783" cy="867783"/>
                <a:chOff x="4814205" y="2919990"/>
                <a:chExt cx="823245" cy="823245"/>
              </a:xfrm>
            </p:grpSpPr>
            <p:sp>
              <p:nvSpPr>
                <p:cNvPr id="378" name="Google Shape;378;p28"/>
                <p:cNvSpPr/>
                <p:nvPr/>
              </p:nvSpPr>
              <p:spPr>
                <a:xfrm>
                  <a:off x="5585825" y="2919990"/>
                  <a:ext cx="7619" cy="823245"/>
                </a:xfrm>
                <a:custGeom>
                  <a:rect b="b" l="l" r="r" t="t"/>
                  <a:pathLst>
                    <a:path extrusionOk="0" h="823245" w="7619">
                      <a:moveTo>
                        <a:pt x="0" y="0"/>
                      </a:moveTo>
                      <a:lnTo>
                        <a:pt x="7620" y="0"/>
                      </a:lnTo>
                      <a:lnTo>
                        <a:pt x="7620" y="823246"/>
                      </a:lnTo>
                      <a:lnTo>
                        <a:pt x="0" y="82324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3500" lIns="87000" spcFirstLastPara="1" rIns="87000" wrap="square" tIns="435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712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9" name="Google Shape;379;p28"/>
                <p:cNvGrpSpPr/>
                <p:nvPr/>
              </p:nvGrpSpPr>
              <p:grpSpPr>
                <a:xfrm>
                  <a:off x="4814205" y="2919990"/>
                  <a:ext cx="823245" cy="823245"/>
                  <a:chOff x="4814205" y="2919990"/>
                  <a:chExt cx="823245" cy="823245"/>
                </a:xfrm>
              </p:grpSpPr>
              <p:sp>
                <p:nvSpPr>
                  <p:cNvPr id="380" name="Google Shape;380;p28"/>
                  <p:cNvSpPr/>
                  <p:nvPr/>
                </p:nvSpPr>
                <p:spPr>
                  <a:xfrm>
                    <a:off x="5003847" y="2919990"/>
                    <a:ext cx="7620" cy="823245"/>
                  </a:xfrm>
                  <a:custGeom>
                    <a:rect b="b" l="l" r="r" t="t"/>
                    <a:pathLst>
                      <a:path extrusionOk="0" h="823245" w="7620">
                        <a:moveTo>
                          <a:pt x="0" y="0"/>
                        </a:moveTo>
                        <a:lnTo>
                          <a:pt x="7620" y="0"/>
                        </a:lnTo>
                        <a:lnTo>
                          <a:pt x="7620" y="823246"/>
                        </a:lnTo>
                        <a:lnTo>
                          <a:pt x="0" y="82324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1" name="Google Shape;381;p28"/>
                  <p:cNvSpPr/>
                  <p:nvPr/>
                </p:nvSpPr>
                <p:spPr>
                  <a:xfrm>
                    <a:off x="5149294" y="2919990"/>
                    <a:ext cx="7619" cy="823245"/>
                  </a:xfrm>
                  <a:custGeom>
                    <a:rect b="b" l="l" r="r" t="t"/>
                    <a:pathLst>
                      <a:path extrusionOk="0" h="823245" w="7619">
                        <a:moveTo>
                          <a:pt x="0" y="0"/>
                        </a:moveTo>
                        <a:lnTo>
                          <a:pt x="7620" y="0"/>
                        </a:lnTo>
                        <a:lnTo>
                          <a:pt x="7620" y="823246"/>
                        </a:lnTo>
                        <a:lnTo>
                          <a:pt x="0" y="82324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28"/>
                  <p:cNvSpPr/>
                  <p:nvPr/>
                </p:nvSpPr>
                <p:spPr>
                  <a:xfrm>
                    <a:off x="5294836" y="2919990"/>
                    <a:ext cx="7619" cy="823245"/>
                  </a:xfrm>
                  <a:custGeom>
                    <a:rect b="b" l="l" r="r" t="t"/>
                    <a:pathLst>
                      <a:path extrusionOk="0" h="823245" w="7619">
                        <a:moveTo>
                          <a:pt x="0" y="0"/>
                        </a:moveTo>
                        <a:lnTo>
                          <a:pt x="7620" y="0"/>
                        </a:lnTo>
                        <a:lnTo>
                          <a:pt x="7620" y="823246"/>
                        </a:lnTo>
                        <a:lnTo>
                          <a:pt x="0" y="82324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3" name="Google Shape;383;p28"/>
                  <p:cNvSpPr/>
                  <p:nvPr/>
                </p:nvSpPr>
                <p:spPr>
                  <a:xfrm>
                    <a:off x="5440283" y="2919990"/>
                    <a:ext cx="7619" cy="823245"/>
                  </a:xfrm>
                  <a:custGeom>
                    <a:rect b="b" l="l" r="r" t="t"/>
                    <a:pathLst>
                      <a:path extrusionOk="0" h="823245" w="7619">
                        <a:moveTo>
                          <a:pt x="0" y="0"/>
                        </a:moveTo>
                        <a:lnTo>
                          <a:pt x="7620" y="0"/>
                        </a:lnTo>
                        <a:lnTo>
                          <a:pt x="7620" y="823246"/>
                        </a:lnTo>
                        <a:lnTo>
                          <a:pt x="0" y="823246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" name="Google Shape;384;p28"/>
                  <p:cNvSpPr/>
                  <p:nvPr/>
                </p:nvSpPr>
                <p:spPr>
                  <a:xfrm>
                    <a:off x="4814205" y="2964091"/>
                    <a:ext cx="823245" cy="7620"/>
                  </a:xfrm>
                  <a:custGeom>
                    <a:rect b="b" l="l" r="r" t="t"/>
                    <a:pathLst>
                      <a:path extrusionOk="0" h="7620" w="823245">
                        <a:moveTo>
                          <a:pt x="0" y="0"/>
                        </a:moveTo>
                        <a:lnTo>
                          <a:pt x="823246" y="0"/>
                        </a:lnTo>
                        <a:lnTo>
                          <a:pt x="823246" y="7620"/>
                        </a:lnTo>
                        <a:lnTo>
                          <a:pt x="0" y="76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28"/>
                  <p:cNvSpPr/>
                  <p:nvPr/>
                </p:nvSpPr>
                <p:spPr>
                  <a:xfrm>
                    <a:off x="4814205" y="3109632"/>
                    <a:ext cx="823245" cy="7620"/>
                  </a:xfrm>
                  <a:custGeom>
                    <a:rect b="b" l="l" r="r" t="t"/>
                    <a:pathLst>
                      <a:path extrusionOk="0" h="7620" w="823245">
                        <a:moveTo>
                          <a:pt x="0" y="0"/>
                        </a:moveTo>
                        <a:lnTo>
                          <a:pt x="823246" y="0"/>
                        </a:lnTo>
                        <a:lnTo>
                          <a:pt x="823246" y="7620"/>
                        </a:lnTo>
                        <a:lnTo>
                          <a:pt x="0" y="76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6" name="Google Shape;386;p28"/>
                  <p:cNvSpPr/>
                  <p:nvPr/>
                </p:nvSpPr>
                <p:spPr>
                  <a:xfrm>
                    <a:off x="4814205" y="3255080"/>
                    <a:ext cx="823245" cy="7620"/>
                  </a:xfrm>
                  <a:custGeom>
                    <a:rect b="b" l="l" r="r" t="t"/>
                    <a:pathLst>
                      <a:path extrusionOk="0" h="7620" w="823245">
                        <a:moveTo>
                          <a:pt x="0" y="0"/>
                        </a:moveTo>
                        <a:lnTo>
                          <a:pt x="823246" y="0"/>
                        </a:lnTo>
                        <a:lnTo>
                          <a:pt x="823246" y="7620"/>
                        </a:lnTo>
                        <a:lnTo>
                          <a:pt x="0" y="76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7" name="Google Shape;387;p28"/>
                  <p:cNvSpPr/>
                  <p:nvPr/>
                </p:nvSpPr>
                <p:spPr>
                  <a:xfrm>
                    <a:off x="4814205" y="3400621"/>
                    <a:ext cx="823245" cy="7620"/>
                  </a:xfrm>
                  <a:custGeom>
                    <a:rect b="b" l="l" r="r" t="t"/>
                    <a:pathLst>
                      <a:path extrusionOk="0" h="7620" w="823245">
                        <a:moveTo>
                          <a:pt x="0" y="0"/>
                        </a:moveTo>
                        <a:lnTo>
                          <a:pt x="823246" y="0"/>
                        </a:lnTo>
                        <a:lnTo>
                          <a:pt x="823246" y="7620"/>
                        </a:lnTo>
                        <a:lnTo>
                          <a:pt x="0" y="76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8" name="Google Shape;388;p28"/>
                  <p:cNvSpPr/>
                  <p:nvPr/>
                </p:nvSpPr>
                <p:spPr>
                  <a:xfrm>
                    <a:off x="4814205" y="3546068"/>
                    <a:ext cx="823245" cy="7620"/>
                  </a:xfrm>
                  <a:custGeom>
                    <a:rect b="b" l="l" r="r" t="t"/>
                    <a:pathLst>
                      <a:path extrusionOk="0" h="7620" w="823245">
                        <a:moveTo>
                          <a:pt x="0" y="0"/>
                        </a:moveTo>
                        <a:lnTo>
                          <a:pt x="823246" y="0"/>
                        </a:lnTo>
                        <a:lnTo>
                          <a:pt x="823246" y="7620"/>
                        </a:lnTo>
                        <a:lnTo>
                          <a:pt x="0" y="76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9" name="Google Shape;389;p28"/>
                  <p:cNvSpPr/>
                  <p:nvPr/>
                </p:nvSpPr>
                <p:spPr>
                  <a:xfrm>
                    <a:off x="4814205" y="3691611"/>
                    <a:ext cx="823245" cy="7620"/>
                  </a:xfrm>
                  <a:custGeom>
                    <a:rect b="b" l="l" r="r" t="t"/>
                    <a:pathLst>
                      <a:path extrusionOk="0" h="7620" w="823245">
                        <a:moveTo>
                          <a:pt x="0" y="0"/>
                        </a:moveTo>
                        <a:lnTo>
                          <a:pt x="823246" y="0"/>
                        </a:lnTo>
                        <a:lnTo>
                          <a:pt x="823246" y="7620"/>
                        </a:lnTo>
                        <a:lnTo>
                          <a:pt x="0" y="762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3500" lIns="87000" spcFirstLastPara="1" rIns="87000" wrap="square" tIns="435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712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90" name="Google Shape;390;p28"/>
            <p:cNvGrpSpPr/>
            <p:nvPr/>
          </p:nvGrpSpPr>
          <p:grpSpPr>
            <a:xfrm>
              <a:off x="5133072" y="2147587"/>
              <a:ext cx="801818" cy="801818"/>
              <a:chOff x="5314362" y="452716"/>
              <a:chExt cx="760666" cy="760666"/>
            </a:xfrm>
          </p:grpSpPr>
          <p:sp>
            <p:nvSpPr>
              <p:cNvPr id="391" name="Google Shape;391;p28"/>
              <p:cNvSpPr/>
              <p:nvPr/>
            </p:nvSpPr>
            <p:spPr>
              <a:xfrm>
                <a:off x="5314362" y="452716"/>
                <a:ext cx="760666" cy="760666"/>
              </a:xfrm>
              <a:custGeom>
                <a:rect b="b" l="l" r="r" t="t"/>
                <a:pathLst>
                  <a:path extrusionOk="0" h="760666" w="760666">
                    <a:moveTo>
                      <a:pt x="724281" y="0"/>
                    </a:moveTo>
                    <a:cubicBezTo>
                      <a:pt x="503396" y="4953"/>
                      <a:pt x="274130" y="4953"/>
                      <a:pt x="36386" y="0"/>
                    </a:cubicBezTo>
                    <a:cubicBezTo>
                      <a:pt x="16288" y="0"/>
                      <a:pt x="0" y="16288"/>
                      <a:pt x="0" y="36386"/>
                    </a:cubicBezTo>
                    <a:cubicBezTo>
                      <a:pt x="3524" y="281559"/>
                      <a:pt x="4096" y="513683"/>
                      <a:pt x="0" y="724281"/>
                    </a:cubicBezTo>
                    <a:cubicBezTo>
                      <a:pt x="0" y="744379"/>
                      <a:pt x="16288" y="760667"/>
                      <a:pt x="36386" y="760667"/>
                    </a:cubicBezTo>
                    <a:cubicBezTo>
                      <a:pt x="256508" y="753713"/>
                      <a:pt x="485394" y="753428"/>
                      <a:pt x="724281" y="760667"/>
                    </a:cubicBezTo>
                    <a:cubicBezTo>
                      <a:pt x="744379" y="760667"/>
                      <a:pt x="760667" y="744379"/>
                      <a:pt x="760667" y="724281"/>
                    </a:cubicBezTo>
                    <a:cubicBezTo>
                      <a:pt x="754190" y="489585"/>
                      <a:pt x="753904" y="260128"/>
                      <a:pt x="760667" y="36386"/>
                    </a:cubicBezTo>
                    <a:cubicBezTo>
                      <a:pt x="760667" y="16288"/>
                      <a:pt x="744379" y="0"/>
                      <a:pt x="7242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28"/>
              <p:cNvSpPr/>
              <p:nvPr/>
            </p:nvSpPr>
            <p:spPr>
              <a:xfrm rot="-1320846">
                <a:off x="5429977" y="573108"/>
                <a:ext cx="529061" cy="529061"/>
              </a:xfrm>
              <a:custGeom>
                <a:rect b="b" l="l" r="r" t="t"/>
                <a:pathLst>
                  <a:path extrusionOk="0" h="528828" w="528828">
                    <a:moveTo>
                      <a:pt x="528828" y="264414"/>
                    </a:moveTo>
                    <a:cubicBezTo>
                      <a:pt x="528828" y="410446"/>
                      <a:pt x="410446" y="528828"/>
                      <a:pt x="264414" y="528828"/>
                    </a:cubicBezTo>
                    <a:cubicBezTo>
                      <a:pt x="118382" y="528828"/>
                      <a:pt x="0" y="410446"/>
                      <a:pt x="0" y="264414"/>
                    </a:cubicBezTo>
                    <a:cubicBezTo>
                      <a:pt x="0" y="118382"/>
                      <a:pt x="118382" y="0"/>
                      <a:pt x="264414" y="0"/>
                    </a:cubicBezTo>
                    <a:cubicBezTo>
                      <a:pt x="410446" y="0"/>
                      <a:pt x="528828" y="118382"/>
                      <a:pt x="528828" y="26441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28"/>
              <p:cNvSpPr/>
              <p:nvPr/>
            </p:nvSpPr>
            <p:spPr>
              <a:xfrm>
                <a:off x="5506386" y="649026"/>
                <a:ext cx="376428" cy="376427"/>
              </a:xfrm>
              <a:custGeom>
                <a:rect b="b" l="l" r="r" t="t"/>
                <a:pathLst>
                  <a:path extrusionOk="0" h="376427" w="376428">
                    <a:moveTo>
                      <a:pt x="376428" y="188214"/>
                    </a:moveTo>
                    <a:cubicBezTo>
                      <a:pt x="376428" y="292162"/>
                      <a:pt x="292162" y="376428"/>
                      <a:pt x="188214" y="376428"/>
                    </a:cubicBezTo>
                    <a:cubicBezTo>
                      <a:pt x="84266" y="376428"/>
                      <a:pt x="0" y="292162"/>
                      <a:pt x="0" y="188214"/>
                    </a:cubicBezTo>
                    <a:cubicBezTo>
                      <a:pt x="0" y="84266"/>
                      <a:pt x="84266" y="0"/>
                      <a:pt x="188214" y="0"/>
                    </a:cubicBezTo>
                    <a:cubicBezTo>
                      <a:pt x="292162" y="0"/>
                      <a:pt x="376428" y="84266"/>
                      <a:pt x="376428" y="1882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28"/>
              <p:cNvSpPr/>
              <p:nvPr/>
            </p:nvSpPr>
            <p:spPr>
              <a:xfrm>
                <a:off x="5579443" y="722083"/>
                <a:ext cx="230314" cy="230314"/>
              </a:xfrm>
              <a:custGeom>
                <a:rect b="b" l="l" r="r" t="t"/>
                <a:pathLst>
                  <a:path extrusionOk="0" h="230314" w="230314">
                    <a:moveTo>
                      <a:pt x="230314" y="115157"/>
                    </a:moveTo>
                    <a:cubicBezTo>
                      <a:pt x="230314" y="178757"/>
                      <a:pt x="178757" y="230315"/>
                      <a:pt x="115157" y="230315"/>
                    </a:cubicBezTo>
                    <a:cubicBezTo>
                      <a:pt x="51558" y="230315"/>
                      <a:pt x="0" y="178757"/>
                      <a:pt x="0" y="115157"/>
                    </a:cubicBezTo>
                    <a:cubicBezTo>
                      <a:pt x="0" y="51558"/>
                      <a:pt x="51558" y="0"/>
                      <a:pt x="115157" y="0"/>
                    </a:cubicBezTo>
                    <a:cubicBezTo>
                      <a:pt x="178757" y="0"/>
                      <a:pt x="230314" y="51558"/>
                      <a:pt x="230314" y="1151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28"/>
              <p:cNvSpPr/>
              <p:nvPr/>
            </p:nvSpPr>
            <p:spPr>
              <a:xfrm>
                <a:off x="5647261" y="789805"/>
                <a:ext cx="94868" cy="94869"/>
              </a:xfrm>
              <a:custGeom>
                <a:rect b="b" l="l" r="r" t="t"/>
                <a:pathLst>
                  <a:path extrusionOk="0" h="94869" w="94868">
                    <a:moveTo>
                      <a:pt x="94869" y="47435"/>
                    </a:moveTo>
                    <a:cubicBezTo>
                      <a:pt x="94869" y="73628"/>
                      <a:pt x="73628" y="94869"/>
                      <a:pt x="47435" y="94869"/>
                    </a:cubicBezTo>
                    <a:cubicBezTo>
                      <a:pt x="21241" y="94869"/>
                      <a:pt x="0" y="73628"/>
                      <a:pt x="0" y="47435"/>
                    </a:cubicBezTo>
                    <a:cubicBezTo>
                      <a:pt x="0" y="21241"/>
                      <a:pt x="21241" y="0"/>
                      <a:pt x="47435" y="0"/>
                    </a:cubicBezTo>
                    <a:cubicBezTo>
                      <a:pt x="73628" y="0"/>
                      <a:pt x="94869" y="21241"/>
                      <a:pt x="94869" y="4743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8"/>
              <p:cNvSpPr/>
              <p:nvPr/>
            </p:nvSpPr>
            <p:spPr>
              <a:xfrm>
                <a:off x="5688004" y="608045"/>
                <a:ext cx="235886" cy="235862"/>
              </a:xfrm>
              <a:custGeom>
                <a:rect b="b" l="l" r="r" t="t"/>
                <a:pathLst>
                  <a:path extrusionOk="0" h="235862" w="235886">
                    <a:moveTo>
                      <a:pt x="6596" y="235863"/>
                    </a:moveTo>
                    <a:cubicBezTo>
                      <a:pt x="4882" y="235863"/>
                      <a:pt x="3167" y="235196"/>
                      <a:pt x="1929" y="233958"/>
                    </a:cubicBezTo>
                    <a:cubicBezTo>
                      <a:pt x="-643" y="231386"/>
                      <a:pt x="-643" y="227195"/>
                      <a:pt x="1929" y="224528"/>
                    </a:cubicBezTo>
                    <a:lnTo>
                      <a:pt x="224528" y="1929"/>
                    </a:lnTo>
                    <a:cubicBezTo>
                      <a:pt x="227100" y="-643"/>
                      <a:pt x="231291" y="-643"/>
                      <a:pt x="233958" y="1929"/>
                    </a:cubicBezTo>
                    <a:cubicBezTo>
                      <a:pt x="236530" y="4500"/>
                      <a:pt x="236530" y="8692"/>
                      <a:pt x="233958" y="11359"/>
                    </a:cubicBezTo>
                    <a:lnTo>
                      <a:pt x="11359" y="233958"/>
                    </a:lnTo>
                    <a:cubicBezTo>
                      <a:pt x="10025" y="235291"/>
                      <a:pt x="8406" y="235863"/>
                      <a:pt x="6691" y="23586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8"/>
              <p:cNvSpPr/>
              <p:nvPr/>
            </p:nvSpPr>
            <p:spPr>
              <a:xfrm>
                <a:off x="5887672" y="1095844"/>
                <a:ext cx="118110" cy="13334"/>
              </a:xfrm>
              <a:custGeom>
                <a:rect b="b" l="l" r="r" t="t"/>
                <a:pathLst>
                  <a:path extrusionOk="0" h="13334" w="118110">
                    <a:moveTo>
                      <a:pt x="111443" y="13335"/>
                    </a:moveTo>
                    <a:lnTo>
                      <a:pt x="6668" y="13335"/>
                    </a:lnTo>
                    <a:cubicBezTo>
                      <a:pt x="3048" y="13335"/>
                      <a:pt x="0" y="10382"/>
                      <a:pt x="0" y="6667"/>
                    </a:cubicBezTo>
                    <a:cubicBezTo>
                      <a:pt x="0" y="2953"/>
                      <a:pt x="2953" y="0"/>
                      <a:pt x="6668" y="0"/>
                    </a:cubicBezTo>
                    <a:lnTo>
                      <a:pt x="111443" y="0"/>
                    </a:lnTo>
                    <a:cubicBezTo>
                      <a:pt x="115062" y="0"/>
                      <a:pt x="118110" y="2953"/>
                      <a:pt x="118110" y="6667"/>
                    </a:cubicBezTo>
                    <a:cubicBezTo>
                      <a:pt x="118110" y="10382"/>
                      <a:pt x="115157" y="13335"/>
                      <a:pt x="111443" y="133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8"/>
              <p:cNvSpPr/>
              <p:nvPr/>
            </p:nvSpPr>
            <p:spPr>
              <a:xfrm>
                <a:off x="5853001" y="1126705"/>
                <a:ext cx="152781" cy="13334"/>
              </a:xfrm>
              <a:custGeom>
                <a:rect b="b" l="l" r="r" t="t"/>
                <a:pathLst>
                  <a:path extrusionOk="0" h="13334" w="152781">
                    <a:moveTo>
                      <a:pt x="146114" y="13335"/>
                    </a:moveTo>
                    <a:lnTo>
                      <a:pt x="6668" y="13335"/>
                    </a:lnTo>
                    <a:cubicBezTo>
                      <a:pt x="3048" y="13335"/>
                      <a:pt x="0" y="10382"/>
                      <a:pt x="0" y="6667"/>
                    </a:cubicBezTo>
                    <a:cubicBezTo>
                      <a:pt x="0" y="2953"/>
                      <a:pt x="2953" y="0"/>
                      <a:pt x="6668" y="0"/>
                    </a:cubicBezTo>
                    <a:lnTo>
                      <a:pt x="146114" y="0"/>
                    </a:lnTo>
                    <a:cubicBezTo>
                      <a:pt x="149733" y="0"/>
                      <a:pt x="152781" y="2953"/>
                      <a:pt x="152781" y="6667"/>
                    </a:cubicBezTo>
                    <a:cubicBezTo>
                      <a:pt x="152781" y="10382"/>
                      <a:pt x="149828" y="13335"/>
                      <a:pt x="146114" y="1333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3500" lIns="87000" spcFirstLastPara="1" rIns="87000" wrap="square" tIns="435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12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9" name="Google Shape;399;p28"/>
            <p:cNvSpPr/>
            <p:nvPr/>
          </p:nvSpPr>
          <p:spPr>
            <a:xfrm>
              <a:off x="6873883" y="972250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19907" y="0"/>
                  </a:moveTo>
                  <a:cubicBezTo>
                    <a:pt x="8954" y="0"/>
                    <a:pt x="0" y="8858"/>
                    <a:pt x="0" y="19907"/>
                  </a:cubicBezTo>
                  <a:cubicBezTo>
                    <a:pt x="0" y="30956"/>
                    <a:pt x="8858" y="39815"/>
                    <a:pt x="19907" y="39815"/>
                  </a:cubicBezTo>
                  <a:cubicBezTo>
                    <a:pt x="30956" y="39815"/>
                    <a:pt x="39815" y="30956"/>
                    <a:pt x="39815" y="19907"/>
                  </a:cubicBezTo>
                  <a:cubicBezTo>
                    <a:pt x="39815" y="8858"/>
                    <a:pt x="30956" y="0"/>
                    <a:pt x="19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7014844" y="972250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19907" y="0"/>
                  </a:moveTo>
                  <a:cubicBezTo>
                    <a:pt x="8954" y="0"/>
                    <a:pt x="0" y="8858"/>
                    <a:pt x="0" y="19907"/>
                  </a:cubicBezTo>
                  <a:cubicBezTo>
                    <a:pt x="0" y="30956"/>
                    <a:pt x="8858" y="39815"/>
                    <a:pt x="19907" y="39815"/>
                  </a:cubicBezTo>
                  <a:cubicBezTo>
                    <a:pt x="30956" y="39815"/>
                    <a:pt x="39814" y="30956"/>
                    <a:pt x="39814" y="19907"/>
                  </a:cubicBezTo>
                  <a:cubicBezTo>
                    <a:pt x="39814" y="8858"/>
                    <a:pt x="30956" y="0"/>
                    <a:pt x="19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7155805" y="972250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19907" y="0"/>
                  </a:moveTo>
                  <a:cubicBezTo>
                    <a:pt x="8954" y="0"/>
                    <a:pt x="0" y="8858"/>
                    <a:pt x="0" y="19907"/>
                  </a:cubicBezTo>
                  <a:cubicBezTo>
                    <a:pt x="0" y="30956"/>
                    <a:pt x="8858" y="39815"/>
                    <a:pt x="19907" y="39815"/>
                  </a:cubicBezTo>
                  <a:cubicBezTo>
                    <a:pt x="30956" y="39815"/>
                    <a:pt x="39814" y="30956"/>
                    <a:pt x="39814" y="19907"/>
                  </a:cubicBezTo>
                  <a:cubicBezTo>
                    <a:pt x="39814" y="8858"/>
                    <a:pt x="30956" y="0"/>
                    <a:pt x="19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7296766" y="972250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19907" y="0"/>
                  </a:moveTo>
                  <a:cubicBezTo>
                    <a:pt x="8954" y="0"/>
                    <a:pt x="0" y="8858"/>
                    <a:pt x="0" y="19907"/>
                  </a:cubicBezTo>
                  <a:cubicBezTo>
                    <a:pt x="0" y="30956"/>
                    <a:pt x="8858" y="39815"/>
                    <a:pt x="19907" y="39815"/>
                  </a:cubicBezTo>
                  <a:cubicBezTo>
                    <a:pt x="30956" y="39815"/>
                    <a:pt x="39814" y="30956"/>
                    <a:pt x="39814" y="19907"/>
                  </a:cubicBezTo>
                  <a:cubicBezTo>
                    <a:pt x="39814" y="8858"/>
                    <a:pt x="30956" y="0"/>
                    <a:pt x="19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8345438" y="2200534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39815" y="19907"/>
                  </a:moveTo>
                  <a:cubicBezTo>
                    <a:pt x="39815" y="8953"/>
                    <a:pt x="30956" y="0"/>
                    <a:pt x="19908" y="0"/>
                  </a:cubicBezTo>
                  <a:cubicBezTo>
                    <a:pt x="8858" y="0"/>
                    <a:pt x="0" y="8858"/>
                    <a:pt x="0" y="19907"/>
                  </a:cubicBezTo>
                  <a:cubicBezTo>
                    <a:pt x="0" y="30956"/>
                    <a:pt x="8858" y="39814"/>
                    <a:pt x="19908" y="39814"/>
                  </a:cubicBezTo>
                  <a:cubicBezTo>
                    <a:pt x="30956" y="39814"/>
                    <a:pt x="39815" y="30956"/>
                    <a:pt x="39815" y="199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8345438" y="2341495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39815" y="19907"/>
                  </a:moveTo>
                  <a:cubicBezTo>
                    <a:pt x="39815" y="8954"/>
                    <a:pt x="30956" y="0"/>
                    <a:pt x="19908" y="0"/>
                  </a:cubicBezTo>
                  <a:cubicBezTo>
                    <a:pt x="8858" y="0"/>
                    <a:pt x="0" y="8858"/>
                    <a:pt x="0" y="19907"/>
                  </a:cubicBezTo>
                  <a:cubicBezTo>
                    <a:pt x="0" y="30956"/>
                    <a:pt x="8858" y="39815"/>
                    <a:pt x="19908" y="39815"/>
                  </a:cubicBezTo>
                  <a:cubicBezTo>
                    <a:pt x="30956" y="39815"/>
                    <a:pt x="39815" y="30956"/>
                    <a:pt x="39815" y="199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8345438" y="2482455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39815" y="19907"/>
                  </a:moveTo>
                  <a:cubicBezTo>
                    <a:pt x="39815" y="8953"/>
                    <a:pt x="30956" y="0"/>
                    <a:pt x="19908" y="0"/>
                  </a:cubicBezTo>
                  <a:cubicBezTo>
                    <a:pt x="8858" y="0"/>
                    <a:pt x="0" y="8858"/>
                    <a:pt x="0" y="19907"/>
                  </a:cubicBezTo>
                  <a:cubicBezTo>
                    <a:pt x="0" y="30956"/>
                    <a:pt x="8858" y="39814"/>
                    <a:pt x="19908" y="39814"/>
                  </a:cubicBezTo>
                  <a:cubicBezTo>
                    <a:pt x="30956" y="39814"/>
                    <a:pt x="39815" y="30956"/>
                    <a:pt x="39815" y="199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8345538" y="2623416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0" y="19907"/>
                  </a:moveTo>
                  <a:cubicBezTo>
                    <a:pt x="0" y="30861"/>
                    <a:pt x="8858" y="39814"/>
                    <a:pt x="19907" y="39814"/>
                  </a:cubicBezTo>
                  <a:cubicBezTo>
                    <a:pt x="30956" y="39814"/>
                    <a:pt x="39814" y="30956"/>
                    <a:pt x="39814" y="19907"/>
                  </a:cubicBezTo>
                  <a:cubicBezTo>
                    <a:pt x="39814" y="8858"/>
                    <a:pt x="30956" y="0"/>
                    <a:pt x="19907" y="0"/>
                  </a:cubicBezTo>
                  <a:cubicBezTo>
                    <a:pt x="8858" y="0"/>
                    <a:pt x="0" y="8858"/>
                    <a:pt x="0" y="199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8230983" y="2200534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39815" y="19907"/>
                  </a:moveTo>
                  <a:cubicBezTo>
                    <a:pt x="39815" y="8953"/>
                    <a:pt x="30956" y="0"/>
                    <a:pt x="19907" y="0"/>
                  </a:cubicBezTo>
                  <a:cubicBezTo>
                    <a:pt x="8858" y="0"/>
                    <a:pt x="0" y="8858"/>
                    <a:pt x="0" y="19907"/>
                  </a:cubicBezTo>
                  <a:cubicBezTo>
                    <a:pt x="0" y="30956"/>
                    <a:pt x="8858" y="39814"/>
                    <a:pt x="19907" y="39814"/>
                  </a:cubicBezTo>
                  <a:cubicBezTo>
                    <a:pt x="30956" y="39814"/>
                    <a:pt x="39815" y="30956"/>
                    <a:pt x="39815" y="199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8230983" y="2341495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39815" y="19907"/>
                  </a:moveTo>
                  <a:cubicBezTo>
                    <a:pt x="39815" y="8954"/>
                    <a:pt x="30956" y="0"/>
                    <a:pt x="19907" y="0"/>
                  </a:cubicBezTo>
                  <a:cubicBezTo>
                    <a:pt x="8858" y="0"/>
                    <a:pt x="0" y="8858"/>
                    <a:pt x="0" y="19907"/>
                  </a:cubicBezTo>
                  <a:cubicBezTo>
                    <a:pt x="0" y="30956"/>
                    <a:pt x="8858" y="39815"/>
                    <a:pt x="19907" y="39815"/>
                  </a:cubicBezTo>
                  <a:cubicBezTo>
                    <a:pt x="30956" y="39815"/>
                    <a:pt x="39815" y="30956"/>
                    <a:pt x="39815" y="199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8230983" y="2482455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39815" y="19907"/>
                  </a:moveTo>
                  <a:cubicBezTo>
                    <a:pt x="39815" y="8953"/>
                    <a:pt x="30956" y="0"/>
                    <a:pt x="19907" y="0"/>
                  </a:cubicBezTo>
                  <a:cubicBezTo>
                    <a:pt x="8858" y="0"/>
                    <a:pt x="0" y="8858"/>
                    <a:pt x="0" y="19907"/>
                  </a:cubicBezTo>
                  <a:cubicBezTo>
                    <a:pt x="0" y="30956"/>
                    <a:pt x="8858" y="39814"/>
                    <a:pt x="19907" y="39814"/>
                  </a:cubicBezTo>
                  <a:cubicBezTo>
                    <a:pt x="30956" y="39814"/>
                    <a:pt x="39815" y="30956"/>
                    <a:pt x="39815" y="199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8230983" y="2623416"/>
              <a:ext cx="42004" cy="42004"/>
            </a:xfrm>
            <a:custGeom>
              <a:rect b="b" l="l" r="r" t="t"/>
              <a:pathLst>
                <a:path extrusionOk="0" h="39814" w="39814">
                  <a:moveTo>
                    <a:pt x="39815" y="19907"/>
                  </a:moveTo>
                  <a:cubicBezTo>
                    <a:pt x="39815" y="8954"/>
                    <a:pt x="30956" y="0"/>
                    <a:pt x="19907" y="0"/>
                  </a:cubicBezTo>
                  <a:cubicBezTo>
                    <a:pt x="8858" y="0"/>
                    <a:pt x="0" y="8858"/>
                    <a:pt x="0" y="19907"/>
                  </a:cubicBezTo>
                  <a:cubicBezTo>
                    <a:pt x="0" y="30956"/>
                    <a:pt x="8858" y="39814"/>
                    <a:pt x="19907" y="39814"/>
                  </a:cubicBezTo>
                  <a:cubicBezTo>
                    <a:pt x="30956" y="39814"/>
                    <a:pt x="39815" y="30956"/>
                    <a:pt x="39815" y="199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8"/>
            <p:cNvSpPr/>
            <p:nvPr/>
          </p:nvSpPr>
          <p:spPr>
            <a:xfrm>
              <a:off x="6863643" y="1402762"/>
              <a:ext cx="1301731" cy="834861"/>
            </a:xfrm>
            <a:custGeom>
              <a:rect b="b" l="l" r="r" t="t"/>
              <a:pathLst>
                <a:path extrusionOk="0" h="791337" w="1233868">
                  <a:moveTo>
                    <a:pt x="1190911" y="0"/>
                  </a:moveTo>
                  <a:cubicBezTo>
                    <a:pt x="929926" y="5810"/>
                    <a:pt x="323945" y="5810"/>
                    <a:pt x="42958" y="0"/>
                  </a:cubicBezTo>
                  <a:cubicBezTo>
                    <a:pt x="19240" y="0"/>
                    <a:pt x="0" y="19241"/>
                    <a:pt x="0" y="42958"/>
                  </a:cubicBezTo>
                  <a:cubicBezTo>
                    <a:pt x="4096" y="332708"/>
                    <a:pt x="4858" y="499491"/>
                    <a:pt x="0" y="748379"/>
                  </a:cubicBezTo>
                  <a:cubicBezTo>
                    <a:pt x="0" y="772097"/>
                    <a:pt x="19240" y="791337"/>
                    <a:pt x="42958" y="791337"/>
                  </a:cubicBezTo>
                  <a:cubicBezTo>
                    <a:pt x="303085" y="783146"/>
                    <a:pt x="908590" y="782765"/>
                    <a:pt x="1190911" y="791337"/>
                  </a:cubicBezTo>
                  <a:cubicBezTo>
                    <a:pt x="1214628" y="791337"/>
                    <a:pt x="1233868" y="772097"/>
                    <a:pt x="1233868" y="748379"/>
                  </a:cubicBezTo>
                  <a:cubicBezTo>
                    <a:pt x="1226153" y="471011"/>
                    <a:pt x="1225963" y="307372"/>
                    <a:pt x="1233868" y="42958"/>
                  </a:cubicBezTo>
                  <a:cubicBezTo>
                    <a:pt x="1233868" y="19241"/>
                    <a:pt x="1214628" y="0"/>
                    <a:pt x="11909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8"/>
            <p:cNvSpPr/>
            <p:nvPr/>
          </p:nvSpPr>
          <p:spPr>
            <a:xfrm>
              <a:off x="6958620" y="1544928"/>
              <a:ext cx="550275" cy="550377"/>
            </a:xfrm>
            <a:custGeom>
              <a:rect b="b" l="l" r="r" t="t"/>
              <a:pathLst>
                <a:path extrusionOk="0" h="521684" w="521588">
                  <a:moveTo>
                    <a:pt x="450914" y="521684"/>
                  </a:moveTo>
                  <a:lnTo>
                    <a:pt x="70675" y="521684"/>
                  </a:lnTo>
                  <a:cubicBezTo>
                    <a:pt x="31718" y="521684"/>
                    <a:pt x="0" y="489966"/>
                    <a:pt x="0" y="451009"/>
                  </a:cubicBezTo>
                  <a:lnTo>
                    <a:pt x="0" y="70771"/>
                  </a:lnTo>
                  <a:cubicBezTo>
                    <a:pt x="0" y="31813"/>
                    <a:pt x="31718" y="0"/>
                    <a:pt x="70675" y="0"/>
                  </a:cubicBezTo>
                  <a:lnTo>
                    <a:pt x="450914" y="0"/>
                  </a:lnTo>
                  <a:cubicBezTo>
                    <a:pt x="489871" y="0"/>
                    <a:pt x="521589" y="31718"/>
                    <a:pt x="521589" y="70771"/>
                  </a:cubicBezTo>
                  <a:lnTo>
                    <a:pt x="521589" y="451009"/>
                  </a:lnTo>
                  <a:cubicBezTo>
                    <a:pt x="521589" y="489966"/>
                    <a:pt x="489871" y="521684"/>
                    <a:pt x="450914" y="521684"/>
                  </a:cubicBezTo>
                  <a:close/>
                  <a:moveTo>
                    <a:pt x="70675" y="14669"/>
                  </a:moveTo>
                  <a:cubicBezTo>
                    <a:pt x="39815" y="14669"/>
                    <a:pt x="14669" y="39815"/>
                    <a:pt x="14669" y="70675"/>
                  </a:cubicBezTo>
                  <a:lnTo>
                    <a:pt x="14669" y="450913"/>
                  </a:lnTo>
                  <a:cubicBezTo>
                    <a:pt x="14669" y="481774"/>
                    <a:pt x="39815" y="506921"/>
                    <a:pt x="70675" y="506921"/>
                  </a:cubicBezTo>
                  <a:lnTo>
                    <a:pt x="450914" y="506921"/>
                  </a:lnTo>
                  <a:cubicBezTo>
                    <a:pt x="481775" y="506921"/>
                    <a:pt x="506921" y="481774"/>
                    <a:pt x="506921" y="450913"/>
                  </a:cubicBezTo>
                  <a:lnTo>
                    <a:pt x="506921" y="70675"/>
                  </a:lnTo>
                  <a:cubicBezTo>
                    <a:pt x="506921" y="39815"/>
                    <a:pt x="481775" y="14669"/>
                    <a:pt x="450914" y="14669"/>
                  </a:cubicBezTo>
                  <a:lnTo>
                    <a:pt x="70675" y="146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7060425" y="1678838"/>
              <a:ext cx="325885" cy="325906"/>
            </a:xfrm>
            <a:custGeom>
              <a:rect b="b" l="l" r="r" t="t"/>
              <a:pathLst>
                <a:path extrusionOk="0" h="308916" w="308896">
                  <a:moveTo>
                    <a:pt x="301466" y="265768"/>
                  </a:moveTo>
                  <a:lnTo>
                    <a:pt x="43148" y="7450"/>
                  </a:lnTo>
                  <a:cubicBezTo>
                    <a:pt x="27242" y="-8457"/>
                    <a:pt x="0" y="2783"/>
                    <a:pt x="0" y="25357"/>
                  </a:cubicBezTo>
                  <a:lnTo>
                    <a:pt x="0" y="283675"/>
                  </a:lnTo>
                  <a:cubicBezTo>
                    <a:pt x="0" y="297677"/>
                    <a:pt x="11335" y="308916"/>
                    <a:pt x="25241" y="308916"/>
                  </a:cubicBezTo>
                  <a:lnTo>
                    <a:pt x="283559" y="308916"/>
                  </a:lnTo>
                  <a:cubicBezTo>
                    <a:pt x="306038" y="308916"/>
                    <a:pt x="317373" y="281675"/>
                    <a:pt x="301466" y="26576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28"/>
            <p:cNvSpPr/>
            <p:nvPr/>
          </p:nvSpPr>
          <p:spPr>
            <a:xfrm rot="-2550126">
              <a:off x="7233488" y="1651420"/>
              <a:ext cx="183421" cy="183421"/>
            </a:xfrm>
            <a:custGeom>
              <a:rect b="b" l="l" r="r" t="t"/>
              <a:pathLst>
                <a:path extrusionOk="0" h="173926" w="173926">
                  <a:moveTo>
                    <a:pt x="173926" y="86963"/>
                  </a:moveTo>
                  <a:cubicBezTo>
                    <a:pt x="173926" y="134992"/>
                    <a:pt x="134992" y="173926"/>
                    <a:pt x="86963" y="173926"/>
                  </a:cubicBezTo>
                  <a:cubicBezTo>
                    <a:pt x="38935" y="173926"/>
                    <a:pt x="0" y="134992"/>
                    <a:pt x="0" y="86963"/>
                  </a:cubicBezTo>
                  <a:cubicBezTo>
                    <a:pt x="0" y="38935"/>
                    <a:pt x="38935" y="0"/>
                    <a:pt x="86963" y="0"/>
                  </a:cubicBezTo>
                  <a:cubicBezTo>
                    <a:pt x="134992" y="0"/>
                    <a:pt x="173926" y="38935"/>
                    <a:pt x="173926" y="869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7651175" y="2048128"/>
              <a:ext cx="406075" cy="15475"/>
            </a:xfrm>
            <a:custGeom>
              <a:rect b="b" l="l" r="r" t="t"/>
              <a:pathLst>
                <a:path extrusionOk="0" h="14668" w="384905">
                  <a:moveTo>
                    <a:pt x="377571" y="14669"/>
                  </a:moveTo>
                  <a:lnTo>
                    <a:pt x="7334" y="14669"/>
                  </a:lnTo>
                  <a:cubicBezTo>
                    <a:pt x="3238" y="14669"/>
                    <a:pt x="0" y="11335"/>
                    <a:pt x="0" y="7334"/>
                  </a:cubicBezTo>
                  <a:cubicBezTo>
                    <a:pt x="0" y="3334"/>
                    <a:pt x="3334" y="0"/>
                    <a:pt x="7334" y="0"/>
                  </a:cubicBezTo>
                  <a:lnTo>
                    <a:pt x="377571" y="0"/>
                  </a:lnTo>
                  <a:cubicBezTo>
                    <a:pt x="381667" y="0"/>
                    <a:pt x="384905" y="3334"/>
                    <a:pt x="384905" y="7334"/>
                  </a:cubicBezTo>
                  <a:cubicBezTo>
                    <a:pt x="384905" y="11335"/>
                    <a:pt x="381571" y="14669"/>
                    <a:pt x="377571" y="146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7651175" y="1933974"/>
              <a:ext cx="406075" cy="15475"/>
            </a:xfrm>
            <a:custGeom>
              <a:rect b="b" l="l" r="r" t="t"/>
              <a:pathLst>
                <a:path extrusionOk="0" h="14668" w="384905">
                  <a:moveTo>
                    <a:pt x="377571" y="14669"/>
                  </a:moveTo>
                  <a:lnTo>
                    <a:pt x="7334" y="14669"/>
                  </a:lnTo>
                  <a:cubicBezTo>
                    <a:pt x="3238" y="14669"/>
                    <a:pt x="0" y="11335"/>
                    <a:pt x="0" y="7334"/>
                  </a:cubicBezTo>
                  <a:cubicBezTo>
                    <a:pt x="0" y="3334"/>
                    <a:pt x="3334" y="0"/>
                    <a:pt x="7334" y="0"/>
                  </a:cubicBezTo>
                  <a:lnTo>
                    <a:pt x="377571" y="0"/>
                  </a:lnTo>
                  <a:cubicBezTo>
                    <a:pt x="381667" y="0"/>
                    <a:pt x="384905" y="3334"/>
                    <a:pt x="384905" y="7334"/>
                  </a:cubicBezTo>
                  <a:cubicBezTo>
                    <a:pt x="384905" y="11335"/>
                    <a:pt x="381571" y="14669"/>
                    <a:pt x="377571" y="146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7651175" y="1819720"/>
              <a:ext cx="406075" cy="15475"/>
            </a:xfrm>
            <a:custGeom>
              <a:rect b="b" l="l" r="r" t="t"/>
              <a:pathLst>
                <a:path extrusionOk="0" h="14668" w="384905">
                  <a:moveTo>
                    <a:pt x="377571" y="14669"/>
                  </a:moveTo>
                  <a:lnTo>
                    <a:pt x="7334" y="14669"/>
                  </a:lnTo>
                  <a:cubicBezTo>
                    <a:pt x="3238" y="14669"/>
                    <a:pt x="0" y="11335"/>
                    <a:pt x="0" y="7334"/>
                  </a:cubicBezTo>
                  <a:cubicBezTo>
                    <a:pt x="0" y="3334"/>
                    <a:pt x="3334" y="0"/>
                    <a:pt x="7334" y="0"/>
                  </a:cubicBezTo>
                  <a:lnTo>
                    <a:pt x="377571" y="0"/>
                  </a:lnTo>
                  <a:cubicBezTo>
                    <a:pt x="381667" y="0"/>
                    <a:pt x="384905" y="3334"/>
                    <a:pt x="384905" y="7334"/>
                  </a:cubicBezTo>
                  <a:cubicBezTo>
                    <a:pt x="384905" y="11335"/>
                    <a:pt x="381571" y="14669"/>
                    <a:pt x="377571" y="146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7651175" y="1705466"/>
              <a:ext cx="406075" cy="15475"/>
            </a:xfrm>
            <a:custGeom>
              <a:rect b="b" l="l" r="r" t="t"/>
              <a:pathLst>
                <a:path extrusionOk="0" h="14668" w="384905">
                  <a:moveTo>
                    <a:pt x="377571" y="14669"/>
                  </a:moveTo>
                  <a:lnTo>
                    <a:pt x="7334" y="14669"/>
                  </a:lnTo>
                  <a:cubicBezTo>
                    <a:pt x="3238" y="14669"/>
                    <a:pt x="0" y="11335"/>
                    <a:pt x="0" y="7334"/>
                  </a:cubicBezTo>
                  <a:cubicBezTo>
                    <a:pt x="0" y="3334"/>
                    <a:pt x="3334" y="0"/>
                    <a:pt x="7334" y="0"/>
                  </a:cubicBezTo>
                  <a:lnTo>
                    <a:pt x="377571" y="0"/>
                  </a:lnTo>
                  <a:cubicBezTo>
                    <a:pt x="381667" y="0"/>
                    <a:pt x="384905" y="3334"/>
                    <a:pt x="384905" y="7334"/>
                  </a:cubicBezTo>
                  <a:cubicBezTo>
                    <a:pt x="384905" y="11335"/>
                    <a:pt x="381571" y="14669"/>
                    <a:pt x="377571" y="146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7808100" y="1591212"/>
              <a:ext cx="249011" cy="15475"/>
            </a:xfrm>
            <a:custGeom>
              <a:rect b="b" l="l" r="r" t="t"/>
              <a:pathLst>
                <a:path extrusionOk="0" h="14668" w="236029">
                  <a:moveTo>
                    <a:pt x="228695" y="14668"/>
                  </a:moveTo>
                  <a:lnTo>
                    <a:pt x="7334" y="14668"/>
                  </a:lnTo>
                  <a:cubicBezTo>
                    <a:pt x="3238" y="14668"/>
                    <a:pt x="0" y="11335"/>
                    <a:pt x="0" y="7334"/>
                  </a:cubicBezTo>
                  <a:cubicBezTo>
                    <a:pt x="0" y="3334"/>
                    <a:pt x="3334" y="0"/>
                    <a:pt x="7334" y="0"/>
                  </a:cubicBezTo>
                  <a:lnTo>
                    <a:pt x="228695" y="0"/>
                  </a:lnTo>
                  <a:cubicBezTo>
                    <a:pt x="232791" y="0"/>
                    <a:pt x="236029" y="3334"/>
                    <a:pt x="236029" y="7334"/>
                  </a:cubicBezTo>
                  <a:cubicBezTo>
                    <a:pt x="236029" y="11335"/>
                    <a:pt x="232696" y="14668"/>
                    <a:pt x="228695" y="146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28"/>
            <p:cNvSpPr/>
            <p:nvPr/>
          </p:nvSpPr>
          <p:spPr>
            <a:xfrm>
              <a:off x="6759226" y="1284592"/>
              <a:ext cx="301365" cy="293829"/>
            </a:xfrm>
            <a:custGeom>
              <a:rect b="b" l="l" r="r" t="t"/>
              <a:pathLst>
                <a:path extrusionOk="0" h="278511" w="285654">
                  <a:moveTo>
                    <a:pt x="285655" y="139256"/>
                  </a:moveTo>
                  <a:lnTo>
                    <a:pt x="251936" y="164116"/>
                  </a:lnTo>
                  <a:lnTo>
                    <a:pt x="271558" y="201263"/>
                  </a:lnTo>
                  <a:lnTo>
                    <a:pt x="230315" y="208978"/>
                  </a:lnTo>
                  <a:lnTo>
                    <a:pt x="231934" y="250889"/>
                  </a:lnTo>
                  <a:lnTo>
                    <a:pt x="191357" y="240030"/>
                  </a:lnTo>
                  <a:lnTo>
                    <a:pt x="174593" y="278511"/>
                  </a:lnTo>
                  <a:lnTo>
                    <a:pt x="142875" y="251079"/>
                  </a:lnTo>
                  <a:lnTo>
                    <a:pt x="111062" y="278511"/>
                  </a:lnTo>
                  <a:lnTo>
                    <a:pt x="94298" y="240030"/>
                  </a:lnTo>
                  <a:lnTo>
                    <a:pt x="53816" y="250889"/>
                  </a:lnTo>
                  <a:lnTo>
                    <a:pt x="55436" y="208978"/>
                  </a:lnTo>
                  <a:lnTo>
                    <a:pt x="14192" y="201263"/>
                  </a:lnTo>
                  <a:lnTo>
                    <a:pt x="33814" y="164116"/>
                  </a:lnTo>
                  <a:lnTo>
                    <a:pt x="0" y="139256"/>
                  </a:lnTo>
                  <a:lnTo>
                    <a:pt x="33814" y="114395"/>
                  </a:lnTo>
                  <a:lnTo>
                    <a:pt x="14192" y="77248"/>
                  </a:lnTo>
                  <a:lnTo>
                    <a:pt x="55436" y="69533"/>
                  </a:lnTo>
                  <a:lnTo>
                    <a:pt x="53816" y="27623"/>
                  </a:lnTo>
                  <a:lnTo>
                    <a:pt x="94298" y="38481"/>
                  </a:lnTo>
                  <a:lnTo>
                    <a:pt x="111062" y="0"/>
                  </a:lnTo>
                  <a:lnTo>
                    <a:pt x="142875" y="27432"/>
                  </a:lnTo>
                  <a:lnTo>
                    <a:pt x="174593" y="0"/>
                  </a:lnTo>
                  <a:lnTo>
                    <a:pt x="191357" y="38481"/>
                  </a:lnTo>
                  <a:lnTo>
                    <a:pt x="231934" y="27623"/>
                  </a:lnTo>
                  <a:lnTo>
                    <a:pt x="230315" y="69533"/>
                  </a:lnTo>
                  <a:lnTo>
                    <a:pt x="271558" y="77248"/>
                  </a:lnTo>
                  <a:lnTo>
                    <a:pt x="251936" y="114395"/>
                  </a:lnTo>
                  <a:lnTo>
                    <a:pt x="285655" y="1392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8"/>
            <p:cNvSpPr/>
            <p:nvPr/>
          </p:nvSpPr>
          <p:spPr>
            <a:xfrm>
              <a:off x="5111593" y="3291171"/>
              <a:ext cx="1598474" cy="1025186"/>
            </a:xfrm>
            <a:custGeom>
              <a:rect b="b" l="l" r="r" t="t"/>
              <a:pathLst>
                <a:path extrusionOk="0" h="971740" w="1515141">
                  <a:moveTo>
                    <a:pt x="1462373" y="0"/>
                  </a:moveTo>
                  <a:cubicBezTo>
                    <a:pt x="1141952" y="7144"/>
                    <a:pt x="397859" y="7144"/>
                    <a:pt x="52768" y="0"/>
                  </a:cubicBezTo>
                  <a:cubicBezTo>
                    <a:pt x="23622" y="0"/>
                    <a:pt x="0" y="23622"/>
                    <a:pt x="0" y="52769"/>
                  </a:cubicBezTo>
                  <a:cubicBezTo>
                    <a:pt x="5048" y="408622"/>
                    <a:pt x="5905" y="613315"/>
                    <a:pt x="0" y="918972"/>
                  </a:cubicBezTo>
                  <a:cubicBezTo>
                    <a:pt x="0" y="948119"/>
                    <a:pt x="23622" y="971741"/>
                    <a:pt x="52768" y="971741"/>
                  </a:cubicBezTo>
                  <a:cubicBezTo>
                    <a:pt x="372142" y="961644"/>
                    <a:pt x="1115663" y="961168"/>
                    <a:pt x="1462373" y="971741"/>
                  </a:cubicBezTo>
                  <a:cubicBezTo>
                    <a:pt x="1491520" y="971741"/>
                    <a:pt x="1515142" y="948119"/>
                    <a:pt x="1515142" y="918972"/>
                  </a:cubicBezTo>
                  <a:cubicBezTo>
                    <a:pt x="1505712" y="578358"/>
                    <a:pt x="1505426" y="377476"/>
                    <a:pt x="1515142" y="52769"/>
                  </a:cubicBezTo>
                  <a:cubicBezTo>
                    <a:pt x="1515142" y="23622"/>
                    <a:pt x="1491520" y="0"/>
                    <a:pt x="1462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8"/>
            <p:cNvSpPr/>
            <p:nvPr/>
          </p:nvSpPr>
          <p:spPr>
            <a:xfrm>
              <a:off x="5285284" y="3631926"/>
              <a:ext cx="573790" cy="528973"/>
            </a:xfrm>
            <a:custGeom>
              <a:rect b="b" l="l" r="r" t="t"/>
              <a:pathLst>
                <a:path extrusionOk="0" h="501396" w="543877">
                  <a:moveTo>
                    <a:pt x="543687" y="0"/>
                  </a:moveTo>
                  <a:lnTo>
                    <a:pt x="543687" y="229553"/>
                  </a:lnTo>
                  <a:cubicBezTo>
                    <a:pt x="543687" y="379476"/>
                    <a:pt x="421672" y="501396"/>
                    <a:pt x="271844" y="501396"/>
                  </a:cubicBezTo>
                  <a:cubicBezTo>
                    <a:pt x="122015" y="501396"/>
                    <a:pt x="0" y="379381"/>
                    <a:pt x="0" y="229553"/>
                  </a:cubicBezTo>
                  <a:lnTo>
                    <a:pt x="0" y="0"/>
                  </a:lnTo>
                  <a:lnTo>
                    <a:pt x="133826" y="0"/>
                  </a:lnTo>
                  <a:lnTo>
                    <a:pt x="133826" y="229553"/>
                  </a:lnTo>
                  <a:cubicBezTo>
                    <a:pt x="133826" y="305657"/>
                    <a:pt x="195834" y="367665"/>
                    <a:pt x="271939" y="367665"/>
                  </a:cubicBezTo>
                  <a:cubicBezTo>
                    <a:pt x="348044" y="367665"/>
                    <a:pt x="410051" y="305657"/>
                    <a:pt x="410051" y="229553"/>
                  </a:cubicBezTo>
                  <a:lnTo>
                    <a:pt x="410051" y="0"/>
                  </a:lnTo>
                  <a:lnTo>
                    <a:pt x="54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28"/>
            <p:cNvSpPr/>
            <p:nvPr/>
          </p:nvSpPr>
          <p:spPr>
            <a:xfrm>
              <a:off x="5328054" y="3631926"/>
              <a:ext cx="573790" cy="528973"/>
            </a:xfrm>
            <a:custGeom>
              <a:rect b="b" l="l" r="r" t="t"/>
              <a:pathLst>
                <a:path extrusionOk="0" h="501396" w="543877">
                  <a:moveTo>
                    <a:pt x="543687" y="0"/>
                  </a:moveTo>
                  <a:lnTo>
                    <a:pt x="543687" y="229553"/>
                  </a:lnTo>
                  <a:cubicBezTo>
                    <a:pt x="543687" y="379476"/>
                    <a:pt x="421672" y="501396"/>
                    <a:pt x="271844" y="501396"/>
                  </a:cubicBezTo>
                  <a:cubicBezTo>
                    <a:pt x="122015" y="501396"/>
                    <a:pt x="0" y="379381"/>
                    <a:pt x="0" y="229553"/>
                  </a:cubicBezTo>
                  <a:lnTo>
                    <a:pt x="0" y="0"/>
                  </a:lnTo>
                  <a:lnTo>
                    <a:pt x="133826" y="0"/>
                  </a:lnTo>
                  <a:lnTo>
                    <a:pt x="133826" y="229553"/>
                  </a:lnTo>
                  <a:cubicBezTo>
                    <a:pt x="133826" y="305657"/>
                    <a:pt x="195834" y="367665"/>
                    <a:pt x="271939" y="367665"/>
                  </a:cubicBezTo>
                  <a:cubicBezTo>
                    <a:pt x="348044" y="367665"/>
                    <a:pt x="410051" y="305657"/>
                    <a:pt x="410051" y="229553"/>
                  </a:cubicBezTo>
                  <a:lnTo>
                    <a:pt x="410051" y="0"/>
                  </a:lnTo>
                  <a:lnTo>
                    <a:pt x="5438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8"/>
            <p:cNvSpPr/>
            <p:nvPr/>
          </p:nvSpPr>
          <p:spPr>
            <a:xfrm>
              <a:off x="5327953" y="3631926"/>
              <a:ext cx="141186" cy="131640"/>
            </a:xfrm>
            <a:custGeom>
              <a:rect b="b" l="l" r="r" t="t"/>
              <a:pathLst>
                <a:path extrusionOk="0" h="124777" w="133826">
                  <a:moveTo>
                    <a:pt x="0" y="0"/>
                  </a:moveTo>
                  <a:lnTo>
                    <a:pt x="133826" y="0"/>
                  </a:lnTo>
                  <a:lnTo>
                    <a:pt x="133826" y="124778"/>
                  </a:lnTo>
                  <a:lnTo>
                    <a:pt x="0" y="12477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8"/>
            <p:cNvSpPr/>
            <p:nvPr/>
          </p:nvSpPr>
          <p:spPr>
            <a:xfrm>
              <a:off x="5760073" y="3631926"/>
              <a:ext cx="141186" cy="131640"/>
            </a:xfrm>
            <a:custGeom>
              <a:rect b="b" l="l" r="r" t="t"/>
              <a:pathLst>
                <a:path extrusionOk="0" h="124777" w="133826">
                  <a:moveTo>
                    <a:pt x="0" y="0"/>
                  </a:moveTo>
                  <a:lnTo>
                    <a:pt x="133826" y="0"/>
                  </a:lnTo>
                  <a:lnTo>
                    <a:pt x="133826" y="124778"/>
                  </a:lnTo>
                  <a:lnTo>
                    <a:pt x="0" y="1247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8"/>
            <p:cNvSpPr/>
            <p:nvPr/>
          </p:nvSpPr>
          <p:spPr>
            <a:xfrm>
              <a:off x="5775936" y="3395687"/>
              <a:ext cx="109432" cy="179271"/>
            </a:xfrm>
            <a:custGeom>
              <a:rect b="b" l="l" r="r" t="t"/>
              <a:pathLst>
                <a:path extrusionOk="0" h="169925" w="103727">
                  <a:moveTo>
                    <a:pt x="60674" y="0"/>
                  </a:moveTo>
                  <a:lnTo>
                    <a:pt x="0" y="92107"/>
                  </a:lnTo>
                  <a:lnTo>
                    <a:pt x="49149" y="92107"/>
                  </a:lnTo>
                  <a:lnTo>
                    <a:pt x="24575" y="169926"/>
                  </a:lnTo>
                  <a:lnTo>
                    <a:pt x="103727" y="62198"/>
                  </a:lnTo>
                  <a:lnTo>
                    <a:pt x="46863" y="62198"/>
                  </a:lnTo>
                  <a:lnTo>
                    <a:pt x="60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8"/>
            <p:cNvSpPr/>
            <p:nvPr/>
          </p:nvSpPr>
          <p:spPr>
            <a:xfrm>
              <a:off x="5359679" y="3395687"/>
              <a:ext cx="109432" cy="179271"/>
            </a:xfrm>
            <a:custGeom>
              <a:rect b="b" l="l" r="r" t="t"/>
              <a:pathLst>
                <a:path extrusionOk="0" h="169925" w="103727">
                  <a:moveTo>
                    <a:pt x="60674" y="0"/>
                  </a:moveTo>
                  <a:lnTo>
                    <a:pt x="0" y="92107"/>
                  </a:lnTo>
                  <a:lnTo>
                    <a:pt x="49149" y="92107"/>
                  </a:lnTo>
                  <a:lnTo>
                    <a:pt x="24574" y="169926"/>
                  </a:lnTo>
                  <a:lnTo>
                    <a:pt x="103727" y="62198"/>
                  </a:lnTo>
                  <a:lnTo>
                    <a:pt x="46863" y="62198"/>
                  </a:lnTo>
                  <a:lnTo>
                    <a:pt x="60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28"/>
            <p:cNvSpPr/>
            <p:nvPr/>
          </p:nvSpPr>
          <p:spPr>
            <a:xfrm>
              <a:off x="6048018" y="4074285"/>
              <a:ext cx="498725" cy="19092"/>
            </a:xfrm>
            <a:custGeom>
              <a:rect b="b" l="l" r="r" t="t"/>
              <a:pathLst>
                <a:path extrusionOk="0" h="18097" w="472725">
                  <a:moveTo>
                    <a:pt x="463677" y="18097"/>
                  </a:moveTo>
                  <a:lnTo>
                    <a:pt x="9049" y="18097"/>
                  </a:lnTo>
                  <a:cubicBezTo>
                    <a:pt x="4096" y="18097"/>
                    <a:pt x="0" y="14097"/>
                    <a:pt x="0" y="9049"/>
                  </a:cubicBezTo>
                  <a:cubicBezTo>
                    <a:pt x="0" y="4001"/>
                    <a:pt x="4000" y="0"/>
                    <a:pt x="9049" y="0"/>
                  </a:cubicBezTo>
                  <a:lnTo>
                    <a:pt x="463677" y="0"/>
                  </a:lnTo>
                  <a:cubicBezTo>
                    <a:pt x="468630" y="0"/>
                    <a:pt x="472726" y="4001"/>
                    <a:pt x="472726" y="9049"/>
                  </a:cubicBezTo>
                  <a:cubicBezTo>
                    <a:pt x="472726" y="14097"/>
                    <a:pt x="468725" y="18097"/>
                    <a:pt x="463677" y="18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28"/>
            <p:cNvSpPr/>
            <p:nvPr/>
          </p:nvSpPr>
          <p:spPr>
            <a:xfrm>
              <a:off x="6048018" y="3934027"/>
              <a:ext cx="498725" cy="19092"/>
            </a:xfrm>
            <a:custGeom>
              <a:rect b="b" l="l" r="r" t="t"/>
              <a:pathLst>
                <a:path extrusionOk="0" h="18097" w="472725">
                  <a:moveTo>
                    <a:pt x="463677" y="18097"/>
                  </a:moveTo>
                  <a:lnTo>
                    <a:pt x="9049" y="18097"/>
                  </a:lnTo>
                  <a:cubicBezTo>
                    <a:pt x="4096" y="18097"/>
                    <a:pt x="0" y="14097"/>
                    <a:pt x="0" y="9049"/>
                  </a:cubicBezTo>
                  <a:cubicBezTo>
                    <a:pt x="0" y="4001"/>
                    <a:pt x="4000" y="0"/>
                    <a:pt x="9049" y="0"/>
                  </a:cubicBezTo>
                  <a:lnTo>
                    <a:pt x="463677" y="0"/>
                  </a:lnTo>
                  <a:cubicBezTo>
                    <a:pt x="468630" y="0"/>
                    <a:pt x="472726" y="4001"/>
                    <a:pt x="472726" y="9049"/>
                  </a:cubicBezTo>
                  <a:cubicBezTo>
                    <a:pt x="472726" y="14097"/>
                    <a:pt x="468725" y="18097"/>
                    <a:pt x="463677" y="18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28"/>
            <p:cNvSpPr/>
            <p:nvPr/>
          </p:nvSpPr>
          <p:spPr>
            <a:xfrm>
              <a:off x="6048018" y="3793769"/>
              <a:ext cx="498725" cy="19092"/>
            </a:xfrm>
            <a:custGeom>
              <a:rect b="b" l="l" r="r" t="t"/>
              <a:pathLst>
                <a:path extrusionOk="0" h="18097" w="472725">
                  <a:moveTo>
                    <a:pt x="463677" y="18097"/>
                  </a:moveTo>
                  <a:lnTo>
                    <a:pt x="9049" y="18097"/>
                  </a:lnTo>
                  <a:cubicBezTo>
                    <a:pt x="4096" y="18097"/>
                    <a:pt x="0" y="14097"/>
                    <a:pt x="0" y="9049"/>
                  </a:cubicBezTo>
                  <a:cubicBezTo>
                    <a:pt x="0" y="4001"/>
                    <a:pt x="4000" y="0"/>
                    <a:pt x="9049" y="0"/>
                  </a:cubicBezTo>
                  <a:lnTo>
                    <a:pt x="463677" y="0"/>
                  </a:lnTo>
                  <a:cubicBezTo>
                    <a:pt x="468630" y="0"/>
                    <a:pt x="472726" y="4001"/>
                    <a:pt x="472726" y="9049"/>
                  </a:cubicBezTo>
                  <a:cubicBezTo>
                    <a:pt x="472726" y="14097"/>
                    <a:pt x="468725" y="18097"/>
                    <a:pt x="463677" y="18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8"/>
            <p:cNvSpPr/>
            <p:nvPr/>
          </p:nvSpPr>
          <p:spPr>
            <a:xfrm>
              <a:off x="6404114" y="3653412"/>
              <a:ext cx="498725" cy="19092"/>
            </a:xfrm>
            <a:custGeom>
              <a:rect b="b" l="l" r="r" t="t"/>
              <a:pathLst>
                <a:path extrusionOk="0" h="18097" w="472725">
                  <a:moveTo>
                    <a:pt x="463677" y="18097"/>
                  </a:moveTo>
                  <a:lnTo>
                    <a:pt x="9049" y="18097"/>
                  </a:lnTo>
                  <a:cubicBezTo>
                    <a:pt x="4096" y="18097"/>
                    <a:pt x="0" y="14097"/>
                    <a:pt x="0" y="9049"/>
                  </a:cubicBezTo>
                  <a:cubicBezTo>
                    <a:pt x="0" y="4000"/>
                    <a:pt x="4000" y="0"/>
                    <a:pt x="9049" y="0"/>
                  </a:cubicBezTo>
                  <a:lnTo>
                    <a:pt x="463677" y="0"/>
                  </a:lnTo>
                  <a:cubicBezTo>
                    <a:pt x="468630" y="0"/>
                    <a:pt x="472726" y="4000"/>
                    <a:pt x="472726" y="9049"/>
                  </a:cubicBezTo>
                  <a:cubicBezTo>
                    <a:pt x="472726" y="14097"/>
                    <a:pt x="468725" y="18097"/>
                    <a:pt x="463677" y="18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28"/>
            <p:cNvSpPr/>
            <p:nvPr/>
          </p:nvSpPr>
          <p:spPr>
            <a:xfrm>
              <a:off x="6596780" y="3513154"/>
              <a:ext cx="305888" cy="19092"/>
            </a:xfrm>
            <a:custGeom>
              <a:rect b="b" l="l" r="r" t="t"/>
              <a:pathLst>
                <a:path extrusionOk="0" h="18097" w="289941">
                  <a:moveTo>
                    <a:pt x="280892" y="18097"/>
                  </a:moveTo>
                  <a:lnTo>
                    <a:pt x="9049" y="18097"/>
                  </a:lnTo>
                  <a:cubicBezTo>
                    <a:pt x="4096" y="18097"/>
                    <a:pt x="0" y="14097"/>
                    <a:pt x="0" y="9049"/>
                  </a:cubicBezTo>
                  <a:cubicBezTo>
                    <a:pt x="0" y="4000"/>
                    <a:pt x="4000" y="0"/>
                    <a:pt x="9049" y="0"/>
                  </a:cubicBezTo>
                  <a:lnTo>
                    <a:pt x="280892" y="0"/>
                  </a:lnTo>
                  <a:cubicBezTo>
                    <a:pt x="285845" y="0"/>
                    <a:pt x="289941" y="4000"/>
                    <a:pt x="289941" y="9049"/>
                  </a:cubicBezTo>
                  <a:cubicBezTo>
                    <a:pt x="289941" y="14097"/>
                    <a:pt x="285941" y="18097"/>
                    <a:pt x="280892" y="180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8"/>
            <p:cNvSpPr/>
            <p:nvPr/>
          </p:nvSpPr>
          <p:spPr>
            <a:xfrm>
              <a:off x="7347367" y="3597288"/>
              <a:ext cx="982140" cy="808130"/>
            </a:xfrm>
            <a:custGeom>
              <a:rect b="b" l="l" r="r" t="t"/>
              <a:pathLst>
                <a:path extrusionOk="0" h="766000" w="930938">
                  <a:moveTo>
                    <a:pt x="929545" y="747141"/>
                  </a:moveTo>
                  <a:cubicBezTo>
                    <a:pt x="944404" y="407289"/>
                    <a:pt x="837533" y="108680"/>
                    <a:pt x="749046" y="0"/>
                  </a:cubicBezTo>
                  <a:lnTo>
                    <a:pt x="0" y="0"/>
                  </a:lnTo>
                  <a:lnTo>
                    <a:pt x="290417" y="766001"/>
                  </a:lnTo>
                  <a:lnTo>
                    <a:pt x="929640" y="74714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28"/>
            <p:cNvSpPr/>
            <p:nvPr/>
          </p:nvSpPr>
          <p:spPr>
            <a:xfrm>
              <a:off x="7729387" y="4378595"/>
              <a:ext cx="598410" cy="88229"/>
            </a:xfrm>
            <a:custGeom>
              <a:rect b="b" l="l" r="r" t="t"/>
              <a:pathLst>
                <a:path extrusionOk="0" h="83629" w="567213">
                  <a:moveTo>
                    <a:pt x="567214" y="6001"/>
                  </a:moveTo>
                  <a:cubicBezTo>
                    <a:pt x="566928" y="32290"/>
                    <a:pt x="566642" y="58198"/>
                    <a:pt x="566356" y="83629"/>
                  </a:cubicBezTo>
                  <a:lnTo>
                    <a:pt x="0" y="83629"/>
                  </a:lnTo>
                  <a:cubicBezTo>
                    <a:pt x="286" y="63627"/>
                    <a:pt x="286" y="43434"/>
                    <a:pt x="571" y="22670"/>
                  </a:cubicBezTo>
                  <a:cubicBezTo>
                    <a:pt x="571" y="15240"/>
                    <a:pt x="857" y="7620"/>
                    <a:pt x="857" y="0"/>
                  </a:cubicBezTo>
                  <a:lnTo>
                    <a:pt x="3048" y="0"/>
                  </a:lnTo>
                  <a:lnTo>
                    <a:pt x="30956" y="286"/>
                  </a:lnTo>
                  <a:lnTo>
                    <a:pt x="75533" y="857"/>
                  </a:lnTo>
                  <a:lnTo>
                    <a:pt x="567214" y="60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8"/>
            <p:cNvSpPr/>
            <p:nvPr/>
          </p:nvSpPr>
          <p:spPr>
            <a:xfrm>
              <a:off x="7122472" y="3597590"/>
              <a:ext cx="851641" cy="870031"/>
            </a:xfrm>
            <a:custGeom>
              <a:rect b="b" l="l" r="r" t="t"/>
              <a:pathLst>
                <a:path extrusionOk="0" h="824674" w="807243">
                  <a:moveTo>
                    <a:pt x="807244" y="168592"/>
                  </a:moveTo>
                  <a:cubicBezTo>
                    <a:pt x="732853" y="347948"/>
                    <a:pt x="666178" y="540544"/>
                    <a:pt x="606838" y="741235"/>
                  </a:cubicBezTo>
                  <a:cubicBezTo>
                    <a:pt x="604647" y="748665"/>
                    <a:pt x="602456" y="755713"/>
                    <a:pt x="600266" y="763143"/>
                  </a:cubicBezTo>
                  <a:cubicBezTo>
                    <a:pt x="594265" y="783622"/>
                    <a:pt x="588264" y="804196"/>
                    <a:pt x="582454" y="824674"/>
                  </a:cubicBezTo>
                  <a:lnTo>
                    <a:pt x="0" y="824674"/>
                  </a:lnTo>
                  <a:cubicBezTo>
                    <a:pt x="69723" y="564928"/>
                    <a:pt x="150400" y="314134"/>
                    <a:pt x="243364" y="79534"/>
                  </a:cubicBezTo>
                  <a:cubicBezTo>
                    <a:pt x="254032" y="52768"/>
                    <a:pt x="264700" y="26194"/>
                    <a:pt x="275653" y="0"/>
                  </a:cubicBezTo>
                  <a:lnTo>
                    <a:pt x="669703" y="125254"/>
                  </a:lnTo>
                  <a:lnTo>
                    <a:pt x="669989" y="125254"/>
                  </a:lnTo>
                  <a:lnTo>
                    <a:pt x="807244" y="16878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8"/>
            <p:cNvSpPr/>
            <p:nvPr/>
          </p:nvSpPr>
          <p:spPr>
            <a:xfrm>
              <a:off x="7371463" y="3717466"/>
              <a:ext cx="807527" cy="24318"/>
            </a:xfrm>
            <a:custGeom>
              <a:rect b="b" l="l" r="r" t="t"/>
              <a:pathLst>
                <a:path extrusionOk="0" h="23050" w="765428">
                  <a:moveTo>
                    <a:pt x="9715" y="23051"/>
                  </a:moveTo>
                  <a:cubicBezTo>
                    <a:pt x="4381" y="23051"/>
                    <a:pt x="0" y="18764"/>
                    <a:pt x="0" y="13335"/>
                  </a:cubicBezTo>
                  <a:cubicBezTo>
                    <a:pt x="0" y="8001"/>
                    <a:pt x="4286" y="3620"/>
                    <a:pt x="9715" y="3524"/>
                  </a:cubicBezTo>
                  <a:lnTo>
                    <a:pt x="755713" y="0"/>
                  </a:lnTo>
                  <a:lnTo>
                    <a:pt x="755713" y="0"/>
                  </a:lnTo>
                  <a:cubicBezTo>
                    <a:pt x="761047" y="0"/>
                    <a:pt x="765429" y="4286"/>
                    <a:pt x="765429" y="9716"/>
                  </a:cubicBezTo>
                  <a:cubicBezTo>
                    <a:pt x="765429" y="15050"/>
                    <a:pt x="761143" y="19431"/>
                    <a:pt x="755713" y="19526"/>
                  </a:cubicBezTo>
                  <a:lnTo>
                    <a:pt x="9715" y="23051"/>
                  </a:lnTo>
                  <a:lnTo>
                    <a:pt x="9715" y="2305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8"/>
            <p:cNvSpPr/>
            <p:nvPr/>
          </p:nvSpPr>
          <p:spPr>
            <a:xfrm>
              <a:off x="7928779" y="3624597"/>
              <a:ext cx="22311" cy="112446"/>
            </a:xfrm>
            <a:custGeom>
              <a:rect b="b" l="l" r="r" t="t"/>
              <a:pathLst>
                <a:path extrusionOk="0" h="106584" w="21148">
                  <a:moveTo>
                    <a:pt x="11432" y="106585"/>
                  </a:moveTo>
                  <a:cubicBezTo>
                    <a:pt x="6193" y="106585"/>
                    <a:pt x="1811" y="102394"/>
                    <a:pt x="1716" y="97060"/>
                  </a:cubicBezTo>
                  <a:lnTo>
                    <a:pt x="2" y="9906"/>
                  </a:lnTo>
                  <a:cubicBezTo>
                    <a:pt x="-94" y="4572"/>
                    <a:pt x="4193" y="95"/>
                    <a:pt x="9527" y="0"/>
                  </a:cubicBezTo>
                  <a:cubicBezTo>
                    <a:pt x="14861" y="0"/>
                    <a:pt x="19338" y="4191"/>
                    <a:pt x="19433" y="9525"/>
                  </a:cubicBezTo>
                  <a:lnTo>
                    <a:pt x="21147" y="96679"/>
                  </a:lnTo>
                  <a:cubicBezTo>
                    <a:pt x="21242" y="102013"/>
                    <a:pt x="16956" y="106490"/>
                    <a:pt x="11622" y="106585"/>
                  </a:cubicBezTo>
                  <a:lnTo>
                    <a:pt x="11432" y="1065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7968231" y="3626397"/>
              <a:ext cx="24230" cy="112454"/>
            </a:xfrm>
            <a:custGeom>
              <a:rect b="b" l="l" r="r" t="t"/>
              <a:pathLst>
                <a:path extrusionOk="0" h="106591" w="22967">
                  <a:moveTo>
                    <a:pt x="13246" y="106591"/>
                  </a:moveTo>
                  <a:cubicBezTo>
                    <a:pt x="8103" y="106591"/>
                    <a:pt x="3721" y="102495"/>
                    <a:pt x="3530" y="97256"/>
                  </a:cubicBezTo>
                  <a:lnTo>
                    <a:pt x="6" y="10103"/>
                  </a:lnTo>
                  <a:cubicBezTo>
                    <a:pt x="-184" y="4769"/>
                    <a:pt x="4007" y="197"/>
                    <a:pt x="9341" y="6"/>
                  </a:cubicBezTo>
                  <a:cubicBezTo>
                    <a:pt x="14675" y="-184"/>
                    <a:pt x="19247" y="4007"/>
                    <a:pt x="19437" y="9341"/>
                  </a:cubicBezTo>
                  <a:lnTo>
                    <a:pt x="22962" y="96495"/>
                  </a:lnTo>
                  <a:cubicBezTo>
                    <a:pt x="23152" y="101829"/>
                    <a:pt x="18961" y="106400"/>
                    <a:pt x="13627" y="106591"/>
                  </a:cubicBezTo>
                  <a:cubicBezTo>
                    <a:pt x="13532" y="106591"/>
                    <a:pt x="13341" y="106591"/>
                    <a:pt x="13246" y="1065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7467845" y="3624597"/>
              <a:ext cx="22311" cy="112446"/>
            </a:xfrm>
            <a:custGeom>
              <a:rect b="b" l="l" r="r" t="t"/>
              <a:pathLst>
                <a:path extrusionOk="0" h="106584" w="21148">
                  <a:moveTo>
                    <a:pt x="11431" y="106585"/>
                  </a:moveTo>
                  <a:cubicBezTo>
                    <a:pt x="6193" y="106585"/>
                    <a:pt x="1811" y="102394"/>
                    <a:pt x="1716" y="97060"/>
                  </a:cubicBezTo>
                  <a:lnTo>
                    <a:pt x="2" y="9906"/>
                  </a:lnTo>
                  <a:cubicBezTo>
                    <a:pt x="-94" y="4572"/>
                    <a:pt x="4193" y="95"/>
                    <a:pt x="9527" y="0"/>
                  </a:cubicBezTo>
                  <a:lnTo>
                    <a:pt x="9717" y="0"/>
                  </a:lnTo>
                  <a:cubicBezTo>
                    <a:pt x="14956" y="0"/>
                    <a:pt x="19337" y="4191"/>
                    <a:pt x="19432" y="9525"/>
                  </a:cubicBezTo>
                  <a:lnTo>
                    <a:pt x="21147" y="96679"/>
                  </a:lnTo>
                  <a:cubicBezTo>
                    <a:pt x="21242" y="102013"/>
                    <a:pt x="16956" y="106490"/>
                    <a:pt x="11622" y="106585"/>
                  </a:cubicBezTo>
                  <a:lnTo>
                    <a:pt x="11431" y="10658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7507197" y="3626397"/>
              <a:ext cx="24230" cy="112454"/>
            </a:xfrm>
            <a:custGeom>
              <a:rect b="b" l="l" r="r" t="t"/>
              <a:pathLst>
                <a:path extrusionOk="0" h="106591" w="22967">
                  <a:moveTo>
                    <a:pt x="13246" y="106591"/>
                  </a:moveTo>
                  <a:cubicBezTo>
                    <a:pt x="8103" y="106591"/>
                    <a:pt x="3721" y="102495"/>
                    <a:pt x="3530" y="97256"/>
                  </a:cubicBezTo>
                  <a:lnTo>
                    <a:pt x="6" y="10103"/>
                  </a:lnTo>
                  <a:cubicBezTo>
                    <a:pt x="-184" y="4769"/>
                    <a:pt x="4007" y="197"/>
                    <a:pt x="9341" y="6"/>
                  </a:cubicBezTo>
                  <a:cubicBezTo>
                    <a:pt x="14579" y="-184"/>
                    <a:pt x="19247" y="4007"/>
                    <a:pt x="19437" y="9341"/>
                  </a:cubicBezTo>
                  <a:lnTo>
                    <a:pt x="22962" y="96495"/>
                  </a:lnTo>
                  <a:cubicBezTo>
                    <a:pt x="23152" y="101829"/>
                    <a:pt x="18961" y="106400"/>
                    <a:pt x="13627" y="106591"/>
                  </a:cubicBezTo>
                  <a:cubicBezTo>
                    <a:pt x="13532" y="106591"/>
                    <a:pt x="13341" y="106591"/>
                    <a:pt x="13246" y="1065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7720552" y="4059426"/>
              <a:ext cx="22810" cy="415218"/>
            </a:xfrm>
            <a:custGeom>
              <a:rect b="b" l="l" r="r" t="t"/>
              <a:pathLst>
                <a:path extrusionOk="0" h="393572" w="21621">
                  <a:moveTo>
                    <a:pt x="12002" y="393573"/>
                  </a:moveTo>
                  <a:cubicBezTo>
                    <a:pt x="6668" y="393573"/>
                    <a:pt x="2286" y="389287"/>
                    <a:pt x="2286" y="383953"/>
                  </a:cubicBezTo>
                  <a:lnTo>
                    <a:pt x="0" y="9811"/>
                  </a:lnTo>
                  <a:cubicBezTo>
                    <a:pt x="0" y="4476"/>
                    <a:pt x="4286" y="95"/>
                    <a:pt x="9620" y="0"/>
                  </a:cubicBezTo>
                  <a:lnTo>
                    <a:pt x="9620" y="0"/>
                  </a:lnTo>
                  <a:cubicBezTo>
                    <a:pt x="14954" y="0"/>
                    <a:pt x="19336" y="4286"/>
                    <a:pt x="19336" y="9620"/>
                  </a:cubicBezTo>
                  <a:lnTo>
                    <a:pt x="21622" y="383762"/>
                  </a:lnTo>
                  <a:cubicBezTo>
                    <a:pt x="21622" y="389096"/>
                    <a:pt x="17336" y="393478"/>
                    <a:pt x="12002" y="393573"/>
                  </a:cubicBezTo>
                  <a:lnTo>
                    <a:pt x="12002" y="39357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7527035" y="4274936"/>
              <a:ext cx="152837" cy="181630"/>
            </a:xfrm>
            <a:custGeom>
              <a:rect b="b" l="l" r="r" t="t"/>
              <a:pathLst>
                <a:path extrusionOk="0" h="172161" w="144869">
                  <a:moveTo>
                    <a:pt x="9760" y="172161"/>
                  </a:moveTo>
                  <a:cubicBezTo>
                    <a:pt x="7569" y="172161"/>
                    <a:pt x="5379" y="171399"/>
                    <a:pt x="3569" y="169971"/>
                  </a:cubicBezTo>
                  <a:cubicBezTo>
                    <a:pt x="-622" y="166541"/>
                    <a:pt x="-1194" y="160446"/>
                    <a:pt x="2235" y="156255"/>
                  </a:cubicBezTo>
                  <a:lnTo>
                    <a:pt x="127584" y="3569"/>
                  </a:lnTo>
                  <a:cubicBezTo>
                    <a:pt x="131013" y="-622"/>
                    <a:pt x="137109" y="-1194"/>
                    <a:pt x="141300" y="2235"/>
                  </a:cubicBezTo>
                  <a:cubicBezTo>
                    <a:pt x="145491" y="5664"/>
                    <a:pt x="146063" y="11760"/>
                    <a:pt x="142634" y="15951"/>
                  </a:cubicBezTo>
                  <a:lnTo>
                    <a:pt x="17285" y="168637"/>
                  </a:lnTo>
                  <a:cubicBezTo>
                    <a:pt x="15380" y="171018"/>
                    <a:pt x="12618" y="172161"/>
                    <a:pt x="9760" y="1721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7780230" y="4322846"/>
              <a:ext cx="311651" cy="78207"/>
            </a:xfrm>
            <a:custGeom>
              <a:rect b="b" l="l" r="r" t="t"/>
              <a:pathLst>
                <a:path extrusionOk="0" h="74130" w="295404">
                  <a:moveTo>
                    <a:pt x="9772" y="74130"/>
                  </a:moveTo>
                  <a:cubicBezTo>
                    <a:pt x="6629" y="74130"/>
                    <a:pt x="3581" y="72606"/>
                    <a:pt x="1676" y="69844"/>
                  </a:cubicBezTo>
                  <a:cubicBezTo>
                    <a:pt x="-1372" y="65367"/>
                    <a:pt x="-134" y="59366"/>
                    <a:pt x="4343" y="56318"/>
                  </a:cubicBezTo>
                  <a:cubicBezTo>
                    <a:pt x="87115" y="502"/>
                    <a:pt x="193319" y="-14929"/>
                    <a:pt x="288569" y="14980"/>
                  </a:cubicBezTo>
                  <a:cubicBezTo>
                    <a:pt x="293713" y="16599"/>
                    <a:pt x="296570" y="22028"/>
                    <a:pt x="294951" y="27172"/>
                  </a:cubicBezTo>
                  <a:cubicBezTo>
                    <a:pt x="293331" y="32315"/>
                    <a:pt x="287902" y="35173"/>
                    <a:pt x="282759" y="33554"/>
                  </a:cubicBezTo>
                  <a:cubicBezTo>
                    <a:pt x="194462" y="5836"/>
                    <a:pt x="91973" y="20790"/>
                    <a:pt x="15297" y="72511"/>
                  </a:cubicBezTo>
                  <a:cubicBezTo>
                    <a:pt x="13582" y="73654"/>
                    <a:pt x="11772" y="74130"/>
                    <a:pt x="9868" y="741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6024504" y="2025122"/>
              <a:ext cx="173678" cy="482616"/>
            </a:xfrm>
            <a:custGeom>
              <a:rect b="b" l="l" r="r" t="t"/>
              <a:pathLst>
                <a:path extrusionOk="0" h="457456" w="164624">
                  <a:moveTo>
                    <a:pt x="84104" y="435116"/>
                  </a:moveTo>
                  <a:cubicBezTo>
                    <a:pt x="84104" y="435116"/>
                    <a:pt x="83819" y="434544"/>
                    <a:pt x="83628" y="434259"/>
                  </a:cubicBezTo>
                  <a:cubicBezTo>
                    <a:pt x="7428" y="286907"/>
                    <a:pt x="-16861" y="151843"/>
                    <a:pt x="11429" y="32971"/>
                  </a:cubicBezTo>
                  <a:cubicBezTo>
                    <a:pt x="16953" y="9920"/>
                    <a:pt x="40004" y="-4272"/>
                    <a:pt x="63054" y="1157"/>
                  </a:cubicBezTo>
                  <a:cubicBezTo>
                    <a:pt x="86105" y="6681"/>
                    <a:pt x="100297" y="29732"/>
                    <a:pt x="94868" y="52782"/>
                  </a:cubicBezTo>
                  <a:cubicBezTo>
                    <a:pt x="71436" y="151176"/>
                    <a:pt x="93248" y="266238"/>
                    <a:pt x="159828" y="394825"/>
                  </a:cubicBezTo>
                  <a:cubicBezTo>
                    <a:pt x="170687" y="415875"/>
                    <a:pt x="162495" y="441783"/>
                    <a:pt x="141445" y="452642"/>
                  </a:cubicBezTo>
                  <a:cubicBezTo>
                    <a:pt x="120680" y="463405"/>
                    <a:pt x="95249" y="455499"/>
                    <a:pt x="84104" y="435116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6092676" y="1987975"/>
              <a:ext cx="173779" cy="482616"/>
            </a:xfrm>
            <a:custGeom>
              <a:rect b="b" l="l" r="r" t="t"/>
              <a:pathLst>
                <a:path extrusionOk="0" h="457456" w="164719">
                  <a:moveTo>
                    <a:pt x="84104" y="435116"/>
                  </a:moveTo>
                  <a:cubicBezTo>
                    <a:pt x="84104" y="435116"/>
                    <a:pt x="83819" y="434544"/>
                    <a:pt x="83628" y="434259"/>
                  </a:cubicBezTo>
                  <a:cubicBezTo>
                    <a:pt x="7428" y="286812"/>
                    <a:pt x="-16861" y="151842"/>
                    <a:pt x="11429" y="32970"/>
                  </a:cubicBezTo>
                  <a:cubicBezTo>
                    <a:pt x="16953" y="9920"/>
                    <a:pt x="40099" y="-4272"/>
                    <a:pt x="63149" y="1157"/>
                  </a:cubicBezTo>
                  <a:cubicBezTo>
                    <a:pt x="86200" y="6681"/>
                    <a:pt x="100392" y="29732"/>
                    <a:pt x="94963" y="52782"/>
                  </a:cubicBezTo>
                  <a:cubicBezTo>
                    <a:pt x="71531" y="151080"/>
                    <a:pt x="93344" y="266238"/>
                    <a:pt x="159923" y="394825"/>
                  </a:cubicBezTo>
                  <a:cubicBezTo>
                    <a:pt x="170782" y="415875"/>
                    <a:pt x="162590" y="441783"/>
                    <a:pt x="141540" y="452642"/>
                  </a:cubicBezTo>
                  <a:cubicBezTo>
                    <a:pt x="120776" y="463405"/>
                    <a:pt x="95344" y="455499"/>
                    <a:pt x="84200" y="435116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6160948" y="1950726"/>
              <a:ext cx="173678" cy="482615"/>
            </a:xfrm>
            <a:custGeom>
              <a:rect b="b" l="l" r="r" t="t"/>
              <a:pathLst>
                <a:path extrusionOk="0" h="457455" w="164624">
                  <a:moveTo>
                    <a:pt x="84104" y="435116"/>
                  </a:moveTo>
                  <a:cubicBezTo>
                    <a:pt x="84104" y="435116"/>
                    <a:pt x="83819" y="434544"/>
                    <a:pt x="83628" y="434259"/>
                  </a:cubicBezTo>
                  <a:cubicBezTo>
                    <a:pt x="7428" y="286907"/>
                    <a:pt x="-16861" y="151842"/>
                    <a:pt x="11429" y="32970"/>
                  </a:cubicBezTo>
                  <a:cubicBezTo>
                    <a:pt x="16953" y="9920"/>
                    <a:pt x="40004" y="-4272"/>
                    <a:pt x="63054" y="1157"/>
                  </a:cubicBezTo>
                  <a:cubicBezTo>
                    <a:pt x="86105" y="6681"/>
                    <a:pt x="100297" y="29732"/>
                    <a:pt x="94868" y="52782"/>
                  </a:cubicBezTo>
                  <a:cubicBezTo>
                    <a:pt x="71436" y="151080"/>
                    <a:pt x="93344" y="266238"/>
                    <a:pt x="159828" y="394825"/>
                  </a:cubicBezTo>
                  <a:cubicBezTo>
                    <a:pt x="170687" y="415875"/>
                    <a:pt x="162495" y="441688"/>
                    <a:pt x="141445" y="452642"/>
                  </a:cubicBezTo>
                  <a:cubicBezTo>
                    <a:pt x="120680" y="463405"/>
                    <a:pt x="95249" y="455499"/>
                    <a:pt x="84104" y="435116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6229119" y="1913579"/>
              <a:ext cx="173678" cy="482616"/>
            </a:xfrm>
            <a:custGeom>
              <a:rect b="b" l="l" r="r" t="t"/>
              <a:pathLst>
                <a:path extrusionOk="0" h="457456" w="164624">
                  <a:moveTo>
                    <a:pt x="84104" y="435116"/>
                  </a:moveTo>
                  <a:cubicBezTo>
                    <a:pt x="84104" y="435116"/>
                    <a:pt x="83819" y="434544"/>
                    <a:pt x="83628" y="434259"/>
                  </a:cubicBezTo>
                  <a:cubicBezTo>
                    <a:pt x="7428" y="286907"/>
                    <a:pt x="-16861" y="151842"/>
                    <a:pt x="11429" y="32971"/>
                  </a:cubicBezTo>
                  <a:cubicBezTo>
                    <a:pt x="16953" y="9920"/>
                    <a:pt x="40004" y="-4272"/>
                    <a:pt x="63054" y="1157"/>
                  </a:cubicBezTo>
                  <a:cubicBezTo>
                    <a:pt x="86105" y="6681"/>
                    <a:pt x="100297" y="29732"/>
                    <a:pt x="94868" y="52782"/>
                  </a:cubicBezTo>
                  <a:cubicBezTo>
                    <a:pt x="71436" y="151176"/>
                    <a:pt x="93248" y="266238"/>
                    <a:pt x="159828" y="394825"/>
                  </a:cubicBezTo>
                  <a:cubicBezTo>
                    <a:pt x="170687" y="415876"/>
                    <a:pt x="162495" y="441783"/>
                    <a:pt x="141445" y="452642"/>
                  </a:cubicBezTo>
                  <a:cubicBezTo>
                    <a:pt x="120680" y="463405"/>
                    <a:pt x="95249" y="455499"/>
                    <a:pt x="84104" y="435116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6085763" y="2226861"/>
              <a:ext cx="506647" cy="466145"/>
            </a:xfrm>
            <a:custGeom>
              <a:rect b="b" l="l" r="r" t="t"/>
              <a:pathLst>
                <a:path extrusionOk="0" h="441844" w="480234">
                  <a:moveTo>
                    <a:pt x="480235" y="245343"/>
                  </a:moveTo>
                  <a:cubicBezTo>
                    <a:pt x="351552" y="179716"/>
                    <a:pt x="300974" y="112660"/>
                    <a:pt x="262779" y="25697"/>
                  </a:cubicBezTo>
                  <a:cubicBezTo>
                    <a:pt x="224584" y="-61267"/>
                    <a:pt x="-39830" y="91515"/>
                    <a:pt x="5128" y="200957"/>
                  </a:cubicBezTo>
                  <a:cubicBezTo>
                    <a:pt x="50086" y="310494"/>
                    <a:pt x="118380" y="441844"/>
                    <a:pt x="118380" y="441844"/>
                  </a:cubicBezTo>
                  <a:lnTo>
                    <a:pt x="480235" y="245248"/>
                  </a:ln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6522774" y="2121845"/>
              <a:ext cx="117687" cy="267495"/>
            </a:xfrm>
            <a:custGeom>
              <a:rect b="b" l="l" r="r" t="t"/>
              <a:pathLst>
                <a:path extrusionOk="0" h="253550" w="111552">
                  <a:moveTo>
                    <a:pt x="20872" y="231055"/>
                  </a:moveTo>
                  <a:cubicBezTo>
                    <a:pt x="15442" y="221054"/>
                    <a:pt x="13918" y="208957"/>
                    <a:pt x="17728" y="197241"/>
                  </a:cubicBezTo>
                  <a:cubicBezTo>
                    <a:pt x="31825" y="153807"/>
                    <a:pt x="27253" y="103896"/>
                    <a:pt x="5441" y="63796"/>
                  </a:cubicBezTo>
                  <a:cubicBezTo>
                    <a:pt x="5441" y="63605"/>
                    <a:pt x="5251" y="63510"/>
                    <a:pt x="5251" y="63415"/>
                  </a:cubicBezTo>
                  <a:cubicBezTo>
                    <a:pt x="-6084" y="42650"/>
                    <a:pt x="1536" y="16647"/>
                    <a:pt x="22300" y="5312"/>
                  </a:cubicBezTo>
                  <a:cubicBezTo>
                    <a:pt x="43065" y="-6118"/>
                    <a:pt x="69163" y="1502"/>
                    <a:pt x="80498" y="22362"/>
                  </a:cubicBezTo>
                  <a:cubicBezTo>
                    <a:pt x="80498" y="22553"/>
                    <a:pt x="80689" y="22648"/>
                    <a:pt x="80784" y="22838"/>
                  </a:cubicBezTo>
                  <a:cubicBezTo>
                    <a:pt x="113740" y="83322"/>
                    <a:pt x="120694" y="158379"/>
                    <a:pt x="99358" y="223911"/>
                  </a:cubicBezTo>
                  <a:cubicBezTo>
                    <a:pt x="92023" y="246390"/>
                    <a:pt x="67830" y="258773"/>
                    <a:pt x="45256" y="251438"/>
                  </a:cubicBezTo>
                  <a:cubicBezTo>
                    <a:pt x="34397" y="247914"/>
                    <a:pt x="25920" y="240484"/>
                    <a:pt x="20872" y="231150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6359938" y="2248826"/>
              <a:ext cx="276645" cy="236852"/>
            </a:xfrm>
            <a:custGeom>
              <a:rect b="b" l="l" r="r" t="t"/>
              <a:pathLst>
                <a:path extrusionOk="0" h="224504" w="262223">
                  <a:moveTo>
                    <a:pt x="262223" y="69151"/>
                  </a:moveTo>
                  <a:cubicBezTo>
                    <a:pt x="247650" y="144780"/>
                    <a:pt x="220123" y="224504"/>
                    <a:pt x="220123" y="224504"/>
                  </a:cubicBezTo>
                  <a:lnTo>
                    <a:pt x="84772" y="208788"/>
                  </a:lnTo>
                  <a:lnTo>
                    <a:pt x="0" y="0"/>
                  </a:lnTo>
                  <a:cubicBezTo>
                    <a:pt x="52292" y="107061"/>
                    <a:pt x="161544" y="148876"/>
                    <a:pt x="178975" y="46672"/>
                  </a:cubicBezTo>
                  <a:lnTo>
                    <a:pt x="262223" y="69151"/>
                  </a:ln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6103710" y="2065039"/>
              <a:ext cx="90427" cy="342220"/>
            </a:xfrm>
            <a:custGeom>
              <a:rect b="b" l="l" r="r" t="t"/>
              <a:pathLst>
                <a:path extrusionOk="0" h="324379" w="85713">
                  <a:moveTo>
                    <a:pt x="76017" y="324380"/>
                  </a:moveTo>
                  <a:cubicBezTo>
                    <a:pt x="72874" y="324380"/>
                    <a:pt x="69731" y="322856"/>
                    <a:pt x="67826" y="319998"/>
                  </a:cubicBezTo>
                  <a:cubicBezTo>
                    <a:pt x="39441" y="276564"/>
                    <a:pt x="19724" y="225986"/>
                    <a:pt x="9057" y="169598"/>
                  </a:cubicBezTo>
                  <a:cubicBezTo>
                    <a:pt x="-183" y="120544"/>
                    <a:pt x="-2373" y="66538"/>
                    <a:pt x="2580" y="8912"/>
                  </a:cubicBezTo>
                  <a:cubicBezTo>
                    <a:pt x="3056" y="3578"/>
                    <a:pt x="7723" y="-518"/>
                    <a:pt x="13057" y="53"/>
                  </a:cubicBezTo>
                  <a:cubicBezTo>
                    <a:pt x="18391" y="530"/>
                    <a:pt x="22391" y="5197"/>
                    <a:pt x="21915" y="10531"/>
                  </a:cubicBezTo>
                  <a:cubicBezTo>
                    <a:pt x="17153" y="66347"/>
                    <a:pt x="19248" y="118640"/>
                    <a:pt x="28202" y="165979"/>
                  </a:cubicBezTo>
                  <a:cubicBezTo>
                    <a:pt x="38298" y="219795"/>
                    <a:pt x="57158" y="267992"/>
                    <a:pt x="84114" y="309330"/>
                  </a:cubicBezTo>
                  <a:cubicBezTo>
                    <a:pt x="87066" y="313807"/>
                    <a:pt x="85828" y="319903"/>
                    <a:pt x="81256" y="322760"/>
                  </a:cubicBezTo>
                  <a:cubicBezTo>
                    <a:pt x="79637" y="323808"/>
                    <a:pt x="77732" y="324380"/>
                    <a:pt x="75922" y="3243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6169973" y="2028895"/>
              <a:ext cx="90427" cy="342220"/>
            </a:xfrm>
            <a:custGeom>
              <a:rect b="b" l="l" r="r" t="t"/>
              <a:pathLst>
                <a:path extrusionOk="0" h="324379" w="85713">
                  <a:moveTo>
                    <a:pt x="76017" y="324380"/>
                  </a:moveTo>
                  <a:cubicBezTo>
                    <a:pt x="72874" y="324380"/>
                    <a:pt x="69731" y="322855"/>
                    <a:pt x="67826" y="319998"/>
                  </a:cubicBezTo>
                  <a:cubicBezTo>
                    <a:pt x="39441" y="276564"/>
                    <a:pt x="19725" y="225986"/>
                    <a:pt x="9057" y="169598"/>
                  </a:cubicBezTo>
                  <a:cubicBezTo>
                    <a:pt x="-183" y="120545"/>
                    <a:pt x="-2373" y="66538"/>
                    <a:pt x="2580" y="8912"/>
                  </a:cubicBezTo>
                  <a:cubicBezTo>
                    <a:pt x="3056" y="3578"/>
                    <a:pt x="7723" y="-518"/>
                    <a:pt x="13057" y="53"/>
                  </a:cubicBezTo>
                  <a:cubicBezTo>
                    <a:pt x="18391" y="530"/>
                    <a:pt x="22392" y="5197"/>
                    <a:pt x="21915" y="10531"/>
                  </a:cubicBezTo>
                  <a:cubicBezTo>
                    <a:pt x="17153" y="66347"/>
                    <a:pt x="19248" y="118640"/>
                    <a:pt x="28202" y="165979"/>
                  </a:cubicBezTo>
                  <a:cubicBezTo>
                    <a:pt x="38298" y="219795"/>
                    <a:pt x="57158" y="267992"/>
                    <a:pt x="84114" y="309330"/>
                  </a:cubicBezTo>
                  <a:cubicBezTo>
                    <a:pt x="87066" y="313807"/>
                    <a:pt x="85828" y="319903"/>
                    <a:pt x="81256" y="322760"/>
                  </a:cubicBezTo>
                  <a:cubicBezTo>
                    <a:pt x="79637" y="323808"/>
                    <a:pt x="77732" y="324380"/>
                    <a:pt x="75922" y="3243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6236940" y="1992451"/>
              <a:ext cx="90427" cy="342220"/>
            </a:xfrm>
            <a:custGeom>
              <a:rect b="b" l="l" r="r" t="t"/>
              <a:pathLst>
                <a:path extrusionOk="0" h="324379" w="85713">
                  <a:moveTo>
                    <a:pt x="76017" y="324380"/>
                  </a:moveTo>
                  <a:cubicBezTo>
                    <a:pt x="72874" y="324380"/>
                    <a:pt x="69731" y="322856"/>
                    <a:pt x="67826" y="319998"/>
                  </a:cubicBezTo>
                  <a:cubicBezTo>
                    <a:pt x="39441" y="276564"/>
                    <a:pt x="19725" y="225986"/>
                    <a:pt x="9057" y="169598"/>
                  </a:cubicBezTo>
                  <a:cubicBezTo>
                    <a:pt x="-183" y="120545"/>
                    <a:pt x="-2373" y="66538"/>
                    <a:pt x="2579" y="8912"/>
                  </a:cubicBezTo>
                  <a:cubicBezTo>
                    <a:pt x="3056" y="3578"/>
                    <a:pt x="7628" y="-518"/>
                    <a:pt x="13057" y="53"/>
                  </a:cubicBezTo>
                  <a:cubicBezTo>
                    <a:pt x="18391" y="530"/>
                    <a:pt x="22391" y="5197"/>
                    <a:pt x="21915" y="10531"/>
                  </a:cubicBezTo>
                  <a:cubicBezTo>
                    <a:pt x="17153" y="66347"/>
                    <a:pt x="19248" y="118640"/>
                    <a:pt x="28202" y="165979"/>
                  </a:cubicBezTo>
                  <a:cubicBezTo>
                    <a:pt x="38298" y="219795"/>
                    <a:pt x="57158" y="267992"/>
                    <a:pt x="84113" y="309330"/>
                  </a:cubicBezTo>
                  <a:cubicBezTo>
                    <a:pt x="87066" y="313807"/>
                    <a:pt x="85828" y="319903"/>
                    <a:pt x="81256" y="322760"/>
                  </a:cubicBezTo>
                  <a:cubicBezTo>
                    <a:pt x="79637" y="323808"/>
                    <a:pt x="77732" y="324380"/>
                    <a:pt x="75922" y="3243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6178037" y="2413922"/>
              <a:ext cx="271086" cy="120045"/>
            </a:xfrm>
            <a:custGeom>
              <a:rect b="b" l="l" r="r" t="t"/>
              <a:pathLst>
                <a:path extrusionOk="0" h="113787" w="256954">
                  <a:moveTo>
                    <a:pt x="247152" y="113692"/>
                  </a:moveTo>
                  <a:cubicBezTo>
                    <a:pt x="243437" y="113692"/>
                    <a:pt x="239818" y="111501"/>
                    <a:pt x="238294" y="107882"/>
                  </a:cubicBezTo>
                  <a:cubicBezTo>
                    <a:pt x="215910" y="57304"/>
                    <a:pt x="163618" y="21775"/>
                    <a:pt x="108373" y="19489"/>
                  </a:cubicBezTo>
                  <a:cubicBezTo>
                    <a:pt x="75988" y="18251"/>
                    <a:pt x="43603" y="27395"/>
                    <a:pt x="12361" y="36349"/>
                  </a:cubicBezTo>
                  <a:cubicBezTo>
                    <a:pt x="7218" y="37778"/>
                    <a:pt x="1788" y="34825"/>
                    <a:pt x="360" y="29681"/>
                  </a:cubicBezTo>
                  <a:cubicBezTo>
                    <a:pt x="-1069" y="24538"/>
                    <a:pt x="1883" y="19108"/>
                    <a:pt x="7027" y="17680"/>
                  </a:cubicBezTo>
                  <a:cubicBezTo>
                    <a:pt x="38269" y="8726"/>
                    <a:pt x="73702" y="-1370"/>
                    <a:pt x="109135" y="154"/>
                  </a:cubicBezTo>
                  <a:cubicBezTo>
                    <a:pt x="171714" y="2725"/>
                    <a:pt x="230769" y="42921"/>
                    <a:pt x="256106" y="100071"/>
                  </a:cubicBezTo>
                  <a:cubicBezTo>
                    <a:pt x="258297" y="105024"/>
                    <a:pt x="256106" y="110739"/>
                    <a:pt x="251153" y="112930"/>
                  </a:cubicBezTo>
                  <a:cubicBezTo>
                    <a:pt x="249915" y="113501"/>
                    <a:pt x="248486" y="113787"/>
                    <a:pt x="247248" y="11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6202813" y="2480949"/>
              <a:ext cx="1306052" cy="1442415"/>
            </a:xfrm>
            <a:custGeom>
              <a:rect b="b" l="l" r="r" t="t"/>
              <a:pathLst>
                <a:path extrusionOk="0" h="1367218" w="1237964">
                  <a:moveTo>
                    <a:pt x="1237964" y="607695"/>
                  </a:moveTo>
                  <a:cubicBezTo>
                    <a:pt x="1224058" y="619030"/>
                    <a:pt x="1204341" y="644843"/>
                    <a:pt x="1183005" y="677228"/>
                  </a:cubicBezTo>
                  <a:cubicBezTo>
                    <a:pt x="1178719" y="683609"/>
                    <a:pt x="1174337" y="690372"/>
                    <a:pt x="1169956" y="697230"/>
                  </a:cubicBezTo>
                  <a:cubicBezTo>
                    <a:pt x="1145286" y="735901"/>
                    <a:pt x="1119092" y="780574"/>
                    <a:pt x="1096804" y="819245"/>
                  </a:cubicBezTo>
                  <a:cubicBezTo>
                    <a:pt x="1092803" y="826199"/>
                    <a:pt x="1088898" y="832866"/>
                    <a:pt x="1085183" y="839248"/>
                  </a:cubicBezTo>
                  <a:cubicBezTo>
                    <a:pt x="1085088" y="839438"/>
                    <a:pt x="1084993" y="839534"/>
                    <a:pt x="1084898" y="839724"/>
                  </a:cubicBezTo>
                  <a:cubicBezTo>
                    <a:pt x="1069086" y="867061"/>
                    <a:pt x="1052798" y="895159"/>
                    <a:pt x="1035939" y="923449"/>
                  </a:cubicBezTo>
                  <a:cubicBezTo>
                    <a:pt x="1028509" y="936022"/>
                    <a:pt x="1020890" y="948595"/>
                    <a:pt x="1013174" y="961168"/>
                  </a:cubicBezTo>
                  <a:cubicBezTo>
                    <a:pt x="1009174" y="967931"/>
                    <a:pt x="1005078" y="974503"/>
                    <a:pt x="1000887" y="981170"/>
                  </a:cubicBezTo>
                  <a:cubicBezTo>
                    <a:pt x="975169" y="1022794"/>
                    <a:pt x="947928" y="1063943"/>
                    <a:pt x="918877" y="1103185"/>
                  </a:cubicBezTo>
                  <a:cubicBezTo>
                    <a:pt x="913924" y="1109948"/>
                    <a:pt x="908971" y="1116616"/>
                    <a:pt x="903827" y="1123188"/>
                  </a:cubicBezTo>
                  <a:cubicBezTo>
                    <a:pt x="869442" y="1167860"/>
                    <a:pt x="832676" y="1209485"/>
                    <a:pt x="792766" y="1245203"/>
                  </a:cubicBezTo>
                  <a:cubicBezTo>
                    <a:pt x="785051" y="1252157"/>
                    <a:pt x="777145" y="1258824"/>
                    <a:pt x="769239" y="1265206"/>
                  </a:cubicBezTo>
                  <a:cubicBezTo>
                    <a:pt x="692563" y="1327309"/>
                    <a:pt x="605028" y="1367218"/>
                    <a:pt x="502730" y="1367218"/>
                  </a:cubicBezTo>
                  <a:cubicBezTo>
                    <a:pt x="495586" y="1367218"/>
                    <a:pt x="488347" y="1367123"/>
                    <a:pt x="481013" y="1366742"/>
                  </a:cubicBezTo>
                  <a:cubicBezTo>
                    <a:pt x="418338" y="1363313"/>
                    <a:pt x="326898" y="1342930"/>
                    <a:pt x="245078" y="1265206"/>
                  </a:cubicBezTo>
                  <a:cubicBezTo>
                    <a:pt x="238506" y="1258919"/>
                    <a:pt x="231838" y="1252252"/>
                    <a:pt x="225362" y="1245203"/>
                  </a:cubicBezTo>
                  <a:cubicBezTo>
                    <a:pt x="196120" y="1213294"/>
                    <a:pt x="168402" y="1173194"/>
                    <a:pt x="144494" y="1123188"/>
                  </a:cubicBezTo>
                  <a:cubicBezTo>
                    <a:pt x="141256" y="1116711"/>
                    <a:pt x="138303" y="1109948"/>
                    <a:pt x="135255" y="1103185"/>
                  </a:cubicBezTo>
                  <a:cubicBezTo>
                    <a:pt x="120872" y="1070515"/>
                    <a:pt x="108109" y="1033939"/>
                    <a:pt x="97155" y="992886"/>
                  </a:cubicBezTo>
                  <a:cubicBezTo>
                    <a:pt x="96203" y="988981"/>
                    <a:pt x="95059" y="985076"/>
                    <a:pt x="94107" y="981170"/>
                  </a:cubicBezTo>
                  <a:cubicBezTo>
                    <a:pt x="92392" y="974598"/>
                    <a:pt x="90678" y="967835"/>
                    <a:pt x="89249" y="961168"/>
                  </a:cubicBezTo>
                  <a:cubicBezTo>
                    <a:pt x="79915" y="921830"/>
                    <a:pt x="72581" y="881063"/>
                    <a:pt x="66580" y="839248"/>
                  </a:cubicBezTo>
                  <a:cubicBezTo>
                    <a:pt x="65723" y="832580"/>
                    <a:pt x="64770" y="825818"/>
                    <a:pt x="63913" y="819245"/>
                  </a:cubicBezTo>
                  <a:cubicBezTo>
                    <a:pt x="58579" y="779240"/>
                    <a:pt x="54388" y="738473"/>
                    <a:pt x="50959" y="697230"/>
                  </a:cubicBezTo>
                  <a:cubicBezTo>
                    <a:pt x="50387" y="690658"/>
                    <a:pt x="49816" y="683895"/>
                    <a:pt x="49340" y="677228"/>
                  </a:cubicBezTo>
                  <a:cubicBezTo>
                    <a:pt x="48863" y="671798"/>
                    <a:pt x="48482" y="666464"/>
                    <a:pt x="48006" y="661130"/>
                  </a:cubicBezTo>
                  <a:cubicBezTo>
                    <a:pt x="45434" y="625888"/>
                    <a:pt x="43053" y="590455"/>
                    <a:pt x="40958" y="555308"/>
                  </a:cubicBezTo>
                  <a:cubicBezTo>
                    <a:pt x="40577" y="548545"/>
                    <a:pt x="40196" y="541877"/>
                    <a:pt x="39719" y="535305"/>
                  </a:cubicBezTo>
                  <a:cubicBezTo>
                    <a:pt x="39243" y="526447"/>
                    <a:pt x="38671" y="517684"/>
                    <a:pt x="38195" y="508825"/>
                  </a:cubicBezTo>
                  <a:cubicBezTo>
                    <a:pt x="36576" y="479774"/>
                    <a:pt x="34576" y="446913"/>
                    <a:pt x="32385" y="413290"/>
                  </a:cubicBezTo>
                  <a:cubicBezTo>
                    <a:pt x="31909" y="406622"/>
                    <a:pt x="31337" y="399955"/>
                    <a:pt x="30861" y="393287"/>
                  </a:cubicBezTo>
                  <a:cubicBezTo>
                    <a:pt x="27813" y="350615"/>
                    <a:pt x="24194" y="307753"/>
                    <a:pt x="19431" y="271272"/>
                  </a:cubicBezTo>
                  <a:cubicBezTo>
                    <a:pt x="18669" y="264319"/>
                    <a:pt x="17717" y="257651"/>
                    <a:pt x="16764" y="251270"/>
                  </a:cubicBezTo>
                  <a:cubicBezTo>
                    <a:pt x="12192" y="219456"/>
                    <a:pt x="6667" y="194215"/>
                    <a:pt x="0" y="180594"/>
                  </a:cubicBezTo>
                  <a:lnTo>
                    <a:pt x="367665" y="0"/>
                  </a:lnTo>
                  <a:cubicBezTo>
                    <a:pt x="401098" y="68199"/>
                    <a:pt x="418624" y="153543"/>
                    <a:pt x="429578" y="251270"/>
                  </a:cubicBezTo>
                  <a:cubicBezTo>
                    <a:pt x="430244" y="257842"/>
                    <a:pt x="431006" y="264605"/>
                    <a:pt x="431673" y="271272"/>
                  </a:cubicBezTo>
                  <a:cubicBezTo>
                    <a:pt x="435674" y="310134"/>
                    <a:pt x="438817" y="350996"/>
                    <a:pt x="441484" y="393287"/>
                  </a:cubicBezTo>
                  <a:cubicBezTo>
                    <a:pt x="441865" y="399859"/>
                    <a:pt x="442436" y="406622"/>
                    <a:pt x="442722" y="413290"/>
                  </a:cubicBezTo>
                  <a:cubicBezTo>
                    <a:pt x="444341" y="436721"/>
                    <a:pt x="445770" y="460724"/>
                    <a:pt x="447104" y="485108"/>
                  </a:cubicBezTo>
                  <a:cubicBezTo>
                    <a:pt x="448056" y="501396"/>
                    <a:pt x="449009" y="517684"/>
                    <a:pt x="449866" y="534162"/>
                  </a:cubicBezTo>
                  <a:cubicBezTo>
                    <a:pt x="449866" y="534543"/>
                    <a:pt x="449866" y="534924"/>
                    <a:pt x="449961" y="535400"/>
                  </a:cubicBezTo>
                  <a:cubicBezTo>
                    <a:pt x="450342" y="542068"/>
                    <a:pt x="450723" y="548735"/>
                    <a:pt x="451199" y="555403"/>
                  </a:cubicBezTo>
                  <a:cubicBezTo>
                    <a:pt x="453771" y="596455"/>
                    <a:pt x="456629" y="637604"/>
                    <a:pt x="460248" y="677418"/>
                  </a:cubicBezTo>
                  <a:cubicBezTo>
                    <a:pt x="460820" y="684086"/>
                    <a:pt x="461486" y="690753"/>
                    <a:pt x="462153" y="697421"/>
                  </a:cubicBezTo>
                  <a:cubicBezTo>
                    <a:pt x="466154" y="739235"/>
                    <a:pt x="471107" y="779431"/>
                    <a:pt x="477488" y="816674"/>
                  </a:cubicBezTo>
                  <a:cubicBezTo>
                    <a:pt x="477679" y="817531"/>
                    <a:pt x="477774" y="818483"/>
                    <a:pt x="477965" y="819341"/>
                  </a:cubicBezTo>
                  <a:cubicBezTo>
                    <a:pt x="479203" y="826389"/>
                    <a:pt x="480346" y="833057"/>
                    <a:pt x="481679" y="839343"/>
                  </a:cubicBezTo>
                  <a:cubicBezTo>
                    <a:pt x="492824" y="896303"/>
                    <a:pt x="504825" y="929259"/>
                    <a:pt x="513493" y="947357"/>
                  </a:cubicBezTo>
                  <a:cubicBezTo>
                    <a:pt x="539687" y="927544"/>
                    <a:pt x="571786" y="886682"/>
                    <a:pt x="604266" y="839343"/>
                  </a:cubicBezTo>
                  <a:cubicBezTo>
                    <a:pt x="608743" y="832771"/>
                    <a:pt x="613315" y="826008"/>
                    <a:pt x="617792" y="819341"/>
                  </a:cubicBezTo>
                  <a:cubicBezTo>
                    <a:pt x="644557" y="779145"/>
                    <a:pt x="670846" y="735711"/>
                    <a:pt x="693611" y="697325"/>
                  </a:cubicBezTo>
                  <a:cubicBezTo>
                    <a:pt x="697611" y="690467"/>
                    <a:pt x="701612" y="683800"/>
                    <a:pt x="705422" y="677323"/>
                  </a:cubicBezTo>
                  <a:cubicBezTo>
                    <a:pt x="714470" y="661797"/>
                    <a:pt x="722757" y="647414"/>
                    <a:pt x="730091" y="634841"/>
                  </a:cubicBezTo>
                  <a:cubicBezTo>
                    <a:pt x="745712" y="607790"/>
                    <a:pt x="761143" y="581216"/>
                    <a:pt x="776478" y="555308"/>
                  </a:cubicBezTo>
                  <a:cubicBezTo>
                    <a:pt x="780383" y="548545"/>
                    <a:pt x="784384" y="541877"/>
                    <a:pt x="788384" y="535305"/>
                  </a:cubicBezTo>
                  <a:cubicBezTo>
                    <a:pt x="814483" y="491776"/>
                    <a:pt x="840486" y="450723"/>
                    <a:pt x="867537" y="413290"/>
                  </a:cubicBezTo>
                  <a:cubicBezTo>
                    <a:pt x="872395" y="406432"/>
                    <a:pt x="877348" y="399764"/>
                    <a:pt x="882396" y="393287"/>
                  </a:cubicBezTo>
                  <a:cubicBezTo>
                    <a:pt x="919734" y="344138"/>
                    <a:pt x="959072" y="302324"/>
                    <a:pt x="1003078" y="271272"/>
                  </a:cubicBezTo>
                  <a:cubicBezTo>
                    <a:pt x="1013365" y="263938"/>
                    <a:pt x="1023938" y="257270"/>
                    <a:pt x="1034796" y="251270"/>
                  </a:cubicBezTo>
                  <a:cubicBezTo>
                    <a:pt x="1071182" y="230886"/>
                    <a:pt x="1110806" y="217551"/>
                    <a:pt x="1154811" y="212979"/>
                  </a:cubicBezTo>
                  <a:lnTo>
                    <a:pt x="1158811" y="251270"/>
                  </a:lnTo>
                  <a:lnTo>
                    <a:pt x="1160907" y="271272"/>
                  </a:lnTo>
                  <a:lnTo>
                    <a:pt x="1173575" y="393287"/>
                  </a:lnTo>
                  <a:lnTo>
                    <a:pt x="1175671" y="413290"/>
                  </a:lnTo>
                  <a:lnTo>
                    <a:pt x="1188434" y="535305"/>
                  </a:lnTo>
                  <a:lnTo>
                    <a:pt x="1190435" y="555308"/>
                  </a:lnTo>
                  <a:lnTo>
                    <a:pt x="1197293" y="620363"/>
                  </a:lnTo>
                  <a:cubicBezTo>
                    <a:pt x="1219867" y="618077"/>
                    <a:pt x="1233583" y="610362"/>
                    <a:pt x="1237869" y="60769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7235120" y="2660865"/>
              <a:ext cx="1023276" cy="937258"/>
            </a:xfrm>
            <a:custGeom>
              <a:rect b="b" l="l" r="r" t="t"/>
              <a:pathLst>
                <a:path extrusionOk="0" h="888396" w="969930">
                  <a:moveTo>
                    <a:pt x="969931" y="462915"/>
                  </a:moveTo>
                  <a:cubicBezTo>
                    <a:pt x="969931" y="462915"/>
                    <a:pt x="965359" y="479108"/>
                    <a:pt x="957739" y="506635"/>
                  </a:cubicBezTo>
                  <a:cubicBezTo>
                    <a:pt x="956025" y="512731"/>
                    <a:pt x="954119" y="519494"/>
                    <a:pt x="952119" y="526637"/>
                  </a:cubicBezTo>
                  <a:cubicBezTo>
                    <a:pt x="944594" y="553688"/>
                    <a:pt x="935165" y="587883"/>
                    <a:pt x="924687" y="626269"/>
                  </a:cubicBezTo>
                  <a:lnTo>
                    <a:pt x="924687" y="626269"/>
                  </a:lnTo>
                  <a:cubicBezTo>
                    <a:pt x="922687" y="633603"/>
                    <a:pt x="920687" y="641128"/>
                    <a:pt x="918591" y="648653"/>
                  </a:cubicBezTo>
                  <a:cubicBezTo>
                    <a:pt x="916877" y="655225"/>
                    <a:pt x="915067" y="661892"/>
                    <a:pt x="913162" y="668655"/>
                  </a:cubicBezTo>
                  <a:cubicBezTo>
                    <a:pt x="902780" y="707327"/>
                    <a:pt x="891731" y="748855"/>
                    <a:pt x="880777" y="790575"/>
                  </a:cubicBezTo>
                  <a:cubicBezTo>
                    <a:pt x="879062" y="797338"/>
                    <a:pt x="877253" y="803910"/>
                    <a:pt x="875538" y="810578"/>
                  </a:cubicBezTo>
                  <a:cubicBezTo>
                    <a:pt x="868680" y="836771"/>
                    <a:pt x="862013" y="862870"/>
                    <a:pt x="855631" y="888397"/>
                  </a:cubicBezTo>
                  <a:lnTo>
                    <a:pt x="106585" y="888397"/>
                  </a:lnTo>
                  <a:lnTo>
                    <a:pt x="77915" y="810578"/>
                  </a:lnTo>
                  <a:lnTo>
                    <a:pt x="70580" y="790575"/>
                  </a:lnTo>
                  <a:lnTo>
                    <a:pt x="56674" y="752856"/>
                  </a:lnTo>
                  <a:lnTo>
                    <a:pt x="25718" y="668655"/>
                  </a:lnTo>
                  <a:lnTo>
                    <a:pt x="18288" y="648653"/>
                  </a:lnTo>
                  <a:lnTo>
                    <a:pt x="0" y="599123"/>
                  </a:lnTo>
                  <a:lnTo>
                    <a:pt x="22384" y="526637"/>
                  </a:lnTo>
                  <a:lnTo>
                    <a:pt x="28480" y="506635"/>
                  </a:lnTo>
                  <a:lnTo>
                    <a:pt x="66199" y="384620"/>
                  </a:lnTo>
                  <a:lnTo>
                    <a:pt x="72295" y="364617"/>
                  </a:lnTo>
                  <a:lnTo>
                    <a:pt x="109919" y="242602"/>
                  </a:lnTo>
                  <a:lnTo>
                    <a:pt x="116110" y="222599"/>
                  </a:lnTo>
                  <a:lnTo>
                    <a:pt x="153734" y="100584"/>
                  </a:lnTo>
                  <a:lnTo>
                    <a:pt x="159925" y="80582"/>
                  </a:lnTo>
                  <a:lnTo>
                    <a:pt x="171450" y="43053"/>
                  </a:lnTo>
                  <a:lnTo>
                    <a:pt x="175641" y="42291"/>
                  </a:lnTo>
                  <a:lnTo>
                    <a:pt x="412528" y="0"/>
                  </a:lnTo>
                  <a:cubicBezTo>
                    <a:pt x="601123" y="15335"/>
                    <a:pt x="713804" y="30480"/>
                    <a:pt x="878872" y="68866"/>
                  </a:cubicBezTo>
                  <a:lnTo>
                    <a:pt x="878872" y="69056"/>
                  </a:lnTo>
                  <a:lnTo>
                    <a:pt x="881539" y="80582"/>
                  </a:lnTo>
                  <a:lnTo>
                    <a:pt x="886111" y="100584"/>
                  </a:lnTo>
                  <a:lnTo>
                    <a:pt x="914400" y="222599"/>
                  </a:lnTo>
                  <a:lnTo>
                    <a:pt x="918972" y="242602"/>
                  </a:lnTo>
                  <a:lnTo>
                    <a:pt x="947166" y="364617"/>
                  </a:lnTo>
                  <a:lnTo>
                    <a:pt x="951738" y="384620"/>
                  </a:lnTo>
                  <a:lnTo>
                    <a:pt x="969836" y="4629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7516401" y="2660764"/>
              <a:ext cx="353659" cy="254410"/>
            </a:xfrm>
            <a:custGeom>
              <a:rect b="b" l="l" r="r" t="t"/>
              <a:pathLst>
                <a:path extrusionOk="0" h="241147" w="335222">
                  <a:moveTo>
                    <a:pt x="335222" y="18764"/>
                  </a:moveTo>
                  <a:cubicBezTo>
                    <a:pt x="256450" y="294799"/>
                    <a:pt x="-25395" y="332613"/>
                    <a:pt x="1847" y="25622"/>
                  </a:cubicBezTo>
                  <a:lnTo>
                    <a:pt x="167582" y="0"/>
                  </a:lnTo>
                  <a:lnTo>
                    <a:pt x="335222" y="18764"/>
                  </a:ln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28"/>
            <p:cNvSpPr/>
            <p:nvPr/>
          </p:nvSpPr>
          <p:spPr>
            <a:xfrm>
              <a:off x="8017132" y="2733152"/>
              <a:ext cx="584687" cy="1046063"/>
            </a:xfrm>
            <a:custGeom>
              <a:rect b="b" l="l" r="r" t="t"/>
              <a:pathLst>
                <a:path extrusionOk="0" h="991529" w="554206">
                  <a:moveTo>
                    <a:pt x="352235" y="991267"/>
                  </a:moveTo>
                  <a:cubicBezTo>
                    <a:pt x="278035" y="995743"/>
                    <a:pt x="212598" y="942499"/>
                    <a:pt x="202406" y="868871"/>
                  </a:cubicBezTo>
                  <a:cubicBezTo>
                    <a:pt x="194215" y="809720"/>
                    <a:pt x="181737" y="736378"/>
                    <a:pt x="163258" y="661416"/>
                  </a:cubicBezTo>
                  <a:cubicBezTo>
                    <a:pt x="111062" y="449866"/>
                    <a:pt x="42672" y="354235"/>
                    <a:pt x="0" y="336518"/>
                  </a:cubicBezTo>
                  <a:lnTo>
                    <a:pt x="139255" y="0"/>
                  </a:lnTo>
                  <a:cubicBezTo>
                    <a:pt x="314611" y="72485"/>
                    <a:pt x="442055" y="267557"/>
                    <a:pt x="518160" y="579596"/>
                  </a:cubicBezTo>
                  <a:cubicBezTo>
                    <a:pt x="531781" y="635603"/>
                    <a:pt x="542639" y="690277"/>
                    <a:pt x="551116" y="740283"/>
                  </a:cubicBezTo>
                  <a:cubicBezTo>
                    <a:pt x="572548" y="866489"/>
                    <a:pt x="479965" y="983456"/>
                    <a:pt x="352235" y="991172"/>
                  </a:cubicBezTo>
                  <a:lnTo>
                    <a:pt x="352235" y="9911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7226640" y="2815866"/>
              <a:ext cx="162451" cy="633898"/>
            </a:xfrm>
            <a:custGeom>
              <a:rect b="b" l="l" r="r" t="t"/>
              <a:pathLst>
                <a:path extrusionOk="0" h="600851" w="153982">
                  <a:moveTo>
                    <a:pt x="59195" y="600851"/>
                  </a:moveTo>
                  <a:cubicBezTo>
                    <a:pt x="56051" y="600851"/>
                    <a:pt x="53003" y="599328"/>
                    <a:pt x="51098" y="596565"/>
                  </a:cubicBezTo>
                  <a:cubicBezTo>
                    <a:pt x="-24626" y="483313"/>
                    <a:pt x="-15958" y="361774"/>
                    <a:pt x="75577" y="254142"/>
                  </a:cubicBezTo>
                  <a:lnTo>
                    <a:pt x="134823" y="7444"/>
                  </a:lnTo>
                  <a:cubicBezTo>
                    <a:pt x="136061" y="2205"/>
                    <a:pt x="141300" y="-1033"/>
                    <a:pt x="146539" y="300"/>
                  </a:cubicBezTo>
                  <a:cubicBezTo>
                    <a:pt x="151777" y="1539"/>
                    <a:pt x="155016" y="6777"/>
                    <a:pt x="153682" y="12016"/>
                  </a:cubicBezTo>
                  <a:lnTo>
                    <a:pt x="93865" y="260904"/>
                  </a:lnTo>
                  <a:cubicBezTo>
                    <a:pt x="93484" y="262428"/>
                    <a:pt x="92818" y="263762"/>
                    <a:pt x="91770" y="265000"/>
                  </a:cubicBezTo>
                  <a:cubicBezTo>
                    <a:pt x="-19387" y="394254"/>
                    <a:pt x="16999" y="510745"/>
                    <a:pt x="67196" y="585707"/>
                  </a:cubicBezTo>
                  <a:cubicBezTo>
                    <a:pt x="70148" y="590183"/>
                    <a:pt x="69005" y="596184"/>
                    <a:pt x="64529" y="599232"/>
                  </a:cubicBezTo>
                  <a:cubicBezTo>
                    <a:pt x="62909" y="600375"/>
                    <a:pt x="61004" y="600851"/>
                    <a:pt x="59099" y="6008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7731366" y="2021338"/>
              <a:ext cx="303636" cy="342132"/>
            </a:xfrm>
            <a:custGeom>
              <a:rect b="b" l="l" r="r" t="t"/>
              <a:pathLst>
                <a:path extrusionOk="0" h="324296" w="287807">
                  <a:moveTo>
                    <a:pt x="285492" y="218965"/>
                  </a:moveTo>
                  <a:cubicBezTo>
                    <a:pt x="279396" y="198105"/>
                    <a:pt x="260155" y="181627"/>
                    <a:pt x="238533" y="178864"/>
                  </a:cubicBezTo>
                  <a:cubicBezTo>
                    <a:pt x="258536" y="173435"/>
                    <a:pt x="274728" y="156004"/>
                    <a:pt x="278729" y="135716"/>
                  </a:cubicBezTo>
                  <a:cubicBezTo>
                    <a:pt x="282825" y="115428"/>
                    <a:pt x="274443" y="93139"/>
                    <a:pt x="258155" y="80471"/>
                  </a:cubicBezTo>
                  <a:cubicBezTo>
                    <a:pt x="241772" y="67803"/>
                    <a:pt x="218150" y="65231"/>
                    <a:pt x="199481" y="74185"/>
                  </a:cubicBezTo>
                  <a:cubicBezTo>
                    <a:pt x="210244" y="52468"/>
                    <a:pt x="200243" y="23988"/>
                    <a:pt x="180050" y="10462"/>
                  </a:cubicBezTo>
                  <a:cubicBezTo>
                    <a:pt x="159952" y="-3063"/>
                    <a:pt x="132520" y="-2777"/>
                    <a:pt x="110517" y="7319"/>
                  </a:cubicBezTo>
                  <a:cubicBezTo>
                    <a:pt x="91944" y="15796"/>
                    <a:pt x="76513" y="30846"/>
                    <a:pt x="67464" y="49134"/>
                  </a:cubicBezTo>
                  <a:cubicBezTo>
                    <a:pt x="71370" y="37704"/>
                    <a:pt x="63750" y="24274"/>
                    <a:pt x="52415" y="19892"/>
                  </a:cubicBezTo>
                  <a:cubicBezTo>
                    <a:pt x="41175" y="15511"/>
                    <a:pt x="27745" y="19130"/>
                    <a:pt x="18696" y="27131"/>
                  </a:cubicBezTo>
                  <a:cubicBezTo>
                    <a:pt x="9552" y="35132"/>
                    <a:pt x="4409" y="46753"/>
                    <a:pt x="2028" y="58564"/>
                  </a:cubicBezTo>
                  <a:cubicBezTo>
                    <a:pt x="-354" y="70470"/>
                    <a:pt x="-68" y="82662"/>
                    <a:pt x="123" y="94759"/>
                  </a:cubicBezTo>
                  <a:lnTo>
                    <a:pt x="33460" y="196295"/>
                  </a:lnTo>
                  <a:cubicBezTo>
                    <a:pt x="40509" y="214202"/>
                    <a:pt x="50605" y="231919"/>
                    <a:pt x="66893" y="242206"/>
                  </a:cubicBezTo>
                  <a:cubicBezTo>
                    <a:pt x="83085" y="252588"/>
                    <a:pt x="106612" y="253350"/>
                    <a:pt x="120328" y="239824"/>
                  </a:cubicBezTo>
                  <a:cubicBezTo>
                    <a:pt x="118995" y="258779"/>
                    <a:pt x="120233" y="278591"/>
                    <a:pt x="129091" y="295450"/>
                  </a:cubicBezTo>
                  <a:cubicBezTo>
                    <a:pt x="137949" y="312310"/>
                    <a:pt x="155666" y="325454"/>
                    <a:pt x="174716" y="324216"/>
                  </a:cubicBezTo>
                  <a:cubicBezTo>
                    <a:pt x="193671" y="322978"/>
                    <a:pt x="210911" y="304023"/>
                    <a:pt x="206434" y="285544"/>
                  </a:cubicBezTo>
                  <a:cubicBezTo>
                    <a:pt x="225960" y="295165"/>
                    <a:pt x="251011" y="292117"/>
                    <a:pt x="267775" y="278115"/>
                  </a:cubicBezTo>
                  <a:cubicBezTo>
                    <a:pt x="284444" y="264113"/>
                    <a:pt x="291778" y="239920"/>
                    <a:pt x="285682" y="219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7727506" y="2104982"/>
              <a:ext cx="120231" cy="120231"/>
            </a:xfrm>
            <a:custGeom>
              <a:rect b="b" l="l" r="r" t="t"/>
              <a:pathLst>
                <a:path extrusionOk="0" h="113963" w="113963">
                  <a:moveTo>
                    <a:pt x="24930" y="89033"/>
                  </a:moveTo>
                  <a:cubicBezTo>
                    <a:pt x="-1073" y="63030"/>
                    <a:pt x="-7836" y="27597"/>
                    <a:pt x="9880" y="9880"/>
                  </a:cubicBezTo>
                  <a:cubicBezTo>
                    <a:pt x="27597" y="-7836"/>
                    <a:pt x="63030" y="-1073"/>
                    <a:pt x="89033" y="24930"/>
                  </a:cubicBezTo>
                  <a:cubicBezTo>
                    <a:pt x="115037" y="50933"/>
                    <a:pt x="121799" y="86366"/>
                    <a:pt x="104083" y="104083"/>
                  </a:cubicBezTo>
                  <a:cubicBezTo>
                    <a:pt x="86366" y="121799"/>
                    <a:pt x="50933" y="115036"/>
                    <a:pt x="24930" y="89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7443078" y="2065748"/>
              <a:ext cx="404939" cy="375175"/>
            </a:xfrm>
            <a:custGeom>
              <a:rect b="b" l="l" r="r" t="t"/>
              <a:pathLst>
                <a:path extrusionOk="0" h="355616" w="383828">
                  <a:moveTo>
                    <a:pt x="383828" y="235792"/>
                  </a:moveTo>
                  <a:cubicBezTo>
                    <a:pt x="383828" y="218933"/>
                    <a:pt x="372017" y="202931"/>
                    <a:pt x="356587" y="198835"/>
                  </a:cubicBezTo>
                  <a:cubicBezTo>
                    <a:pt x="370398" y="187310"/>
                    <a:pt x="377733" y="167688"/>
                    <a:pt x="374970" y="149305"/>
                  </a:cubicBezTo>
                  <a:cubicBezTo>
                    <a:pt x="372303" y="130922"/>
                    <a:pt x="359635" y="114634"/>
                    <a:pt x="343157" y="108062"/>
                  </a:cubicBezTo>
                  <a:cubicBezTo>
                    <a:pt x="350777" y="82440"/>
                    <a:pt x="333917" y="53865"/>
                    <a:pt x="310676" y="42720"/>
                  </a:cubicBezTo>
                  <a:cubicBezTo>
                    <a:pt x="287435" y="31576"/>
                    <a:pt x="260289" y="34529"/>
                    <a:pt x="235905" y="42149"/>
                  </a:cubicBezTo>
                  <a:cubicBezTo>
                    <a:pt x="232286" y="21765"/>
                    <a:pt x="215903" y="4620"/>
                    <a:pt x="196567" y="810"/>
                  </a:cubicBezTo>
                  <a:cubicBezTo>
                    <a:pt x="177231" y="-3000"/>
                    <a:pt x="156181" y="6906"/>
                    <a:pt x="145894" y="24623"/>
                  </a:cubicBezTo>
                  <a:cubicBezTo>
                    <a:pt x="140941" y="9954"/>
                    <a:pt x="124367" y="1001"/>
                    <a:pt x="110175" y="5287"/>
                  </a:cubicBezTo>
                  <a:cubicBezTo>
                    <a:pt x="95983" y="9573"/>
                    <a:pt x="86363" y="26433"/>
                    <a:pt x="89411" y="41673"/>
                  </a:cubicBezTo>
                  <a:cubicBezTo>
                    <a:pt x="74361" y="22242"/>
                    <a:pt x="44548" y="19765"/>
                    <a:pt x="24926" y="34053"/>
                  </a:cubicBezTo>
                  <a:cubicBezTo>
                    <a:pt x="5400" y="48340"/>
                    <a:pt x="-3267" y="75963"/>
                    <a:pt x="1114" y="100632"/>
                  </a:cubicBezTo>
                  <a:cubicBezTo>
                    <a:pt x="5495" y="125302"/>
                    <a:pt x="21497" y="146543"/>
                    <a:pt x="41500" y="160068"/>
                  </a:cubicBezTo>
                  <a:lnTo>
                    <a:pt x="341633" y="355617"/>
                  </a:lnTo>
                  <a:cubicBezTo>
                    <a:pt x="355063" y="347997"/>
                    <a:pt x="364874" y="333804"/>
                    <a:pt x="367731" y="317993"/>
                  </a:cubicBezTo>
                  <a:cubicBezTo>
                    <a:pt x="370589" y="302181"/>
                    <a:pt x="366302" y="285132"/>
                    <a:pt x="356492" y="272844"/>
                  </a:cubicBezTo>
                  <a:cubicBezTo>
                    <a:pt x="371922" y="268653"/>
                    <a:pt x="383733" y="252651"/>
                    <a:pt x="383733" y="2357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8"/>
            <p:cNvSpPr/>
            <p:nvPr/>
          </p:nvSpPr>
          <p:spPr>
            <a:xfrm>
              <a:off x="7461741" y="2156097"/>
              <a:ext cx="356012" cy="555864"/>
            </a:xfrm>
            <a:custGeom>
              <a:rect b="b" l="l" r="r" t="t"/>
              <a:pathLst>
                <a:path extrusionOk="0" h="526885" w="337452">
                  <a:moveTo>
                    <a:pt x="26366" y="50540"/>
                  </a:moveTo>
                  <a:cubicBezTo>
                    <a:pt x="5411" y="151696"/>
                    <a:pt x="-24783" y="286856"/>
                    <a:pt x="35606" y="334576"/>
                  </a:cubicBezTo>
                  <a:cubicBezTo>
                    <a:pt x="54846" y="349816"/>
                    <a:pt x="89327" y="352578"/>
                    <a:pt x="89327" y="352578"/>
                  </a:cubicBezTo>
                  <a:lnTo>
                    <a:pt x="92375" y="526886"/>
                  </a:lnTo>
                  <a:lnTo>
                    <a:pt x="337453" y="526314"/>
                  </a:lnTo>
                  <a:lnTo>
                    <a:pt x="326880" y="139409"/>
                  </a:lnTo>
                  <a:lnTo>
                    <a:pt x="248585" y="19870"/>
                  </a:lnTo>
                  <a:cubicBezTo>
                    <a:pt x="248585" y="19870"/>
                    <a:pt x="45797" y="-41090"/>
                    <a:pt x="26271" y="50540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8"/>
            <p:cNvSpPr/>
            <p:nvPr/>
          </p:nvSpPr>
          <p:spPr>
            <a:xfrm>
              <a:off x="7482830" y="2144913"/>
              <a:ext cx="330288" cy="290990"/>
            </a:xfrm>
            <a:custGeom>
              <a:rect b="b" l="l" r="r" t="t"/>
              <a:pathLst>
                <a:path extrusionOk="0" h="275820" w="313069">
                  <a:moveTo>
                    <a:pt x="308492" y="120587"/>
                  </a:moveTo>
                  <a:lnTo>
                    <a:pt x="234292" y="4382"/>
                  </a:lnTo>
                  <a:lnTo>
                    <a:pt x="14932" y="0"/>
                  </a:lnTo>
                  <a:lnTo>
                    <a:pt x="3216" y="43625"/>
                  </a:lnTo>
                  <a:cubicBezTo>
                    <a:pt x="-2785" y="52864"/>
                    <a:pt x="73" y="66008"/>
                    <a:pt x="7978" y="73724"/>
                  </a:cubicBezTo>
                  <a:cubicBezTo>
                    <a:pt x="15789" y="81439"/>
                    <a:pt x="27409" y="84392"/>
                    <a:pt x="38363" y="83915"/>
                  </a:cubicBezTo>
                  <a:cubicBezTo>
                    <a:pt x="49317" y="83439"/>
                    <a:pt x="59985" y="80105"/>
                    <a:pt x="70462" y="76676"/>
                  </a:cubicBezTo>
                  <a:cubicBezTo>
                    <a:pt x="67891" y="80200"/>
                    <a:pt x="69319" y="85630"/>
                    <a:pt x="72748" y="88297"/>
                  </a:cubicBezTo>
                  <a:cubicBezTo>
                    <a:pt x="76177" y="90964"/>
                    <a:pt x="80940" y="91345"/>
                    <a:pt x="85226" y="90202"/>
                  </a:cubicBezTo>
                  <a:cubicBezTo>
                    <a:pt x="89417" y="89154"/>
                    <a:pt x="93227" y="86773"/>
                    <a:pt x="96942" y="84487"/>
                  </a:cubicBezTo>
                  <a:cubicBezTo>
                    <a:pt x="96942" y="97822"/>
                    <a:pt x="105133" y="110776"/>
                    <a:pt x="117040" y="116586"/>
                  </a:cubicBezTo>
                  <a:cubicBezTo>
                    <a:pt x="129041" y="122396"/>
                    <a:pt x="144186" y="120777"/>
                    <a:pt x="154663" y="112586"/>
                  </a:cubicBezTo>
                  <a:cubicBezTo>
                    <a:pt x="153806" y="123444"/>
                    <a:pt x="154473" y="134874"/>
                    <a:pt x="159997" y="144209"/>
                  </a:cubicBezTo>
                  <a:cubicBezTo>
                    <a:pt x="165617" y="153543"/>
                    <a:pt x="177333" y="159829"/>
                    <a:pt x="187620" y="156210"/>
                  </a:cubicBezTo>
                  <a:cubicBezTo>
                    <a:pt x="183429" y="145733"/>
                    <a:pt x="187334" y="131540"/>
                    <a:pt x="195526" y="123825"/>
                  </a:cubicBezTo>
                  <a:cubicBezTo>
                    <a:pt x="203717" y="116110"/>
                    <a:pt x="216766" y="114014"/>
                    <a:pt x="226958" y="118777"/>
                  </a:cubicBezTo>
                  <a:cubicBezTo>
                    <a:pt x="238960" y="124396"/>
                    <a:pt x="245437" y="137541"/>
                    <a:pt x="249056" y="150304"/>
                  </a:cubicBezTo>
                  <a:cubicBezTo>
                    <a:pt x="252390" y="161925"/>
                    <a:pt x="254009" y="174593"/>
                    <a:pt x="249437" y="185738"/>
                  </a:cubicBezTo>
                  <a:cubicBezTo>
                    <a:pt x="244865" y="196882"/>
                    <a:pt x="232578" y="205550"/>
                    <a:pt x="220957" y="202502"/>
                  </a:cubicBezTo>
                  <a:cubicBezTo>
                    <a:pt x="217624" y="210121"/>
                    <a:pt x="219529" y="219932"/>
                    <a:pt x="225815" y="225266"/>
                  </a:cubicBezTo>
                  <a:cubicBezTo>
                    <a:pt x="232102" y="230600"/>
                    <a:pt x="242008" y="231267"/>
                    <a:pt x="248961" y="226695"/>
                  </a:cubicBezTo>
                  <a:cubicBezTo>
                    <a:pt x="248961" y="241840"/>
                    <a:pt x="256390" y="256794"/>
                    <a:pt x="268392" y="265938"/>
                  </a:cubicBezTo>
                  <a:cubicBezTo>
                    <a:pt x="280489" y="275082"/>
                    <a:pt x="296871" y="278130"/>
                    <a:pt x="311445" y="274034"/>
                  </a:cubicBezTo>
                  <a:cubicBezTo>
                    <a:pt x="314398" y="222885"/>
                    <a:pt x="313254" y="171450"/>
                    <a:pt x="308587" y="1203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8"/>
            <p:cNvSpPr/>
            <p:nvPr/>
          </p:nvSpPr>
          <p:spPr>
            <a:xfrm>
              <a:off x="7482006" y="2276832"/>
              <a:ext cx="46798" cy="30053"/>
            </a:xfrm>
            <a:custGeom>
              <a:rect b="b" l="l" r="r" t="t"/>
              <a:pathLst>
                <a:path extrusionOk="0" h="28486" w="44358">
                  <a:moveTo>
                    <a:pt x="34573" y="28486"/>
                  </a:moveTo>
                  <a:cubicBezTo>
                    <a:pt x="30763" y="28486"/>
                    <a:pt x="27238" y="26295"/>
                    <a:pt x="25619" y="22676"/>
                  </a:cubicBezTo>
                  <a:cubicBezTo>
                    <a:pt x="24953" y="21057"/>
                    <a:pt x="23143" y="19723"/>
                    <a:pt x="21523" y="19533"/>
                  </a:cubicBezTo>
                  <a:cubicBezTo>
                    <a:pt x="20095" y="19342"/>
                    <a:pt x="18475" y="20104"/>
                    <a:pt x="17713" y="21152"/>
                  </a:cubicBezTo>
                  <a:cubicBezTo>
                    <a:pt x="14665" y="25533"/>
                    <a:pt x="8665" y="26676"/>
                    <a:pt x="4188" y="23628"/>
                  </a:cubicBezTo>
                  <a:cubicBezTo>
                    <a:pt x="-194" y="20580"/>
                    <a:pt x="-1337" y="14484"/>
                    <a:pt x="1712" y="10103"/>
                  </a:cubicBezTo>
                  <a:cubicBezTo>
                    <a:pt x="6569" y="2959"/>
                    <a:pt x="15428" y="-946"/>
                    <a:pt x="24000" y="197"/>
                  </a:cubicBezTo>
                  <a:cubicBezTo>
                    <a:pt x="32477" y="1245"/>
                    <a:pt x="40097" y="7055"/>
                    <a:pt x="43526" y="14865"/>
                  </a:cubicBezTo>
                  <a:cubicBezTo>
                    <a:pt x="45717" y="19818"/>
                    <a:pt x="43431" y="25533"/>
                    <a:pt x="38478" y="27629"/>
                  </a:cubicBezTo>
                  <a:cubicBezTo>
                    <a:pt x="37240" y="28200"/>
                    <a:pt x="35906" y="28391"/>
                    <a:pt x="34573" y="283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8"/>
            <p:cNvSpPr/>
            <p:nvPr/>
          </p:nvSpPr>
          <p:spPr>
            <a:xfrm>
              <a:off x="7560483" y="2283025"/>
              <a:ext cx="62591" cy="35007"/>
            </a:xfrm>
            <a:custGeom>
              <a:rect b="b" l="l" r="r" t="t"/>
              <a:pathLst>
                <a:path extrusionOk="0" h="33182" w="59328">
                  <a:moveTo>
                    <a:pt x="49561" y="33182"/>
                  </a:moveTo>
                  <a:cubicBezTo>
                    <a:pt x="46608" y="33182"/>
                    <a:pt x="43656" y="31849"/>
                    <a:pt x="41750" y="29277"/>
                  </a:cubicBezTo>
                  <a:cubicBezTo>
                    <a:pt x="38988" y="25562"/>
                    <a:pt x="36702" y="23181"/>
                    <a:pt x="34321" y="21562"/>
                  </a:cubicBezTo>
                  <a:cubicBezTo>
                    <a:pt x="32130" y="20038"/>
                    <a:pt x="29844" y="19275"/>
                    <a:pt x="27939" y="19466"/>
                  </a:cubicBezTo>
                  <a:cubicBezTo>
                    <a:pt x="24415" y="19847"/>
                    <a:pt x="20795" y="23752"/>
                    <a:pt x="16985" y="28038"/>
                  </a:cubicBezTo>
                  <a:cubicBezTo>
                    <a:pt x="13461" y="32039"/>
                    <a:pt x="7270" y="32420"/>
                    <a:pt x="3269" y="28896"/>
                  </a:cubicBezTo>
                  <a:cubicBezTo>
                    <a:pt x="-731" y="25371"/>
                    <a:pt x="-1112" y="19180"/>
                    <a:pt x="2412" y="15180"/>
                  </a:cubicBezTo>
                  <a:cubicBezTo>
                    <a:pt x="6984" y="10036"/>
                    <a:pt x="14604" y="1369"/>
                    <a:pt x="25844" y="130"/>
                  </a:cubicBezTo>
                  <a:cubicBezTo>
                    <a:pt x="32225" y="-537"/>
                    <a:pt x="39179" y="1369"/>
                    <a:pt x="45370" y="5559"/>
                  </a:cubicBezTo>
                  <a:cubicBezTo>
                    <a:pt x="50704" y="9179"/>
                    <a:pt x="54609" y="13942"/>
                    <a:pt x="57372" y="17656"/>
                  </a:cubicBezTo>
                  <a:cubicBezTo>
                    <a:pt x="60610" y="21942"/>
                    <a:pt x="59753" y="28038"/>
                    <a:pt x="55371" y="31277"/>
                  </a:cubicBezTo>
                  <a:cubicBezTo>
                    <a:pt x="53657" y="32611"/>
                    <a:pt x="51561" y="33182"/>
                    <a:pt x="49561" y="33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28"/>
            <p:cNvSpPr/>
            <p:nvPr/>
          </p:nvSpPr>
          <p:spPr>
            <a:xfrm>
              <a:off x="7513767" y="2295349"/>
              <a:ext cx="36000" cy="78142"/>
            </a:xfrm>
            <a:custGeom>
              <a:rect b="b" l="l" r="r" t="t"/>
              <a:pathLst>
                <a:path extrusionOk="0" h="74068" w="34123">
                  <a:moveTo>
                    <a:pt x="9775" y="74069"/>
                  </a:moveTo>
                  <a:cubicBezTo>
                    <a:pt x="8918" y="74069"/>
                    <a:pt x="8061" y="73974"/>
                    <a:pt x="7203" y="73688"/>
                  </a:cubicBezTo>
                  <a:cubicBezTo>
                    <a:pt x="2060" y="72259"/>
                    <a:pt x="-1083" y="66925"/>
                    <a:pt x="345" y="61782"/>
                  </a:cubicBezTo>
                  <a:lnTo>
                    <a:pt x="15014" y="7203"/>
                  </a:lnTo>
                  <a:cubicBezTo>
                    <a:pt x="16443" y="2060"/>
                    <a:pt x="21777" y="-1083"/>
                    <a:pt x="26920" y="345"/>
                  </a:cubicBezTo>
                  <a:cubicBezTo>
                    <a:pt x="32064" y="1774"/>
                    <a:pt x="35207" y="7108"/>
                    <a:pt x="33778" y="12252"/>
                  </a:cubicBezTo>
                  <a:lnTo>
                    <a:pt x="19110" y="66830"/>
                  </a:lnTo>
                  <a:cubicBezTo>
                    <a:pt x="17967" y="71211"/>
                    <a:pt x="13966" y="74069"/>
                    <a:pt x="9680" y="740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28"/>
            <p:cNvSpPr/>
            <p:nvPr/>
          </p:nvSpPr>
          <p:spPr>
            <a:xfrm>
              <a:off x="7519492" y="2355613"/>
              <a:ext cx="75249" cy="66461"/>
            </a:xfrm>
            <a:custGeom>
              <a:rect b="b" l="l" r="r" t="t"/>
              <a:pathLst>
                <a:path extrusionOk="0" h="62996" w="71326">
                  <a:moveTo>
                    <a:pt x="28441" y="62996"/>
                  </a:moveTo>
                  <a:cubicBezTo>
                    <a:pt x="21107" y="62996"/>
                    <a:pt x="13677" y="60996"/>
                    <a:pt x="7582" y="57281"/>
                  </a:cubicBezTo>
                  <a:cubicBezTo>
                    <a:pt x="5391" y="55948"/>
                    <a:pt x="628" y="53090"/>
                    <a:pt x="57" y="47280"/>
                  </a:cubicBezTo>
                  <a:cubicBezTo>
                    <a:pt x="-515" y="41470"/>
                    <a:pt x="3391" y="37755"/>
                    <a:pt x="4629" y="36612"/>
                  </a:cubicBezTo>
                  <a:cubicBezTo>
                    <a:pt x="7010" y="34421"/>
                    <a:pt x="9582" y="32611"/>
                    <a:pt x="11868" y="31087"/>
                  </a:cubicBezTo>
                  <a:cubicBezTo>
                    <a:pt x="12820" y="30516"/>
                    <a:pt x="13677" y="29849"/>
                    <a:pt x="14535" y="29278"/>
                  </a:cubicBezTo>
                  <a:lnTo>
                    <a:pt x="50444" y="3179"/>
                  </a:lnTo>
                  <a:cubicBezTo>
                    <a:pt x="57016" y="-1583"/>
                    <a:pt x="62350" y="36"/>
                    <a:pt x="64922" y="1465"/>
                  </a:cubicBezTo>
                  <a:cubicBezTo>
                    <a:pt x="66827" y="2512"/>
                    <a:pt x="72733" y="6608"/>
                    <a:pt x="71018" y="16419"/>
                  </a:cubicBezTo>
                  <a:cubicBezTo>
                    <a:pt x="69018" y="27849"/>
                    <a:pt x="66446" y="39850"/>
                    <a:pt x="58350" y="49280"/>
                  </a:cubicBezTo>
                  <a:cubicBezTo>
                    <a:pt x="51492" y="57281"/>
                    <a:pt x="41586" y="62234"/>
                    <a:pt x="30918" y="62996"/>
                  </a:cubicBezTo>
                  <a:cubicBezTo>
                    <a:pt x="30060" y="62996"/>
                    <a:pt x="29203" y="62996"/>
                    <a:pt x="28346" y="62996"/>
                  </a:cubicBezTo>
                  <a:close/>
                  <a:moveTo>
                    <a:pt x="27965" y="43565"/>
                  </a:moveTo>
                  <a:cubicBezTo>
                    <a:pt x="28536" y="43565"/>
                    <a:pt x="29108" y="43565"/>
                    <a:pt x="29679" y="43565"/>
                  </a:cubicBezTo>
                  <a:cubicBezTo>
                    <a:pt x="34918" y="43184"/>
                    <a:pt x="40157" y="40612"/>
                    <a:pt x="43491" y="36707"/>
                  </a:cubicBezTo>
                  <a:cubicBezTo>
                    <a:pt x="45300" y="34516"/>
                    <a:pt x="46729" y="31945"/>
                    <a:pt x="47872" y="29182"/>
                  </a:cubicBezTo>
                  <a:lnTo>
                    <a:pt x="27870" y="43660"/>
                  </a:lnTo>
                  <a:close/>
                  <a:moveTo>
                    <a:pt x="56159" y="10990"/>
                  </a:moveTo>
                  <a:lnTo>
                    <a:pt x="61874" y="18800"/>
                  </a:lnTo>
                  <a:cubicBezTo>
                    <a:pt x="61874" y="18800"/>
                    <a:pt x="61969" y="18800"/>
                    <a:pt x="62064" y="18800"/>
                  </a:cubicBezTo>
                  <a:lnTo>
                    <a:pt x="56159" y="11085"/>
                  </a:lnTo>
                  <a:close/>
                  <a:moveTo>
                    <a:pt x="56159" y="10990"/>
                  </a:moveTo>
                  <a:lnTo>
                    <a:pt x="56159" y="10990"/>
                  </a:lnTo>
                  <a:lnTo>
                    <a:pt x="56159" y="109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28"/>
            <p:cNvSpPr/>
            <p:nvPr/>
          </p:nvSpPr>
          <p:spPr>
            <a:xfrm>
              <a:off x="7555998" y="2515888"/>
              <a:ext cx="71346" cy="65217"/>
            </a:xfrm>
            <a:custGeom>
              <a:rect b="b" l="l" r="r" t="t"/>
              <a:pathLst>
                <a:path extrusionOk="0" h="61817" w="67627">
                  <a:moveTo>
                    <a:pt x="67627" y="0"/>
                  </a:moveTo>
                  <a:cubicBezTo>
                    <a:pt x="67627" y="0"/>
                    <a:pt x="29527" y="13240"/>
                    <a:pt x="0" y="11240"/>
                  </a:cubicBezTo>
                  <a:lnTo>
                    <a:pt x="857" y="61817"/>
                  </a:lnTo>
                  <a:lnTo>
                    <a:pt x="676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7575154" y="2962857"/>
              <a:ext cx="526097" cy="622946"/>
            </a:xfrm>
            <a:custGeom>
              <a:rect b="b" l="l" r="r" t="t"/>
              <a:pathLst>
                <a:path extrusionOk="0" h="590470" w="498670">
                  <a:moveTo>
                    <a:pt x="398925" y="590463"/>
                  </a:moveTo>
                  <a:lnTo>
                    <a:pt x="8972" y="571889"/>
                  </a:lnTo>
                  <a:cubicBezTo>
                    <a:pt x="3352" y="571603"/>
                    <a:pt x="-744" y="566555"/>
                    <a:pt x="114" y="560935"/>
                  </a:cubicBezTo>
                  <a:lnTo>
                    <a:pt x="90030" y="7914"/>
                  </a:lnTo>
                  <a:cubicBezTo>
                    <a:pt x="90792" y="3151"/>
                    <a:pt x="94983" y="-183"/>
                    <a:pt x="99745" y="8"/>
                  </a:cubicBezTo>
                  <a:lnTo>
                    <a:pt x="489699" y="18581"/>
                  </a:lnTo>
                  <a:cubicBezTo>
                    <a:pt x="495319" y="18867"/>
                    <a:pt x="499414" y="23915"/>
                    <a:pt x="498557" y="29535"/>
                  </a:cubicBezTo>
                  <a:lnTo>
                    <a:pt x="408641" y="582557"/>
                  </a:lnTo>
                  <a:cubicBezTo>
                    <a:pt x="407879" y="587319"/>
                    <a:pt x="403688" y="590653"/>
                    <a:pt x="398925" y="5904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28"/>
            <p:cNvSpPr/>
            <p:nvPr/>
          </p:nvSpPr>
          <p:spPr>
            <a:xfrm>
              <a:off x="7810800" y="2989059"/>
              <a:ext cx="147037" cy="22532"/>
            </a:xfrm>
            <a:custGeom>
              <a:rect b="b" l="l" r="r" t="t"/>
              <a:pathLst>
                <a:path extrusionOk="0" h="21357" w="139372">
                  <a:moveTo>
                    <a:pt x="7059" y="15441"/>
                  </a:moveTo>
                  <a:lnTo>
                    <a:pt x="131551" y="21347"/>
                  </a:lnTo>
                  <a:cubicBezTo>
                    <a:pt x="141457" y="21823"/>
                    <a:pt x="142219" y="6393"/>
                    <a:pt x="132313" y="5916"/>
                  </a:cubicBezTo>
                  <a:cubicBezTo>
                    <a:pt x="90784" y="3916"/>
                    <a:pt x="49351" y="1916"/>
                    <a:pt x="7821" y="11"/>
                  </a:cubicBezTo>
                  <a:cubicBezTo>
                    <a:pt x="-2084" y="-465"/>
                    <a:pt x="-2847" y="14965"/>
                    <a:pt x="7059" y="15441"/>
                  </a:cubicBezTo>
                  <a:lnTo>
                    <a:pt x="7059" y="154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28"/>
            <p:cNvSpPr/>
            <p:nvPr/>
          </p:nvSpPr>
          <p:spPr>
            <a:xfrm>
              <a:off x="7630192" y="3130934"/>
              <a:ext cx="341560" cy="399141"/>
            </a:xfrm>
            <a:custGeom>
              <a:rect b="b" l="l" r="r" t="t"/>
              <a:pathLst>
                <a:path extrusionOk="0" h="378333" w="323754">
                  <a:moveTo>
                    <a:pt x="178022" y="378333"/>
                  </a:moveTo>
                  <a:cubicBezTo>
                    <a:pt x="12287" y="375666"/>
                    <a:pt x="0" y="268891"/>
                    <a:pt x="0" y="268891"/>
                  </a:cubicBezTo>
                  <a:lnTo>
                    <a:pt x="31623" y="41243"/>
                  </a:lnTo>
                  <a:cubicBezTo>
                    <a:pt x="70390" y="42767"/>
                    <a:pt x="124111" y="22003"/>
                    <a:pt x="178689" y="0"/>
                  </a:cubicBezTo>
                  <a:lnTo>
                    <a:pt x="323755" y="73438"/>
                  </a:lnTo>
                  <a:lnTo>
                    <a:pt x="178022" y="378333"/>
                  </a:ln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28"/>
            <p:cNvSpPr/>
            <p:nvPr/>
          </p:nvSpPr>
          <p:spPr>
            <a:xfrm>
              <a:off x="7685908" y="3000347"/>
              <a:ext cx="166218" cy="209987"/>
            </a:xfrm>
            <a:custGeom>
              <a:rect b="b" l="l" r="r" t="t"/>
              <a:pathLst>
                <a:path extrusionOk="0" h="199040" w="157553">
                  <a:moveTo>
                    <a:pt x="197" y="37403"/>
                  </a:moveTo>
                  <a:cubicBezTo>
                    <a:pt x="-4185" y="-7746"/>
                    <a:pt x="66109" y="-14509"/>
                    <a:pt x="70586" y="30830"/>
                  </a:cubicBezTo>
                  <a:cubicBezTo>
                    <a:pt x="74777" y="74169"/>
                    <a:pt x="98875" y="110936"/>
                    <a:pt x="138023" y="130652"/>
                  </a:cubicBezTo>
                  <a:cubicBezTo>
                    <a:pt x="178505" y="151131"/>
                    <a:pt x="149739" y="215615"/>
                    <a:pt x="109067" y="195041"/>
                  </a:cubicBezTo>
                  <a:cubicBezTo>
                    <a:pt x="47536" y="163990"/>
                    <a:pt x="7055" y="106268"/>
                    <a:pt x="292" y="37403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28"/>
            <p:cNvSpPr/>
            <p:nvPr/>
          </p:nvSpPr>
          <p:spPr>
            <a:xfrm>
              <a:off x="7565829" y="3123957"/>
              <a:ext cx="192355" cy="105577"/>
            </a:xfrm>
            <a:custGeom>
              <a:rect b="b" l="l" r="r" t="t"/>
              <a:pathLst>
                <a:path extrusionOk="0" h="100073" w="182327">
                  <a:moveTo>
                    <a:pt x="122879" y="90915"/>
                  </a:moveTo>
                  <a:cubicBezTo>
                    <a:pt x="97829" y="72627"/>
                    <a:pt x="66015" y="68151"/>
                    <a:pt x="36011" y="72247"/>
                  </a:cubicBezTo>
                  <a:cubicBezTo>
                    <a:pt x="17152" y="74818"/>
                    <a:pt x="388" y="55101"/>
                    <a:pt x="7" y="37576"/>
                  </a:cubicBezTo>
                  <a:cubicBezTo>
                    <a:pt x="-374" y="16716"/>
                    <a:pt x="15723" y="4143"/>
                    <a:pt x="34678" y="1571"/>
                  </a:cubicBezTo>
                  <a:cubicBezTo>
                    <a:pt x="84113" y="-5192"/>
                    <a:pt x="131547" y="10334"/>
                    <a:pt x="171266" y="39385"/>
                  </a:cubicBezTo>
                  <a:cubicBezTo>
                    <a:pt x="186697" y="50625"/>
                    <a:pt x="184792" y="76628"/>
                    <a:pt x="172885" y="89296"/>
                  </a:cubicBezTo>
                  <a:cubicBezTo>
                    <a:pt x="158503" y="104631"/>
                    <a:pt x="138405" y="102155"/>
                    <a:pt x="122974" y="90915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28"/>
            <p:cNvSpPr/>
            <p:nvPr/>
          </p:nvSpPr>
          <p:spPr>
            <a:xfrm>
              <a:off x="7561211" y="3195441"/>
              <a:ext cx="192355" cy="105578"/>
            </a:xfrm>
            <a:custGeom>
              <a:rect b="b" l="l" r="r" t="t"/>
              <a:pathLst>
                <a:path extrusionOk="0" h="100074" w="182327">
                  <a:moveTo>
                    <a:pt x="122879" y="90916"/>
                  </a:moveTo>
                  <a:cubicBezTo>
                    <a:pt x="97828" y="72628"/>
                    <a:pt x="66015" y="68151"/>
                    <a:pt x="36011" y="72247"/>
                  </a:cubicBezTo>
                  <a:cubicBezTo>
                    <a:pt x="17152" y="74818"/>
                    <a:pt x="388" y="55101"/>
                    <a:pt x="7" y="37576"/>
                  </a:cubicBezTo>
                  <a:cubicBezTo>
                    <a:pt x="-374" y="16716"/>
                    <a:pt x="15723" y="4143"/>
                    <a:pt x="34678" y="1571"/>
                  </a:cubicBezTo>
                  <a:cubicBezTo>
                    <a:pt x="84112" y="-5192"/>
                    <a:pt x="131547" y="10334"/>
                    <a:pt x="171266" y="39385"/>
                  </a:cubicBezTo>
                  <a:cubicBezTo>
                    <a:pt x="186697" y="50625"/>
                    <a:pt x="184792" y="76628"/>
                    <a:pt x="172885" y="89296"/>
                  </a:cubicBezTo>
                  <a:cubicBezTo>
                    <a:pt x="158503" y="104632"/>
                    <a:pt x="138405" y="102155"/>
                    <a:pt x="122974" y="90916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7556592" y="3266925"/>
              <a:ext cx="192355" cy="105478"/>
            </a:xfrm>
            <a:custGeom>
              <a:rect b="b" l="l" r="r" t="t"/>
              <a:pathLst>
                <a:path extrusionOk="0" h="99979" w="182327">
                  <a:moveTo>
                    <a:pt x="122879" y="90916"/>
                  </a:moveTo>
                  <a:cubicBezTo>
                    <a:pt x="97828" y="72628"/>
                    <a:pt x="66015" y="68151"/>
                    <a:pt x="36011" y="72247"/>
                  </a:cubicBezTo>
                  <a:cubicBezTo>
                    <a:pt x="17152" y="74819"/>
                    <a:pt x="387" y="55102"/>
                    <a:pt x="7" y="37576"/>
                  </a:cubicBezTo>
                  <a:cubicBezTo>
                    <a:pt x="-374" y="16716"/>
                    <a:pt x="15723" y="4143"/>
                    <a:pt x="34677" y="1571"/>
                  </a:cubicBezTo>
                  <a:cubicBezTo>
                    <a:pt x="84112" y="-5191"/>
                    <a:pt x="131547" y="10334"/>
                    <a:pt x="171266" y="39290"/>
                  </a:cubicBezTo>
                  <a:cubicBezTo>
                    <a:pt x="186697" y="50530"/>
                    <a:pt x="184792" y="76533"/>
                    <a:pt x="172885" y="89201"/>
                  </a:cubicBezTo>
                  <a:cubicBezTo>
                    <a:pt x="158502" y="104537"/>
                    <a:pt x="138405" y="102060"/>
                    <a:pt x="122974" y="90821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7551974" y="3338410"/>
              <a:ext cx="192355" cy="105577"/>
            </a:xfrm>
            <a:custGeom>
              <a:rect b="b" l="l" r="r" t="t"/>
              <a:pathLst>
                <a:path extrusionOk="0" h="100073" w="182327">
                  <a:moveTo>
                    <a:pt x="122879" y="90915"/>
                  </a:moveTo>
                  <a:cubicBezTo>
                    <a:pt x="97829" y="72627"/>
                    <a:pt x="66015" y="68151"/>
                    <a:pt x="36011" y="72247"/>
                  </a:cubicBezTo>
                  <a:cubicBezTo>
                    <a:pt x="17152" y="74818"/>
                    <a:pt x="388" y="55101"/>
                    <a:pt x="7" y="37576"/>
                  </a:cubicBezTo>
                  <a:cubicBezTo>
                    <a:pt x="-374" y="16716"/>
                    <a:pt x="15723" y="4143"/>
                    <a:pt x="34678" y="1571"/>
                  </a:cubicBezTo>
                  <a:cubicBezTo>
                    <a:pt x="84113" y="-5192"/>
                    <a:pt x="131547" y="10334"/>
                    <a:pt x="171266" y="39385"/>
                  </a:cubicBezTo>
                  <a:cubicBezTo>
                    <a:pt x="186697" y="50625"/>
                    <a:pt x="184792" y="76628"/>
                    <a:pt x="172886" y="89296"/>
                  </a:cubicBezTo>
                  <a:cubicBezTo>
                    <a:pt x="158503" y="104631"/>
                    <a:pt x="138405" y="102155"/>
                    <a:pt x="122974" y="90915"/>
                  </a:cubicBezTo>
                  <a:close/>
                </a:path>
              </a:pathLst>
            </a:custGeom>
            <a:solidFill>
              <a:srgbClr val="EDBC9C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7594946" y="3185190"/>
              <a:ext cx="149731" cy="52515"/>
            </a:xfrm>
            <a:custGeom>
              <a:rect b="b" l="l" r="r" t="t"/>
              <a:pathLst>
                <a:path extrusionOk="0" h="49777" w="141925">
                  <a:moveTo>
                    <a:pt x="132308" y="49777"/>
                  </a:moveTo>
                  <a:cubicBezTo>
                    <a:pt x="130403" y="49777"/>
                    <a:pt x="128498" y="49206"/>
                    <a:pt x="126784" y="48063"/>
                  </a:cubicBezTo>
                  <a:cubicBezTo>
                    <a:pt x="93351" y="25107"/>
                    <a:pt x="51250" y="15297"/>
                    <a:pt x="11150" y="21107"/>
                  </a:cubicBezTo>
                  <a:cubicBezTo>
                    <a:pt x="5721" y="21964"/>
                    <a:pt x="863" y="18249"/>
                    <a:pt x="101" y="12915"/>
                  </a:cubicBezTo>
                  <a:cubicBezTo>
                    <a:pt x="-661" y="7581"/>
                    <a:pt x="2959" y="2628"/>
                    <a:pt x="8293" y="1866"/>
                  </a:cubicBezTo>
                  <a:cubicBezTo>
                    <a:pt x="53156" y="-4706"/>
                    <a:pt x="100399" y="6248"/>
                    <a:pt x="137738" y="32061"/>
                  </a:cubicBezTo>
                  <a:cubicBezTo>
                    <a:pt x="142119" y="35109"/>
                    <a:pt x="143262" y="41205"/>
                    <a:pt x="140214" y="45586"/>
                  </a:cubicBezTo>
                  <a:cubicBezTo>
                    <a:pt x="138309" y="48348"/>
                    <a:pt x="135261" y="49777"/>
                    <a:pt x="132213" y="49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7584907" y="3259587"/>
              <a:ext cx="149731" cy="52515"/>
            </a:xfrm>
            <a:custGeom>
              <a:rect b="b" l="l" r="r" t="t"/>
              <a:pathLst>
                <a:path extrusionOk="0" h="49777" w="141925">
                  <a:moveTo>
                    <a:pt x="132308" y="49777"/>
                  </a:moveTo>
                  <a:cubicBezTo>
                    <a:pt x="130403" y="49777"/>
                    <a:pt x="128498" y="49206"/>
                    <a:pt x="126784" y="48063"/>
                  </a:cubicBezTo>
                  <a:cubicBezTo>
                    <a:pt x="93446" y="25107"/>
                    <a:pt x="51250" y="15297"/>
                    <a:pt x="11150" y="21107"/>
                  </a:cubicBezTo>
                  <a:cubicBezTo>
                    <a:pt x="5721" y="21964"/>
                    <a:pt x="863" y="18249"/>
                    <a:pt x="101" y="12915"/>
                  </a:cubicBezTo>
                  <a:cubicBezTo>
                    <a:pt x="-661" y="7581"/>
                    <a:pt x="2959" y="2628"/>
                    <a:pt x="8293" y="1866"/>
                  </a:cubicBezTo>
                  <a:cubicBezTo>
                    <a:pt x="53156" y="-4706"/>
                    <a:pt x="100399" y="6248"/>
                    <a:pt x="137738" y="32061"/>
                  </a:cubicBezTo>
                  <a:cubicBezTo>
                    <a:pt x="142119" y="35109"/>
                    <a:pt x="143262" y="41205"/>
                    <a:pt x="140214" y="45586"/>
                  </a:cubicBezTo>
                  <a:cubicBezTo>
                    <a:pt x="138309" y="48348"/>
                    <a:pt x="135261" y="49777"/>
                    <a:pt x="132213" y="49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7574867" y="3333982"/>
              <a:ext cx="149731" cy="52515"/>
            </a:xfrm>
            <a:custGeom>
              <a:rect b="b" l="l" r="r" t="t"/>
              <a:pathLst>
                <a:path extrusionOk="0" h="49777" w="141925">
                  <a:moveTo>
                    <a:pt x="132308" y="49777"/>
                  </a:moveTo>
                  <a:cubicBezTo>
                    <a:pt x="130403" y="49777"/>
                    <a:pt x="128498" y="49206"/>
                    <a:pt x="126784" y="48063"/>
                  </a:cubicBezTo>
                  <a:cubicBezTo>
                    <a:pt x="93446" y="25107"/>
                    <a:pt x="51346" y="15297"/>
                    <a:pt x="11150" y="21107"/>
                  </a:cubicBezTo>
                  <a:cubicBezTo>
                    <a:pt x="5721" y="21964"/>
                    <a:pt x="863" y="18249"/>
                    <a:pt x="101" y="12915"/>
                  </a:cubicBezTo>
                  <a:cubicBezTo>
                    <a:pt x="-661" y="7581"/>
                    <a:pt x="2959" y="2628"/>
                    <a:pt x="8293" y="1866"/>
                  </a:cubicBezTo>
                  <a:cubicBezTo>
                    <a:pt x="53156" y="-4706"/>
                    <a:pt x="100399" y="6248"/>
                    <a:pt x="137738" y="32061"/>
                  </a:cubicBezTo>
                  <a:cubicBezTo>
                    <a:pt x="142119" y="35109"/>
                    <a:pt x="143262" y="41205"/>
                    <a:pt x="140214" y="45586"/>
                  </a:cubicBezTo>
                  <a:cubicBezTo>
                    <a:pt x="138309" y="48348"/>
                    <a:pt x="135261" y="49777"/>
                    <a:pt x="132213" y="49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7765129" y="3197098"/>
              <a:ext cx="806697" cy="581750"/>
            </a:xfrm>
            <a:custGeom>
              <a:rect b="b" l="l" r="r" t="t"/>
              <a:pathLst>
                <a:path extrusionOk="0" h="551422" w="764642">
                  <a:moveTo>
                    <a:pt x="764096" y="363855"/>
                  </a:moveTo>
                  <a:cubicBezTo>
                    <a:pt x="773239" y="480631"/>
                    <a:pt x="666274" y="573691"/>
                    <a:pt x="552355" y="546735"/>
                  </a:cubicBezTo>
                  <a:cubicBezTo>
                    <a:pt x="466725" y="526447"/>
                    <a:pt x="370999" y="493205"/>
                    <a:pt x="264128" y="446722"/>
                  </a:cubicBezTo>
                  <a:cubicBezTo>
                    <a:pt x="118110" y="383286"/>
                    <a:pt x="4763" y="317659"/>
                    <a:pt x="0" y="314896"/>
                  </a:cubicBezTo>
                  <a:lnTo>
                    <a:pt x="182975" y="0"/>
                  </a:lnTo>
                  <a:cubicBezTo>
                    <a:pt x="297561" y="66389"/>
                    <a:pt x="476821" y="150114"/>
                    <a:pt x="616077" y="187357"/>
                  </a:cubicBezTo>
                  <a:cubicBezTo>
                    <a:pt x="697897" y="209169"/>
                    <a:pt x="757523" y="279463"/>
                    <a:pt x="764191" y="363950"/>
                  </a:cubicBezTo>
                  <a:lnTo>
                    <a:pt x="764191" y="3639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8055142" y="3245448"/>
              <a:ext cx="328609" cy="147458"/>
            </a:xfrm>
            <a:custGeom>
              <a:rect b="b" l="l" r="r" t="t"/>
              <a:pathLst>
                <a:path extrusionOk="0" h="139771" w="311478">
                  <a:moveTo>
                    <a:pt x="301696" y="139771"/>
                  </a:moveTo>
                  <a:cubicBezTo>
                    <a:pt x="300839" y="139771"/>
                    <a:pt x="299982" y="139676"/>
                    <a:pt x="299124" y="139390"/>
                  </a:cubicBezTo>
                  <a:cubicBezTo>
                    <a:pt x="194921" y="110625"/>
                    <a:pt x="81764" y="57761"/>
                    <a:pt x="5278" y="18423"/>
                  </a:cubicBezTo>
                  <a:cubicBezTo>
                    <a:pt x="516" y="15946"/>
                    <a:pt x="-1390" y="10136"/>
                    <a:pt x="1087" y="5278"/>
                  </a:cubicBezTo>
                  <a:cubicBezTo>
                    <a:pt x="3564" y="516"/>
                    <a:pt x="9374" y="-1389"/>
                    <a:pt x="14232" y="1087"/>
                  </a:cubicBezTo>
                  <a:cubicBezTo>
                    <a:pt x="89955" y="40044"/>
                    <a:pt x="201779" y="92337"/>
                    <a:pt x="304363" y="120626"/>
                  </a:cubicBezTo>
                  <a:cubicBezTo>
                    <a:pt x="309507" y="122055"/>
                    <a:pt x="312555" y="127389"/>
                    <a:pt x="311126" y="132627"/>
                  </a:cubicBezTo>
                  <a:cubicBezTo>
                    <a:pt x="309983" y="136914"/>
                    <a:pt x="305982" y="139771"/>
                    <a:pt x="301791" y="1397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8077717" y="3136299"/>
              <a:ext cx="67921" cy="161340"/>
            </a:xfrm>
            <a:custGeom>
              <a:rect b="b" l="l" r="r" t="t"/>
              <a:pathLst>
                <a:path extrusionOk="0" h="152929" w="64380">
                  <a:moveTo>
                    <a:pt x="54632" y="152930"/>
                  </a:moveTo>
                  <a:cubicBezTo>
                    <a:pt x="49964" y="152930"/>
                    <a:pt x="45869" y="149596"/>
                    <a:pt x="45012" y="144833"/>
                  </a:cubicBezTo>
                  <a:cubicBezTo>
                    <a:pt x="37868" y="102638"/>
                    <a:pt x="23104" y="58632"/>
                    <a:pt x="1006" y="14055"/>
                  </a:cubicBezTo>
                  <a:cubicBezTo>
                    <a:pt x="-1375" y="9197"/>
                    <a:pt x="625" y="3387"/>
                    <a:pt x="5388" y="1006"/>
                  </a:cubicBezTo>
                  <a:cubicBezTo>
                    <a:pt x="10150" y="-1375"/>
                    <a:pt x="16055" y="625"/>
                    <a:pt x="18437" y="5387"/>
                  </a:cubicBezTo>
                  <a:cubicBezTo>
                    <a:pt x="41392" y="51679"/>
                    <a:pt x="56822" y="97494"/>
                    <a:pt x="64252" y="141595"/>
                  </a:cubicBezTo>
                  <a:cubicBezTo>
                    <a:pt x="65109" y="146929"/>
                    <a:pt x="61585" y="151882"/>
                    <a:pt x="56251" y="152834"/>
                  </a:cubicBezTo>
                  <a:cubicBezTo>
                    <a:pt x="55679" y="152834"/>
                    <a:pt x="55108" y="152930"/>
                    <a:pt x="54632" y="152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8231886" y="2862165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8451059" y="3376209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8196546" y="3566867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8012614" y="3402112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8088014" y="3035053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7925870" y="2773513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7522464" y="2994893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28"/>
            <p:cNvSpPr/>
            <p:nvPr/>
          </p:nvSpPr>
          <p:spPr>
            <a:xfrm>
              <a:off x="7276284" y="3142781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7079702" y="3052523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7113737" y="3386249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6898682" y="3307537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2" y="50006"/>
                  </a:moveTo>
                  <a:cubicBezTo>
                    <a:pt x="100012" y="77624"/>
                    <a:pt x="77624" y="100013"/>
                    <a:pt x="50006" y="100013"/>
                  </a:cubicBezTo>
                  <a:cubicBezTo>
                    <a:pt x="22389" y="100013"/>
                    <a:pt x="0" y="77624"/>
                    <a:pt x="0" y="50006"/>
                  </a:cubicBezTo>
                  <a:cubicBezTo>
                    <a:pt x="0" y="22389"/>
                    <a:pt x="22389" y="0"/>
                    <a:pt x="50006" y="0"/>
                  </a:cubicBezTo>
                  <a:cubicBezTo>
                    <a:pt x="77624" y="0"/>
                    <a:pt x="100012" y="22389"/>
                    <a:pt x="100012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6951391" y="3650098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6764849" y="3549097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6616057" y="3750598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6498188" y="3532531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6321686" y="3319785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6539252" y="3157440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6498188" y="2804736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6295482" y="2999812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7427185" y="3249104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7355701" y="3449802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2" y="50006"/>
                  </a:moveTo>
                  <a:cubicBezTo>
                    <a:pt x="100012" y="77624"/>
                    <a:pt x="77624" y="100013"/>
                    <a:pt x="50006" y="100013"/>
                  </a:cubicBezTo>
                  <a:cubicBezTo>
                    <a:pt x="22388" y="100013"/>
                    <a:pt x="0" y="77624"/>
                    <a:pt x="0" y="50006"/>
                  </a:cubicBezTo>
                  <a:cubicBezTo>
                    <a:pt x="0" y="22389"/>
                    <a:pt x="22388" y="0"/>
                    <a:pt x="50006" y="0"/>
                  </a:cubicBezTo>
                  <a:cubicBezTo>
                    <a:pt x="77624" y="0"/>
                    <a:pt x="100012" y="22389"/>
                    <a:pt x="100012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7388632" y="2846202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2" y="50006"/>
                  </a:moveTo>
                  <a:cubicBezTo>
                    <a:pt x="100012" y="77624"/>
                    <a:pt x="77624" y="100013"/>
                    <a:pt x="50006" y="100013"/>
                  </a:cubicBezTo>
                  <a:cubicBezTo>
                    <a:pt x="22388" y="100013"/>
                    <a:pt x="0" y="77624"/>
                    <a:pt x="0" y="50006"/>
                  </a:cubicBezTo>
                  <a:cubicBezTo>
                    <a:pt x="0" y="22389"/>
                    <a:pt x="22388" y="0"/>
                    <a:pt x="50006" y="0"/>
                  </a:cubicBezTo>
                  <a:cubicBezTo>
                    <a:pt x="77624" y="0"/>
                    <a:pt x="100012" y="22389"/>
                    <a:pt x="100012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8297648" y="3174708"/>
              <a:ext cx="105513" cy="105513"/>
            </a:xfrm>
            <a:custGeom>
              <a:rect b="b" l="l" r="r" t="t"/>
              <a:pathLst>
                <a:path extrusionOk="0" h="100012" w="100012">
                  <a:moveTo>
                    <a:pt x="100013" y="50006"/>
                  </a:moveTo>
                  <a:cubicBezTo>
                    <a:pt x="100013" y="77629"/>
                    <a:pt x="77629" y="100013"/>
                    <a:pt x="50006" y="100013"/>
                  </a:cubicBezTo>
                  <a:cubicBezTo>
                    <a:pt x="22384" y="100013"/>
                    <a:pt x="0" y="77629"/>
                    <a:pt x="0" y="50006"/>
                  </a:cubicBezTo>
                  <a:cubicBezTo>
                    <a:pt x="0" y="22384"/>
                    <a:pt x="22384" y="0"/>
                    <a:pt x="50006" y="0"/>
                  </a:cubicBezTo>
                  <a:cubicBezTo>
                    <a:pt x="77629" y="0"/>
                    <a:pt x="100013" y="22384"/>
                    <a:pt x="100013" y="500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3500" lIns="87000" spcFirstLastPara="1" rIns="87000" wrap="square" tIns="435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1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7" name="Google Shape;507;p28"/>
            <p:cNvCxnSpPr/>
            <p:nvPr/>
          </p:nvCxnSpPr>
          <p:spPr>
            <a:xfrm rot="10800000">
              <a:off x="5097570" y="4468869"/>
              <a:ext cx="3311400" cy="0"/>
            </a:xfrm>
            <a:prstGeom prst="straightConnector1">
              <a:avLst/>
            </a:prstGeom>
            <a:noFill/>
            <a:ln cap="flat" cmpd="sng" w="9075">
              <a:solidFill>
                <a:srgbClr val="00060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08" name="Google Shape;508;p28"/>
          <p:cNvSpPr txBox="1"/>
          <p:nvPr>
            <p:ph type="title"/>
          </p:nvPr>
        </p:nvSpPr>
        <p:spPr>
          <a:xfrm>
            <a:off x="4359725" y="732581"/>
            <a:ext cx="4390200" cy="68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600"/>
              <a:t>Business Overview</a:t>
            </a:r>
            <a:endParaRPr b="1"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9"/>
          <p:cNvSpPr/>
          <p:nvPr/>
        </p:nvSpPr>
        <p:spPr>
          <a:xfrm>
            <a:off x="647725" y="380113"/>
            <a:ext cx="488100" cy="404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p29"/>
          <p:cNvSpPr txBox="1"/>
          <p:nvPr>
            <p:ph type="title"/>
          </p:nvPr>
        </p:nvSpPr>
        <p:spPr>
          <a:xfrm>
            <a:off x="720000" y="387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Business Overview</a:t>
            </a:r>
            <a:endParaRPr b="1"/>
          </a:p>
        </p:txBody>
      </p:sp>
      <p:pic>
        <p:nvPicPr>
          <p:cNvPr id="515" name="Google Shape;5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713" y="1102375"/>
            <a:ext cx="3936974" cy="234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7074" y="1102375"/>
            <a:ext cx="3936951" cy="261580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9"/>
          <p:cNvSpPr txBox="1"/>
          <p:nvPr>
            <p:ph type="title"/>
          </p:nvPr>
        </p:nvSpPr>
        <p:spPr>
          <a:xfrm>
            <a:off x="422525" y="3697150"/>
            <a:ext cx="8251500" cy="10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pt-PT" sz="1500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highest demand </a:t>
            </a:r>
            <a:r>
              <a:rPr lang="pt-PT" sz="1500">
                <a:latin typeface="Roboto"/>
                <a:ea typeface="Roboto"/>
                <a:cs typeface="Roboto"/>
                <a:sym typeface="Roboto"/>
              </a:rPr>
              <a:t>is in the </a:t>
            </a: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fresh product</a:t>
            </a:r>
            <a:r>
              <a:rPr lang="pt-PT" sz="1500">
                <a:latin typeface="Roboto"/>
                <a:ea typeface="Roboto"/>
                <a:cs typeface="Roboto"/>
                <a:sym typeface="Roboto"/>
              </a:rPr>
              <a:t> category, especially </a:t>
            </a: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vegetables and fruits.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Hubs E, C, and D </a:t>
            </a:r>
            <a:r>
              <a:rPr lang="pt-PT" sz="1500">
                <a:latin typeface="Roboto"/>
                <a:ea typeface="Roboto"/>
                <a:cs typeface="Roboto"/>
                <a:sym typeface="Roboto"/>
              </a:rPr>
              <a:t>are </a:t>
            </a: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core operational hubs</a:t>
            </a:r>
            <a:r>
              <a:rPr lang="pt-PT" sz="1500">
                <a:latin typeface="Roboto"/>
                <a:ea typeface="Roboto"/>
                <a:cs typeface="Roboto"/>
                <a:sym typeface="Roboto"/>
              </a:rPr>
              <a:t> that support most of the demand.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The business</a:t>
            </a:r>
            <a:r>
              <a:rPr lang="pt-PT" sz="1500">
                <a:latin typeface="Roboto"/>
                <a:ea typeface="Roboto"/>
                <a:cs typeface="Roboto"/>
                <a:sym typeface="Roboto"/>
              </a:rPr>
              <a:t> model seems to be </a:t>
            </a: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more focused</a:t>
            </a:r>
            <a:r>
              <a:rPr lang="pt-PT" sz="1500">
                <a:latin typeface="Roboto"/>
                <a:ea typeface="Roboto"/>
                <a:cs typeface="Roboto"/>
                <a:sym typeface="Roboto"/>
              </a:rPr>
              <a:t> on fast-moving </a:t>
            </a: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fresh goods</a:t>
            </a:r>
            <a:r>
              <a:rPr lang="pt-PT" sz="15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pt-PT" sz="1500">
                <a:latin typeface="Roboto"/>
                <a:ea typeface="Roboto"/>
                <a:cs typeface="Roboto"/>
                <a:sym typeface="Roboto"/>
              </a:rPr>
              <a:t>than basic necessities.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1065200" y="1420650"/>
            <a:ext cx="2049000" cy="1816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8673950" y="1243425"/>
            <a:ext cx="171000" cy="1650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0"/>
          <p:cNvSpPr txBox="1"/>
          <p:nvPr>
            <p:ph type="title"/>
          </p:nvPr>
        </p:nvSpPr>
        <p:spPr>
          <a:xfrm>
            <a:off x="4903000" y="2571750"/>
            <a:ext cx="38568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Business Question </a:t>
            </a:r>
            <a:endParaRPr b="1"/>
          </a:p>
        </p:txBody>
      </p:sp>
      <p:sp>
        <p:nvSpPr>
          <p:cNvPr id="525" name="Google Shape;525;p30"/>
          <p:cNvSpPr txBox="1"/>
          <p:nvPr>
            <p:ph idx="2" type="title"/>
          </p:nvPr>
        </p:nvSpPr>
        <p:spPr>
          <a:xfrm>
            <a:off x="4903000" y="1567950"/>
            <a:ext cx="1089900" cy="851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02</a:t>
            </a:r>
            <a:endParaRPr/>
          </a:p>
        </p:txBody>
      </p:sp>
      <p:grpSp>
        <p:nvGrpSpPr>
          <p:cNvPr id="526" name="Google Shape;526;p30"/>
          <p:cNvGrpSpPr/>
          <p:nvPr/>
        </p:nvGrpSpPr>
        <p:grpSpPr>
          <a:xfrm flipH="1">
            <a:off x="866106" y="487600"/>
            <a:ext cx="3506727" cy="4072574"/>
            <a:chOff x="5014099" y="487600"/>
            <a:chExt cx="3533226" cy="4072574"/>
          </a:xfrm>
        </p:grpSpPr>
        <p:sp>
          <p:nvSpPr>
            <p:cNvPr id="527" name="Google Shape;527;p30"/>
            <p:cNvSpPr/>
            <p:nvPr/>
          </p:nvSpPr>
          <p:spPr>
            <a:xfrm flipH="1" rot="-5400000">
              <a:off x="6107814" y="318695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0"/>
            <p:cNvSpPr/>
            <p:nvPr/>
          </p:nvSpPr>
          <p:spPr>
            <a:xfrm flipH="1" rot="-5400000">
              <a:off x="6251892" y="318695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30"/>
            <p:cNvSpPr/>
            <p:nvPr/>
          </p:nvSpPr>
          <p:spPr>
            <a:xfrm flipH="1" rot="-5400000">
              <a:off x="6395971" y="318695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30"/>
            <p:cNvSpPr/>
            <p:nvPr/>
          </p:nvSpPr>
          <p:spPr>
            <a:xfrm flipH="1" rot="-5400000">
              <a:off x="6540050" y="318695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0" y="22086"/>
                  </a:moveTo>
                  <a:cubicBezTo>
                    <a:pt x="0" y="34305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ubicBezTo>
                    <a:pt x="44172" y="9918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30"/>
            <p:cNvSpPr/>
            <p:nvPr/>
          </p:nvSpPr>
          <p:spPr>
            <a:xfrm flipH="1" rot="-5400000">
              <a:off x="6107814" y="3069998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0"/>
            <p:cNvSpPr/>
            <p:nvPr/>
          </p:nvSpPr>
          <p:spPr>
            <a:xfrm flipH="1" rot="-5400000">
              <a:off x="6251892" y="3069998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30"/>
            <p:cNvSpPr/>
            <p:nvPr/>
          </p:nvSpPr>
          <p:spPr>
            <a:xfrm flipH="1" rot="-5400000">
              <a:off x="6395971" y="3069998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30"/>
            <p:cNvSpPr/>
            <p:nvPr/>
          </p:nvSpPr>
          <p:spPr>
            <a:xfrm flipH="1" rot="-5400000">
              <a:off x="6540050" y="3069998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5" name="Google Shape;535;p30"/>
            <p:cNvGrpSpPr/>
            <p:nvPr/>
          </p:nvGrpSpPr>
          <p:grpSpPr>
            <a:xfrm>
              <a:off x="5513619" y="3677181"/>
              <a:ext cx="910622" cy="882993"/>
              <a:chOff x="5132619" y="3677181"/>
              <a:chExt cx="910622" cy="882993"/>
            </a:xfrm>
          </p:grpSpPr>
          <p:sp>
            <p:nvSpPr>
              <p:cNvPr id="536" name="Google Shape;536;p30"/>
              <p:cNvSpPr/>
              <p:nvPr/>
            </p:nvSpPr>
            <p:spPr>
              <a:xfrm flipH="1">
                <a:off x="5554012" y="3686361"/>
                <a:ext cx="489229" cy="602331"/>
              </a:xfrm>
              <a:custGeom>
                <a:rect b="b" l="l" r="r" t="t"/>
                <a:pathLst>
                  <a:path extrusionOk="0" h="622564" w="505663">
                    <a:moveTo>
                      <a:pt x="469649" y="622564"/>
                    </a:moveTo>
                    <a:cubicBezTo>
                      <a:pt x="400681" y="622564"/>
                      <a:pt x="335803" y="600887"/>
                      <a:pt x="280435" y="559016"/>
                    </a:cubicBezTo>
                    <a:cubicBezTo>
                      <a:pt x="219800" y="513156"/>
                      <a:pt x="176293" y="441070"/>
                      <a:pt x="160700" y="360906"/>
                    </a:cubicBezTo>
                    <a:cubicBezTo>
                      <a:pt x="46077" y="289535"/>
                      <a:pt x="-19312" y="140250"/>
                      <a:pt x="5075" y="4870"/>
                    </a:cubicBezTo>
                    <a:cubicBezTo>
                      <a:pt x="5382" y="3286"/>
                      <a:pt x="6302" y="1854"/>
                      <a:pt x="7631" y="985"/>
                    </a:cubicBezTo>
                    <a:cubicBezTo>
                      <a:pt x="8960" y="116"/>
                      <a:pt x="10647" y="-191"/>
                      <a:pt x="12232" y="116"/>
                    </a:cubicBezTo>
                    <a:cubicBezTo>
                      <a:pt x="142601" y="29308"/>
                      <a:pt x="263103" y="111109"/>
                      <a:pt x="351652" y="230383"/>
                    </a:cubicBezTo>
                    <a:cubicBezTo>
                      <a:pt x="428953" y="334525"/>
                      <a:pt x="480743" y="463667"/>
                      <a:pt x="505590" y="614282"/>
                    </a:cubicBezTo>
                    <a:cubicBezTo>
                      <a:pt x="505845" y="615918"/>
                      <a:pt x="505436" y="617605"/>
                      <a:pt x="504414" y="618883"/>
                    </a:cubicBezTo>
                    <a:cubicBezTo>
                      <a:pt x="503391" y="620212"/>
                      <a:pt x="501909" y="621030"/>
                      <a:pt x="500222" y="621184"/>
                    </a:cubicBezTo>
                    <a:cubicBezTo>
                      <a:pt x="489945" y="622104"/>
                      <a:pt x="479720" y="622564"/>
                      <a:pt x="469649" y="622564"/>
                    </a:cubicBezTo>
                    <a:close/>
                    <a:moveTo>
                      <a:pt x="15760" y="13153"/>
                    </a:moveTo>
                    <a:cubicBezTo>
                      <a:pt x="-4895" y="143113"/>
                      <a:pt x="58910" y="284832"/>
                      <a:pt x="169135" y="352163"/>
                    </a:cubicBezTo>
                    <a:cubicBezTo>
                      <a:pt x="170567" y="353033"/>
                      <a:pt x="171589" y="354515"/>
                      <a:pt x="171896" y="356151"/>
                    </a:cubicBezTo>
                    <a:cubicBezTo>
                      <a:pt x="186518" y="434475"/>
                      <a:pt x="228696" y="504976"/>
                      <a:pt x="287643" y="549558"/>
                    </a:cubicBezTo>
                    <a:cubicBezTo>
                      <a:pt x="347000" y="594445"/>
                      <a:pt x="417808" y="615253"/>
                      <a:pt x="492757" y="609885"/>
                    </a:cubicBezTo>
                    <a:cubicBezTo>
                      <a:pt x="467808" y="463872"/>
                      <a:pt x="417143" y="338615"/>
                      <a:pt x="342092" y="237541"/>
                    </a:cubicBezTo>
                    <a:cubicBezTo>
                      <a:pt x="256662" y="122407"/>
                      <a:pt x="140965" y="42959"/>
                      <a:pt x="15760" y="132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30"/>
              <p:cNvSpPr/>
              <p:nvPr/>
            </p:nvSpPr>
            <p:spPr>
              <a:xfrm flipH="1">
                <a:off x="5132619" y="3677181"/>
                <a:ext cx="406353" cy="645684"/>
              </a:xfrm>
              <a:custGeom>
                <a:rect b="b" l="l" r="r" t="t"/>
                <a:pathLst>
                  <a:path extrusionOk="0" h="667374" w="420003">
                    <a:moveTo>
                      <a:pt x="25863" y="667324"/>
                    </a:moveTo>
                    <a:cubicBezTo>
                      <a:pt x="23256" y="667324"/>
                      <a:pt x="20853" y="665585"/>
                      <a:pt x="20137" y="662978"/>
                    </a:cubicBezTo>
                    <a:cubicBezTo>
                      <a:pt x="-18871" y="525707"/>
                      <a:pt x="-671" y="375910"/>
                      <a:pt x="70086" y="252034"/>
                    </a:cubicBezTo>
                    <a:cubicBezTo>
                      <a:pt x="140843" y="128107"/>
                      <a:pt x="260630" y="36337"/>
                      <a:pt x="398667" y="192"/>
                    </a:cubicBezTo>
                    <a:cubicBezTo>
                      <a:pt x="400252" y="-217"/>
                      <a:pt x="401888" y="39"/>
                      <a:pt x="403269" y="856"/>
                    </a:cubicBezTo>
                    <a:cubicBezTo>
                      <a:pt x="404649" y="1675"/>
                      <a:pt x="405620" y="3055"/>
                      <a:pt x="405978" y="4640"/>
                    </a:cubicBezTo>
                    <a:cubicBezTo>
                      <a:pt x="422389" y="76368"/>
                      <a:pt x="424486" y="148812"/>
                      <a:pt x="411807" y="208578"/>
                    </a:cubicBezTo>
                    <a:cubicBezTo>
                      <a:pt x="403831" y="246206"/>
                      <a:pt x="392430" y="273558"/>
                      <a:pt x="375866" y="294673"/>
                    </a:cubicBezTo>
                    <a:cubicBezTo>
                      <a:pt x="356029" y="319980"/>
                      <a:pt x="327348" y="335573"/>
                      <a:pt x="299587" y="336544"/>
                    </a:cubicBezTo>
                    <a:cubicBezTo>
                      <a:pt x="310477" y="413487"/>
                      <a:pt x="290487" y="497844"/>
                      <a:pt x="246570" y="558325"/>
                    </a:cubicBezTo>
                    <a:cubicBezTo>
                      <a:pt x="189208" y="637415"/>
                      <a:pt x="63747" y="661751"/>
                      <a:pt x="26681" y="667324"/>
                    </a:cubicBezTo>
                    <a:cubicBezTo>
                      <a:pt x="26374" y="667324"/>
                      <a:pt x="26067" y="667375"/>
                      <a:pt x="25812" y="667375"/>
                    </a:cubicBezTo>
                    <a:close/>
                    <a:moveTo>
                      <a:pt x="395702" y="13280"/>
                    </a:moveTo>
                    <a:cubicBezTo>
                      <a:pt x="263237" y="49681"/>
                      <a:pt x="148614" y="138587"/>
                      <a:pt x="80413" y="257914"/>
                    </a:cubicBezTo>
                    <a:cubicBezTo>
                      <a:pt x="12110" y="377547"/>
                      <a:pt x="-6141" y="521821"/>
                      <a:pt x="30158" y="654644"/>
                    </a:cubicBezTo>
                    <a:cubicBezTo>
                      <a:pt x="71364" y="647896"/>
                      <a:pt x="184709" y="623254"/>
                      <a:pt x="236959" y="551270"/>
                    </a:cubicBezTo>
                    <a:cubicBezTo>
                      <a:pt x="280364" y="491453"/>
                      <a:pt x="299485" y="407199"/>
                      <a:pt x="286755" y="331432"/>
                    </a:cubicBezTo>
                    <a:cubicBezTo>
                      <a:pt x="286448" y="329642"/>
                      <a:pt x="287010" y="327802"/>
                      <a:pt x="288186" y="326472"/>
                    </a:cubicBezTo>
                    <a:cubicBezTo>
                      <a:pt x="289413" y="325143"/>
                      <a:pt x="291151" y="324376"/>
                      <a:pt x="292992" y="324529"/>
                    </a:cubicBezTo>
                    <a:cubicBezTo>
                      <a:pt x="319065" y="326063"/>
                      <a:pt x="347235" y="311851"/>
                      <a:pt x="366459" y="287311"/>
                    </a:cubicBezTo>
                    <a:cubicBezTo>
                      <a:pt x="381847" y="267678"/>
                      <a:pt x="392532" y="241860"/>
                      <a:pt x="400099" y="206073"/>
                    </a:cubicBezTo>
                    <a:cubicBezTo>
                      <a:pt x="412062" y="149631"/>
                      <a:pt x="410426" y="81378"/>
                      <a:pt x="395651" y="132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30"/>
              <p:cNvSpPr/>
              <p:nvPr/>
            </p:nvSpPr>
            <p:spPr>
              <a:xfrm flipH="1">
                <a:off x="5505378" y="3726932"/>
                <a:ext cx="486107" cy="833242"/>
              </a:xfrm>
              <a:custGeom>
                <a:rect b="b" l="l" r="r" t="t"/>
                <a:pathLst>
                  <a:path extrusionOk="0" h="861232" w="502436">
                    <a:moveTo>
                      <a:pt x="496403" y="861181"/>
                    </a:moveTo>
                    <a:cubicBezTo>
                      <a:pt x="493131" y="861181"/>
                      <a:pt x="490473" y="858522"/>
                      <a:pt x="490473" y="855251"/>
                    </a:cubicBezTo>
                    <a:cubicBezTo>
                      <a:pt x="490473" y="853921"/>
                      <a:pt x="489246" y="719718"/>
                      <a:pt x="428663" y="549318"/>
                    </a:cubicBezTo>
                    <a:cubicBezTo>
                      <a:pt x="372783" y="392262"/>
                      <a:pt x="253559" y="171350"/>
                      <a:pt x="2739" y="10970"/>
                    </a:cubicBezTo>
                    <a:cubicBezTo>
                      <a:pt x="-22" y="9181"/>
                      <a:pt x="-840" y="5500"/>
                      <a:pt x="950" y="2739"/>
                    </a:cubicBezTo>
                    <a:cubicBezTo>
                      <a:pt x="2739" y="-22"/>
                      <a:pt x="6420" y="-840"/>
                      <a:pt x="9181" y="950"/>
                    </a:cubicBezTo>
                    <a:cubicBezTo>
                      <a:pt x="263017" y="163272"/>
                      <a:pt x="383621" y="386842"/>
                      <a:pt x="440064" y="545790"/>
                    </a:cubicBezTo>
                    <a:cubicBezTo>
                      <a:pt x="501260" y="718031"/>
                      <a:pt x="502436" y="853870"/>
                      <a:pt x="502436" y="855251"/>
                    </a:cubicBezTo>
                    <a:cubicBezTo>
                      <a:pt x="502436" y="858522"/>
                      <a:pt x="499778" y="861232"/>
                      <a:pt x="496506" y="861232"/>
                    </a:cubicBezTo>
                    <a:lnTo>
                      <a:pt x="496506" y="8612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30"/>
              <p:cNvSpPr/>
              <p:nvPr/>
            </p:nvSpPr>
            <p:spPr>
              <a:xfrm flipH="1">
                <a:off x="5230642" y="3750447"/>
                <a:ext cx="297630" cy="700129"/>
              </a:xfrm>
              <a:custGeom>
                <a:rect b="b" l="l" r="r" t="t"/>
                <a:pathLst>
                  <a:path extrusionOk="0" h="723648" w="307628">
                    <a:moveTo>
                      <a:pt x="6222" y="723649"/>
                    </a:moveTo>
                    <a:cubicBezTo>
                      <a:pt x="3001" y="723649"/>
                      <a:pt x="343" y="721093"/>
                      <a:pt x="292" y="717820"/>
                    </a:cubicBezTo>
                    <a:cubicBezTo>
                      <a:pt x="-5486" y="461683"/>
                      <a:pt x="75701" y="280598"/>
                      <a:pt x="144822" y="173747"/>
                    </a:cubicBezTo>
                    <a:cubicBezTo>
                      <a:pt x="219823" y="57795"/>
                      <a:pt x="297482" y="1660"/>
                      <a:pt x="298249" y="1097"/>
                    </a:cubicBezTo>
                    <a:cubicBezTo>
                      <a:pt x="300907" y="-794"/>
                      <a:pt x="304639" y="-181"/>
                      <a:pt x="306531" y="2478"/>
                    </a:cubicBezTo>
                    <a:cubicBezTo>
                      <a:pt x="308423" y="5136"/>
                      <a:pt x="307809" y="8868"/>
                      <a:pt x="305151" y="10760"/>
                    </a:cubicBezTo>
                    <a:cubicBezTo>
                      <a:pt x="304384" y="11322"/>
                      <a:pt x="228258" y="66435"/>
                      <a:pt x="154485" y="180649"/>
                    </a:cubicBezTo>
                    <a:cubicBezTo>
                      <a:pt x="86437" y="286018"/>
                      <a:pt x="6478" y="464649"/>
                      <a:pt x="12204" y="717463"/>
                    </a:cubicBezTo>
                    <a:cubicBezTo>
                      <a:pt x="12255" y="720735"/>
                      <a:pt x="9647" y="723495"/>
                      <a:pt x="6375" y="723546"/>
                    </a:cubicBezTo>
                    <a:cubicBezTo>
                      <a:pt x="6375" y="723546"/>
                      <a:pt x="6273" y="723546"/>
                      <a:pt x="6222" y="7235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0" name="Google Shape;540;p30"/>
            <p:cNvSpPr/>
            <p:nvPr/>
          </p:nvSpPr>
          <p:spPr>
            <a:xfrm flipH="1">
              <a:off x="7737468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0"/>
            <p:cNvSpPr/>
            <p:nvPr/>
          </p:nvSpPr>
          <p:spPr>
            <a:xfrm flipH="1">
              <a:off x="7580719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0"/>
            <p:cNvSpPr/>
            <p:nvPr/>
          </p:nvSpPr>
          <p:spPr>
            <a:xfrm flipH="1">
              <a:off x="7423970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30"/>
            <p:cNvSpPr/>
            <p:nvPr/>
          </p:nvSpPr>
          <p:spPr>
            <a:xfrm flipH="1">
              <a:off x="7267221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0"/>
            <p:cNvSpPr/>
            <p:nvPr/>
          </p:nvSpPr>
          <p:spPr>
            <a:xfrm flipH="1">
              <a:off x="7110471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0"/>
            <p:cNvSpPr/>
            <p:nvPr/>
          </p:nvSpPr>
          <p:spPr>
            <a:xfrm flipH="1">
              <a:off x="6953771" y="487600"/>
              <a:ext cx="8161" cy="886336"/>
            </a:xfrm>
            <a:custGeom>
              <a:rect b="b" l="l" r="r" t="t"/>
              <a:pathLst>
                <a:path extrusionOk="0" h="916110" w="8435">
                  <a:moveTo>
                    <a:pt x="0" y="0"/>
                  </a:moveTo>
                  <a:lnTo>
                    <a:pt x="8436" y="0"/>
                  </a:lnTo>
                  <a:lnTo>
                    <a:pt x="8436" y="916111"/>
                  </a:lnTo>
                  <a:lnTo>
                    <a:pt x="0" y="9161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0"/>
            <p:cNvSpPr/>
            <p:nvPr/>
          </p:nvSpPr>
          <p:spPr>
            <a:xfrm flipH="1">
              <a:off x="6906757" y="535114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0"/>
            <p:cNvSpPr/>
            <p:nvPr/>
          </p:nvSpPr>
          <p:spPr>
            <a:xfrm flipH="1">
              <a:off x="6906757" y="691863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0"/>
            <p:cNvSpPr/>
            <p:nvPr/>
          </p:nvSpPr>
          <p:spPr>
            <a:xfrm flipH="1">
              <a:off x="6906757" y="848562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0"/>
            <p:cNvSpPr/>
            <p:nvPr/>
          </p:nvSpPr>
          <p:spPr>
            <a:xfrm flipH="1">
              <a:off x="6906757" y="1005311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0"/>
            <p:cNvSpPr/>
            <p:nvPr/>
          </p:nvSpPr>
          <p:spPr>
            <a:xfrm flipH="1">
              <a:off x="6906757" y="1162060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0"/>
            <p:cNvSpPr/>
            <p:nvPr/>
          </p:nvSpPr>
          <p:spPr>
            <a:xfrm flipH="1">
              <a:off x="6906757" y="1318809"/>
              <a:ext cx="886336" cy="8161"/>
            </a:xfrm>
            <a:custGeom>
              <a:rect b="b" l="l" r="r" t="t"/>
              <a:pathLst>
                <a:path extrusionOk="0" h="8435" w="916110">
                  <a:moveTo>
                    <a:pt x="0" y="0"/>
                  </a:moveTo>
                  <a:lnTo>
                    <a:pt x="916111" y="0"/>
                  </a:lnTo>
                  <a:lnTo>
                    <a:pt x="916111" y="8436"/>
                  </a:lnTo>
                  <a:lnTo>
                    <a:pt x="0" y="843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30"/>
            <p:cNvSpPr/>
            <p:nvPr/>
          </p:nvSpPr>
          <p:spPr>
            <a:xfrm flipH="1">
              <a:off x="5449605" y="585895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30"/>
            <p:cNvSpPr/>
            <p:nvPr/>
          </p:nvSpPr>
          <p:spPr>
            <a:xfrm flipH="1">
              <a:off x="5449605" y="72997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30"/>
            <p:cNvSpPr/>
            <p:nvPr/>
          </p:nvSpPr>
          <p:spPr>
            <a:xfrm flipH="1">
              <a:off x="5449605" y="874052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30"/>
            <p:cNvSpPr/>
            <p:nvPr/>
          </p:nvSpPr>
          <p:spPr>
            <a:xfrm flipH="1">
              <a:off x="5449605" y="1018131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0" y="22086"/>
                  </a:moveTo>
                  <a:cubicBezTo>
                    <a:pt x="0" y="34305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ubicBezTo>
                    <a:pt x="44172" y="9918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0"/>
            <p:cNvSpPr/>
            <p:nvPr/>
          </p:nvSpPr>
          <p:spPr>
            <a:xfrm flipH="1">
              <a:off x="5566559" y="585895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0"/>
            <p:cNvSpPr/>
            <p:nvPr/>
          </p:nvSpPr>
          <p:spPr>
            <a:xfrm flipH="1">
              <a:off x="5566559" y="729973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0"/>
            <p:cNvSpPr/>
            <p:nvPr/>
          </p:nvSpPr>
          <p:spPr>
            <a:xfrm flipH="1">
              <a:off x="5566559" y="874052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0"/>
            <p:cNvSpPr/>
            <p:nvPr/>
          </p:nvSpPr>
          <p:spPr>
            <a:xfrm flipH="1">
              <a:off x="5566559" y="1018131"/>
              <a:ext cx="42736" cy="42736"/>
            </a:xfrm>
            <a:custGeom>
              <a:rect b="b" l="l" r="r" t="t"/>
              <a:pathLst>
                <a:path extrusionOk="0" h="44172" w="44172">
                  <a:moveTo>
                    <a:pt x="44172" y="22086"/>
                  </a:moveTo>
                  <a:cubicBezTo>
                    <a:pt x="44172" y="9867"/>
                    <a:pt x="34254" y="0"/>
                    <a:pt x="22086" y="0"/>
                  </a:cubicBezTo>
                  <a:cubicBezTo>
                    <a:pt x="9918" y="0"/>
                    <a:pt x="0" y="9918"/>
                    <a:pt x="0" y="22086"/>
                  </a:cubicBezTo>
                  <a:cubicBezTo>
                    <a:pt x="0" y="34254"/>
                    <a:pt x="9918" y="44172"/>
                    <a:pt x="22086" y="44172"/>
                  </a:cubicBezTo>
                  <a:cubicBezTo>
                    <a:pt x="34254" y="44172"/>
                    <a:pt x="44172" y="34254"/>
                    <a:pt x="44172" y="220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0"/>
            <p:cNvSpPr/>
            <p:nvPr/>
          </p:nvSpPr>
          <p:spPr>
            <a:xfrm flipH="1">
              <a:off x="5014099" y="1425965"/>
              <a:ext cx="715588" cy="715589"/>
            </a:xfrm>
            <a:custGeom>
              <a:rect b="b" l="l" r="r" t="t"/>
              <a:pathLst>
                <a:path extrusionOk="0" h="739627" w="739626">
                  <a:moveTo>
                    <a:pt x="704249" y="0"/>
                  </a:moveTo>
                  <a:cubicBezTo>
                    <a:pt x="489523" y="4806"/>
                    <a:pt x="266566" y="4806"/>
                    <a:pt x="35378" y="0"/>
                  </a:cubicBezTo>
                  <a:cubicBezTo>
                    <a:pt x="15849" y="0"/>
                    <a:pt x="0" y="15849"/>
                    <a:pt x="0" y="35379"/>
                  </a:cubicBezTo>
                  <a:cubicBezTo>
                    <a:pt x="3374" y="273775"/>
                    <a:pt x="3988" y="499441"/>
                    <a:pt x="0" y="704249"/>
                  </a:cubicBezTo>
                  <a:cubicBezTo>
                    <a:pt x="0" y="723778"/>
                    <a:pt x="15849" y="739627"/>
                    <a:pt x="35378" y="739627"/>
                  </a:cubicBezTo>
                  <a:cubicBezTo>
                    <a:pt x="249337" y="732879"/>
                    <a:pt x="471936" y="732572"/>
                    <a:pt x="704249" y="739627"/>
                  </a:cubicBezTo>
                  <a:cubicBezTo>
                    <a:pt x="723778" y="739627"/>
                    <a:pt x="739627" y="723778"/>
                    <a:pt x="739627" y="704249"/>
                  </a:cubicBezTo>
                  <a:cubicBezTo>
                    <a:pt x="733288" y="476026"/>
                    <a:pt x="733083" y="252916"/>
                    <a:pt x="739627" y="35379"/>
                  </a:cubicBezTo>
                  <a:cubicBezTo>
                    <a:pt x="739627" y="15849"/>
                    <a:pt x="723778" y="0"/>
                    <a:pt x="704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0"/>
            <p:cNvSpPr/>
            <p:nvPr/>
          </p:nvSpPr>
          <p:spPr>
            <a:xfrm flipH="1">
              <a:off x="5123097" y="1539009"/>
              <a:ext cx="497504" cy="497504"/>
            </a:xfrm>
            <a:custGeom>
              <a:rect b="b" l="l" r="r" t="t"/>
              <a:pathLst>
                <a:path extrusionOk="0" h="514216" w="514216">
                  <a:moveTo>
                    <a:pt x="514216" y="257108"/>
                  </a:moveTo>
                  <a:cubicBezTo>
                    <a:pt x="514216" y="399105"/>
                    <a:pt x="399105" y="514216"/>
                    <a:pt x="257108" y="514216"/>
                  </a:cubicBezTo>
                  <a:cubicBezTo>
                    <a:pt x="115111" y="514216"/>
                    <a:pt x="0" y="399105"/>
                    <a:pt x="0" y="257108"/>
                  </a:cubicBezTo>
                  <a:cubicBezTo>
                    <a:pt x="0" y="115111"/>
                    <a:pt x="115112" y="0"/>
                    <a:pt x="257108" y="0"/>
                  </a:cubicBezTo>
                  <a:cubicBezTo>
                    <a:pt x="399105" y="0"/>
                    <a:pt x="514216" y="115111"/>
                    <a:pt x="514216" y="2571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0"/>
            <p:cNvSpPr/>
            <p:nvPr/>
          </p:nvSpPr>
          <p:spPr>
            <a:xfrm flipH="1">
              <a:off x="5194774" y="1610777"/>
              <a:ext cx="354060" cy="354060"/>
            </a:xfrm>
            <a:custGeom>
              <a:rect b="b" l="l" r="r" t="t"/>
              <a:pathLst>
                <a:path extrusionOk="0" h="365953" w="365953">
                  <a:moveTo>
                    <a:pt x="365954" y="182977"/>
                  </a:moveTo>
                  <a:cubicBezTo>
                    <a:pt x="365954" y="284032"/>
                    <a:pt x="284032" y="365954"/>
                    <a:pt x="182977" y="365954"/>
                  </a:cubicBezTo>
                  <a:cubicBezTo>
                    <a:pt x="81922" y="365954"/>
                    <a:pt x="0" y="284032"/>
                    <a:pt x="0" y="182977"/>
                  </a:cubicBezTo>
                  <a:cubicBezTo>
                    <a:pt x="0" y="81922"/>
                    <a:pt x="81922" y="0"/>
                    <a:pt x="182977" y="0"/>
                  </a:cubicBezTo>
                  <a:cubicBezTo>
                    <a:pt x="284032" y="0"/>
                    <a:pt x="365954" y="81922"/>
                    <a:pt x="365954" y="1829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0"/>
            <p:cNvSpPr/>
            <p:nvPr/>
          </p:nvSpPr>
          <p:spPr>
            <a:xfrm flipH="1" rot="1367435">
              <a:off x="5262974" y="1678755"/>
              <a:ext cx="216879" cy="216879"/>
            </a:xfrm>
            <a:custGeom>
              <a:rect b="b" l="l" r="r" t="t"/>
              <a:pathLst>
                <a:path extrusionOk="0" h="224030" w="224030">
                  <a:moveTo>
                    <a:pt x="224030" y="112015"/>
                  </a:moveTo>
                  <a:cubicBezTo>
                    <a:pt x="224030" y="173879"/>
                    <a:pt x="173879" y="224030"/>
                    <a:pt x="112015" y="224030"/>
                  </a:cubicBezTo>
                  <a:cubicBezTo>
                    <a:pt x="50151" y="224030"/>
                    <a:pt x="0" y="173879"/>
                    <a:pt x="0" y="112015"/>
                  </a:cubicBezTo>
                  <a:cubicBezTo>
                    <a:pt x="0" y="50151"/>
                    <a:pt x="50151" y="0"/>
                    <a:pt x="112015" y="0"/>
                  </a:cubicBezTo>
                  <a:cubicBezTo>
                    <a:pt x="173880" y="0"/>
                    <a:pt x="224030" y="50151"/>
                    <a:pt x="224030" y="1120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0"/>
            <p:cNvSpPr/>
            <p:nvPr/>
          </p:nvSpPr>
          <p:spPr>
            <a:xfrm flipH="1">
              <a:off x="5327105" y="1743273"/>
              <a:ext cx="89232" cy="89232"/>
            </a:xfrm>
            <a:custGeom>
              <a:rect b="b" l="l" r="r" t="t"/>
              <a:pathLst>
                <a:path extrusionOk="0" h="92229" w="92229">
                  <a:moveTo>
                    <a:pt x="92230" y="46115"/>
                  </a:moveTo>
                  <a:cubicBezTo>
                    <a:pt x="92230" y="71583"/>
                    <a:pt x="71583" y="92230"/>
                    <a:pt x="46115" y="92230"/>
                  </a:cubicBezTo>
                  <a:cubicBezTo>
                    <a:pt x="20646" y="92230"/>
                    <a:pt x="0" y="71583"/>
                    <a:pt x="0" y="46115"/>
                  </a:cubicBezTo>
                  <a:cubicBezTo>
                    <a:pt x="0" y="20646"/>
                    <a:pt x="20646" y="0"/>
                    <a:pt x="46115" y="0"/>
                  </a:cubicBezTo>
                  <a:cubicBezTo>
                    <a:pt x="71583" y="0"/>
                    <a:pt x="92230" y="20646"/>
                    <a:pt x="92230" y="461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30"/>
            <p:cNvSpPr/>
            <p:nvPr/>
          </p:nvSpPr>
          <p:spPr>
            <a:xfrm flipH="1">
              <a:off x="5155980" y="1572084"/>
              <a:ext cx="221937" cy="221930"/>
            </a:xfrm>
            <a:custGeom>
              <a:rect b="b" l="l" r="r" t="t"/>
              <a:pathLst>
                <a:path extrusionOk="0" h="229385" w="229392">
                  <a:moveTo>
                    <a:pt x="6429" y="229386"/>
                  </a:moveTo>
                  <a:cubicBezTo>
                    <a:pt x="4793" y="229386"/>
                    <a:pt x="3106" y="228772"/>
                    <a:pt x="1879" y="227494"/>
                  </a:cubicBezTo>
                  <a:cubicBezTo>
                    <a:pt x="-626" y="224989"/>
                    <a:pt x="-626" y="220899"/>
                    <a:pt x="1879" y="218343"/>
                  </a:cubicBezTo>
                  <a:lnTo>
                    <a:pt x="218342" y="1879"/>
                  </a:lnTo>
                  <a:cubicBezTo>
                    <a:pt x="220848" y="-626"/>
                    <a:pt x="224938" y="-626"/>
                    <a:pt x="227494" y="1879"/>
                  </a:cubicBezTo>
                  <a:cubicBezTo>
                    <a:pt x="230050" y="4384"/>
                    <a:pt x="229999" y="8474"/>
                    <a:pt x="227494" y="11030"/>
                  </a:cubicBezTo>
                  <a:lnTo>
                    <a:pt x="11030" y="227494"/>
                  </a:lnTo>
                  <a:cubicBezTo>
                    <a:pt x="9752" y="228772"/>
                    <a:pt x="8116" y="229386"/>
                    <a:pt x="6480" y="2293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30"/>
            <p:cNvSpPr/>
            <p:nvPr/>
          </p:nvSpPr>
          <p:spPr>
            <a:xfrm flipH="1">
              <a:off x="5078953" y="2031429"/>
              <a:ext cx="110995" cy="12464"/>
            </a:xfrm>
            <a:custGeom>
              <a:rect b="b" l="l" r="r" t="t"/>
              <a:pathLst>
                <a:path extrusionOk="0" h="12883" w="114724">
                  <a:moveTo>
                    <a:pt x="108283" y="12883"/>
                  </a:moveTo>
                  <a:lnTo>
                    <a:pt x="6442" y="12883"/>
                  </a:lnTo>
                  <a:cubicBezTo>
                    <a:pt x="2863" y="12883"/>
                    <a:pt x="0" y="9969"/>
                    <a:pt x="0" y="6442"/>
                  </a:cubicBezTo>
                  <a:cubicBezTo>
                    <a:pt x="0" y="2914"/>
                    <a:pt x="2914" y="0"/>
                    <a:pt x="6442" y="0"/>
                  </a:cubicBezTo>
                  <a:lnTo>
                    <a:pt x="108283" y="0"/>
                  </a:lnTo>
                  <a:cubicBezTo>
                    <a:pt x="111862" y="0"/>
                    <a:pt x="114725" y="2914"/>
                    <a:pt x="114725" y="6442"/>
                  </a:cubicBezTo>
                  <a:cubicBezTo>
                    <a:pt x="114725" y="9969"/>
                    <a:pt x="111811" y="12883"/>
                    <a:pt x="108283" y="128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0"/>
            <p:cNvSpPr/>
            <p:nvPr/>
          </p:nvSpPr>
          <p:spPr>
            <a:xfrm flipH="1">
              <a:off x="5078973" y="2060483"/>
              <a:ext cx="143642" cy="12464"/>
            </a:xfrm>
            <a:custGeom>
              <a:rect b="b" l="l" r="r" t="t"/>
              <a:pathLst>
                <a:path extrusionOk="0" h="12883" w="148467">
                  <a:moveTo>
                    <a:pt x="142025" y="12883"/>
                  </a:moveTo>
                  <a:lnTo>
                    <a:pt x="6442" y="12883"/>
                  </a:lnTo>
                  <a:cubicBezTo>
                    <a:pt x="2863" y="12883"/>
                    <a:pt x="0" y="9969"/>
                    <a:pt x="0" y="6442"/>
                  </a:cubicBezTo>
                  <a:cubicBezTo>
                    <a:pt x="0" y="2914"/>
                    <a:pt x="2914" y="0"/>
                    <a:pt x="6442" y="0"/>
                  </a:cubicBezTo>
                  <a:lnTo>
                    <a:pt x="142025" y="0"/>
                  </a:lnTo>
                  <a:cubicBezTo>
                    <a:pt x="145604" y="0"/>
                    <a:pt x="148467" y="2914"/>
                    <a:pt x="148467" y="6442"/>
                  </a:cubicBezTo>
                  <a:cubicBezTo>
                    <a:pt x="148467" y="9969"/>
                    <a:pt x="145553" y="12883"/>
                    <a:pt x="142025" y="128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0"/>
            <p:cNvSpPr/>
            <p:nvPr/>
          </p:nvSpPr>
          <p:spPr>
            <a:xfrm flipH="1">
              <a:off x="7334789" y="2667532"/>
              <a:ext cx="1203844" cy="1887430"/>
            </a:xfrm>
            <a:custGeom>
              <a:rect b="b" l="l" r="r" t="t"/>
              <a:pathLst>
                <a:path extrusionOk="0" h="1950832" w="1244283">
                  <a:moveTo>
                    <a:pt x="1125826" y="0"/>
                  </a:moveTo>
                  <a:cubicBezTo>
                    <a:pt x="1191248" y="0"/>
                    <a:pt x="1244283" y="53035"/>
                    <a:pt x="1244283" y="118457"/>
                  </a:cubicBezTo>
                  <a:lnTo>
                    <a:pt x="1244283" y="1832376"/>
                  </a:lnTo>
                  <a:cubicBezTo>
                    <a:pt x="1244283" y="1897798"/>
                    <a:pt x="1191248" y="1950832"/>
                    <a:pt x="1125826" y="1950832"/>
                  </a:cubicBezTo>
                  <a:lnTo>
                    <a:pt x="118457" y="1950832"/>
                  </a:lnTo>
                  <a:cubicBezTo>
                    <a:pt x="53035" y="1950832"/>
                    <a:pt x="0" y="1897798"/>
                    <a:pt x="0" y="1832376"/>
                  </a:cubicBezTo>
                  <a:lnTo>
                    <a:pt x="0" y="118457"/>
                  </a:lnTo>
                  <a:cubicBezTo>
                    <a:pt x="0" y="53035"/>
                    <a:pt x="53035" y="0"/>
                    <a:pt x="1184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30"/>
            <p:cNvSpPr/>
            <p:nvPr/>
          </p:nvSpPr>
          <p:spPr>
            <a:xfrm flipH="1">
              <a:off x="7295293" y="2667532"/>
              <a:ext cx="1203844" cy="1887430"/>
            </a:xfrm>
            <a:custGeom>
              <a:rect b="b" l="l" r="r" t="t"/>
              <a:pathLst>
                <a:path extrusionOk="0" h="1950832" w="1244283">
                  <a:moveTo>
                    <a:pt x="1125826" y="0"/>
                  </a:moveTo>
                  <a:cubicBezTo>
                    <a:pt x="1191248" y="0"/>
                    <a:pt x="1244283" y="53035"/>
                    <a:pt x="1244283" y="118457"/>
                  </a:cubicBezTo>
                  <a:lnTo>
                    <a:pt x="1244283" y="1832376"/>
                  </a:lnTo>
                  <a:cubicBezTo>
                    <a:pt x="1244283" y="1897798"/>
                    <a:pt x="1191248" y="1950832"/>
                    <a:pt x="1125826" y="1950832"/>
                  </a:cubicBezTo>
                  <a:lnTo>
                    <a:pt x="118457" y="1950832"/>
                  </a:lnTo>
                  <a:cubicBezTo>
                    <a:pt x="53035" y="1950832"/>
                    <a:pt x="0" y="1897798"/>
                    <a:pt x="0" y="1832376"/>
                  </a:cubicBezTo>
                  <a:lnTo>
                    <a:pt x="0" y="118457"/>
                  </a:lnTo>
                  <a:cubicBezTo>
                    <a:pt x="0" y="53035"/>
                    <a:pt x="53035" y="0"/>
                    <a:pt x="1184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0"/>
            <p:cNvSpPr/>
            <p:nvPr/>
          </p:nvSpPr>
          <p:spPr>
            <a:xfrm flipH="1">
              <a:off x="7334789" y="2738309"/>
              <a:ext cx="1124850" cy="1653170"/>
            </a:xfrm>
            <a:custGeom>
              <a:rect b="b" l="l" r="r" t="t"/>
              <a:pathLst>
                <a:path extrusionOk="0" h="1708703" w="1162636">
                  <a:moveTo>
                    <a:pt x="1084977" y="0"/>
                  </a:moveTo>
                  <a:cubicBezTo>
                    <a:pt x="1127867" y="0"/>
                    <a:pt x="1162636" y="34769"/>
                    <a:pt x="1162636" y="77659"/>
                  </a:cubicBezTo>
                  <a:lnTo>
                    <a:pt x="1162636" y="1631045"/>
                  </a:lnTo>
                  <a:cubicBezTo>
                    <a:pt x="1162636" y="1673935"/>
                    <a:pt x="1127867" y="1708704"/>
                    <a:pt x="1084977" y="1708704"/>
                  </a:cubicBezTo>
                  <a:lnTo>
                    <a:pt x="77659" y="1708704"/>
                  </a:lnTo>
                  <a:cubicBezTo>
                    <a:pt x="34769" y="1708704"/>
                    <a:pt x="0" y="1673935"/>
                    <a:pt x="0" y="1631045"/>
                  </a:cubicBezTo>
                  <a:lnTo>
                    <a:pt x="0" y="77659"/>
                  </a:lnTo>
                  <a:cubicBezTo>
                    <a:pt x="0" y="34769"/>
                    <a:pt x="34769" y="0"/>
                    <a:pt x="776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30"/>
            <p:cNvSpPr/>
            <p:nvPr/>
          </p:nvSpPr>
          <p:spPr>
            <a:xfrm flipH="1">
              <a:off x="7766879" y="2690745"/>
              <a:ext cx="260129" cy="22159"/>
            </a:xfrm>
            <a:custGeom>
              <a:rect b="b" l="l" r="r" t="t"/>
              <a:pathLst>
                <a:path extrusionOk="0" h="22903" w="268867">
                  <a:moveTo>
                    <a:pt x="257415" y="22904"/>
                  </a:moveTo>
                  <a:lnTo>
                    <a:pt x="11452" y="22904"/>
                  </a:lnTo>
                  <a:cubicBezTo>
                    <a:pt x="5113" y="22904"/>
                    <a:pt x="0" y="17791"/>
                    <a:pt x="0" y="11452"/>
                  </a:cubicBezTo>
                  <a:lnTo>
                    <a:pt x="0" y="11452"/>
                  </a:lnTo>
                  <a:cubicBezTo>
                    <a:pt x="0" y="5113"/>
                    <a:pt x="5113" y="0"/>
                    <a:pt x="11452" y="0"/>
                  </a:cubicBezTo>
                  <a:lnTo>
                    <a:pt x="257415" y="0"/>
                  </a:lnTo>
                  <a:cubicBezTo>
                    <a:pt x="263755" y="0"/>
                    <a:pt x="268867" y="5113"/>
                    <a:pt x="268867" y="11452"/>
                  </a:cubicBezTo>
                  <a:lnTo>
                    <a:pt x="268867" y="11452"/>
                  </a:lnTo>
                  <a:cubicBezTo>
                    <a:pt x="268867" y="17791"/>
                    <a:pt x="263755" y="22904"/>
                    <a:pt x="257415" y="22904"/>
                  </a:cubicBezTo>
                  <a:close/>
                </a:path>
              </a:pathLst>
            </a:custGeom>
            <a:solidFill>
              <a:srgbClr val="00060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0"/>
            <p:cNvSpPr/>
            <p:nvPr/>
          </p:nvSpPr>
          <p:spPr>
            <a:xfrm flipH="1">
              <a:off x="7768907" y="4420971"/>
              <a:ext cx="256072" cy="80625"/>
            </a:xfrm>
            <a:custGeom>
              <a:rect b="b" l="l" r="r" t="t"/>
              <a:pathLst>
                <a:path extrusionOk="0" h="83333" w="264674">
                  <a:moveTo>
                    <a:pt x="223008" y="83334"/>
                  </a:moveTo>
                  <a:lnTo>
                    <a:pt x="41667" y="83334"/>
                  </a:lnTo>
                  <a:cubicBezTo>
                    <a:pt x="18661" y="83334"/>
                    <a:pt x="0" y="64673"/>
                    <a:pt x="0" y="41667"/>
                  </a:cubicBezTo>
                  <a:lnTo>
                    <a:pt x="0" y="41667"/>
                  </a:lnTo>
                  <a:cubicBezTo>
                    <a:pt x="0" y="18660"/>
                    <a:pt x="18661" y="0"/>
                    <a:pt x="41667" y="0"/>
                  </a:cubicBezTo>
                  <a:lnTo>
                    <a:pt x="223008" y="0"/>
                  </a:lnTo>
                  <a:cubicBezTo>
                    <a:pt x="246014" y="0"/>
                    <a:pt x="264675" y="18660"/>
                    <a:pt x="264675" y="41667"/>
                  </a:cubicBezTo>
                  <a:lnTo>
                    <a:pt x="264675" y="41667"/>
                  </a:lnTo>
                  <a:cubicBezTo>
                    <a:pt x="264675" y="64673"/>
                    <a:pt x="246014" y="83334"/>
                    <a:pt x="223008" y="83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0"/>
            <p:cNvSpPr/>
            <p:nvPr/>
          </p:nvSpPr>
          <p:spPr>
            <a:xfrm flipH="1">
              <a:off x="7631861" y="2991705"/>
              <a:ext cx="530294" cy="530215"/>
            </a:xfrm>
            <a:custGeom>
              <a:rect b="b" l="l" r="r" t="t"/>
              <a:pathLst>
                <a:path extrusionOk="0" h="548026" w="548107">
                  <a:moveTo>
                    <a:pt x="547884" y="274200"/>
                  </a:moveTo>
                  <a:cubicBezTo>
                    <a:pt x="554223" y="425326"/>
                    <a:pt x="425286" y="548026"/>
                    <a:pt x="274057" y="548026"/>
                  </a:cubicBezTo>
                  <a:cubicBezTo>
                    <a:pt x="122829" y="548026"/>
                    <a:pt x="-6210" y="425275"/>
                    <a:pt x="231" y="274200"/>
                  </a:cubicBezTo>
                  <a:cubicBezTo>
                    <a:pt x="6673" y="122563"/>
                    <a:pt x="123034" y="8196"/>
                    <a:pt x="274057" y="374"/>
                  </a:cubicBezTo>
                  <a:cubicBezTo>
                    <a:pt x="424007" y="-7448"/>
                    <a:pt x="540931" y="108248"/>
                    <a:pt x="547884" y="2742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30"/>
            <p:cNvSpPr/>
            <p:nvPr/>
          </p:nvSpPr>
          <p:spPr>
            <a:xfrm flipH="1">
              <a:off x="7746964" y="3109503"/>
              <a:ext cx="249555" cy="295127"/>
            </a:xfrm>
            <a:custGeom>
              <a:rect b="b" l="l" r="r" t="t"/>
              <a:pathLst>
                <a:path extrusionOk="0" h="305041" w="257938">
                  <a:moveTo>
                    <a:pt x="0" y="49351"/>
                  </a:moveTo>
                  <a:lnTo>
                    <a:pt x="0" y="255691"/>
                  </a:lnTo>
                  <a:cubicBezTo>
                    <a:pt x="0" y="294751"/>
                    <a:pt x="43252" y="318269"/>
                    <a:pt x="76023" y="297052"/>
                  </a:cubicBezTo>
                  <a:lnTo>
                    <a:pt x="235431" y="193881"/>
                  </a:lnTo>
                  <a:cubicBezTo>
                    <a:pt x="265442" y="174454"/>
                    <a:pt x="265442" y="130588"/>
                    <a:pt x="235431" y="111161"/>
                  </a:cubicBezTo>
                  <a:lnTo>
                    <a:pt x="76023" y="7990"/>
                  </a:lnTo>
                  <a:cubicBezTo>
                    <a:pt x="43252" y="-13227"/>
                    <a:pt x="0" y="10291"/>
                    <a:pt x="0" y="493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30"/>
            <p:cNvSpPr/>
            <p:nvPr/>
          </p:nvSpPr>
          <p:spPr>
            <a:xfrm flipH="1">
              <a:off x="7492232" y="3650690"/>
              <a:ext cx="809718" cy="15136"/>
            </a:xfrm>
            <a:custGeom>
              <a:rect b="b" l="l" r="r" t="t"/>
              <a:pathLst>
                <a:path extrusionOk="0" h="15644" w="836918">
                  <a:moveTo>
                    <a:pt x="829096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829096" y="0"/>
                  </a:lnTo>
                  <a:cubicBezTo>
                    <a:pt x="833442" y="0"/>
                    <a:pt x="836918" y="3528"/>
                    <a:pt x="836918" y="7822"/>
                  </a:cubicBezTo>
                  <a:cubicBezTo>
                    <a:pt x="836918" y="12117"/>
                    <a:pt x="833391" y="15644"/>
                    <a:pt x="829096" y="15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30"/>
            <p:cNvSpPr/>
            <p:nvPr/>
          </p:nvSpPr>
          <p:spPr>
            <a:xfrm flipH="1" rot="2700000">
              <a:off x="8106633" y="3621881"/>
              <a:ext cx="72705" cy="72705"/>
            </a:xfrm>
            <a:custGeom>
              <a:rect b="b" l="l" r="r" t="t"/>
              <a:pathLst>
                <a:path extrusionOk="0" h="75051" w="75051">
                  <a:moveTo>
                    <a:pt x="75052" y="37526"/>
                  </a:moveTo>
                  <a:cubicBezTo>
                    <a:pt x="75052" y="58251"/>
                    <a:pt x="58251" y="75052"/>
                    <a:pt x="37526" y="75052"/>
                  </a:cubicBezTo>
                  <a:cubicBezTo>
                    <a:pt x="16801" y="75052"/>
                    <a:pt x="0" y="58251"/>
                    <a:pt x="0" y="37526"/>
                  </a:cubicBezTo>
                  <a:cubicBezTo>
                    <a:pt x="0" y="16801"/>
                    <a:pt x="16801" y="0"/>
                    <a:pt x="37526" y="0"/>
                  </a:cubicBezTo>
                  <a:cubicBezTo>
                    <a:pt x="58251" y="0"/>
                    <a:pt x="75052" y="16801"/>
                    <a:pt x="75052" y="37526"/>
                  </a:cubicBezTo>
                  <a:close/>
                </a:path>
              </a:pathLst>
            </a:custGeom>
            <a:solidFill>
              <a:srgbClr val="F4BC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0"/>
            <p:cNvSpPr/>
            <p:nvPr/>
          </p:nvSpPr>
          <p:spPr>
            <a:xfrm flipH="1">
              <a:off x="7643398" y="3864554"/>
              <a:ext cx="507149" cy="15136"/>
            </a:xfrm>
            <a:custGeom>
              <a:rect b="b" l="l" r="r" t="t"/>
              <a:pathLst>
                <a:path extrusionOk="0" h="15644" w="524185">
                  <a:moveTo>
                    <a:pt x="516364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516364" y="0"/>
                  </a:lnTo>
                  <a:cubicBezTo>
                    <a:pt x="520709" y="0"/>
                    <a:pt x="524186" y="3528"/>
                    <a:pt x="524186" y="7822"/>
                  </a:cubicBezTo>
                  <a:cubicBezTo>
                    <a:pt x="524186" y="12117"/>
                    <a:pt x="520658" y="15644"/>
                    <a:pt x="516364" y="156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0"/>
            <p:cNvSpPr/>
            <p:nvPr/>
          </p:nvSpPr>
          <p:spPr>
            <a:xfrm flipH="1">
              <a:off x="7503355" y="3961415"/>
              <a:ext cx="787459" cy="15136"/>
            </a:xfrm>
            <a:custGeom>
              <a:rect b="b" l="l" r="r" t="t"/>
              <a:pathLst>
                <a:path extrusionOk="0" h="15644" w="813911">
                  <a:moveTo>
                    <a:pt x="806090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806090" y="0"/>
                  </a:lnTo>
                  <a:cubicBezTo>
                    <a:pt x="810435" y="0"/>
                    <a:pt x="813912" y="3528"/>
                    <a:pt x="813912" y="7822"/>
                  </a:cubicBezTo>
                  <a:cubicBezTo>
                    <a:pt x="813912" y="12117"/>
                    <a:pt x="810384" y="15644"/>
                    <a:pt x="806090" y="156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0"/>
            <p:cNvSpPr/>
            <p:nvPr/>
          </p:nvSpPr>
          <p:spPr>
            <a:xfrm flipH="1">
              <a:off x="7503355" y="4058276"/>
              <a:ext cx="787459" cy="15136"/>
            </a:xfrm>
            <a:custGeom>
              <a:rect b="b" l="l" r="r" t="t"/>
              <a:pathLst>
                <a:path extrusionOk="0" h="15644" w="813911">
                  <a:moveTo>
                    <a:pt x="806090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806090" y="0"/>
                  </a:lnTo>
                  <a:cubicBezTo>
                    <a:pt x="810435" y="0"/>
                    <a:pt x="813912" y="3528"/>
                    <a:pt x="813912" y="7822"/>
                  </a:cubicBezTo>
                  <a:cubicBezTo>
                    <a:pt x="813912" y="12117"/>
                    <a:pt x="810384" y="15644"/>
                    <a:pt x="806090" y="156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0"/>
            <p:cNvSpPr/>
            <p:nvPr/>
          </p:nvSpPr>
          <p:spPr>
            <a:xfrm flipH="1">
              <a:off x="7503355" y="4155086"/>
              <a:ext cx="787459" cy="15136"/>
            </a:xfrm>
            <a:custGeom>
              <a:rect b="b" l="l" r="r" t="t"/>
              <a:pathLst>
                <a:path extrusionOk="0" h="15644" w="813911">
                  <a:moveTo>
                    <a:pt x="806090" y="15644"/>
                  </a:moveTo>
                  <a:lnTo>
                    <a:pt x="7822" y="15644"/>
                  </a:lnTo>
                  <a:cubicBezTo>
                    <a:pt x="3477" y="15644"/>
                    <a:pt x="0" y="12117"/>
                    <a:pt x="0" y="7822"/>
                  </a:cubicBezTo>
                  <a:cubicBezTo>
                    <a:pt x="0" y="3528"/>
                    <a:pt x="3528" y="0"/>
                    <a:pt x="7822" y="0"/>
                  </a:cubicBezTo>
                  <a:lnTo>
                    <a:pt x="806090" y="0"/>
                  </a:lnTo>
                  <a:cubicBezTo>
                    <a:pt x="810435" y="0"/>
                    <a:pt x="813912" y="3528"/>
                    <a:pt x="813912" y="7822"/>
                  </a:cubicBezTo>
                  <a:cubicBezTo>
                    <a:pt x="813912" y="12117"/>
                    <a:pt x="810384" y="15644"/>
                    <a:pt x="806090" y="156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30"/>
            <p:cNvSpPr/>
            <p:nvPr/>
          </p:nvSpPr>
          <p:spPr>
            <a:xfrm flipH="1">
              <a:off x="5966345" y="823369"/>
              <a:ext cx="880995" cy="846618"/>
            </a:xfrm>
            <a:custGeom>
              <a:rect b="b" l="l" r="r" t="t"/>
              <a:pathLst>
                <a:path extrusionOk="0" h="875057" w="910589">
                  <a:moveTo>
                    <a:pt x="863043" y="0"/>
                  </a:moveTo>
                  <a:cubicBezTo>
                    <a:pt x="574493" y="6442"/>
                    <a:pt x="358183" y="6442"/>
                    <a:pt x="47546" y="0"/>
                  </a:cubicBezTo>
                  <a:cubicBezTo>
                    <a:pt x="21268" y="0"/>
                    <a:pt x="0" y="21268"/>
                    <a:pt x="0" y="47546"/>
                  </a:cubicBezTo>
                  <a:cubicBezTo>
                    <a:pt x="4550" y="367947"/>
                    <a:pt x="5368" y="552254"/>
                    <a:pt x="0" y="827511"/>
                  </a:cubicBezTo>
                  <a:cubicBezTo>
                    <a:pt x="0" y="853789"/>
                    <a:pt x="21268" y="875058"/>
                    <a:pt x="47546" y="875058"/>
                  </a:cubicBezTo>
                  <a:cubicBezTo>
                    <a:pt x="335125" y="865957"/>
                    <a:pt x="550873" y="865599"/>
                    <a:pt x="863043" y="875058"/>
                  </a:cubicBezTo>
                  <a:cubicBezTo>
                    <a:pt x="889321" y="875058"/>
                    <a:pt x="910589" y="853789"/>
                    <a:pt x="910589" y="827511"/>
                  </a:cubicBezTo>
                  <a:cubicBezTo>
                    <a:pt x="902103" y="520863"/>
                    <a:pt x="901796" y="339880"/>
                    <a:pt x="910589" y="47546"/>
                  </a:cubicBezTo>
                  <a:cubicBezTo>
                    <a:pt x="910589" y="21268"/>
                    <a:pt x="889321" y="0"/>
                    <a:pt x="8630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0"/>
            <p:cNvSpPr/>
            <p:nvPr/>
          </p:nvSpPr>
          <p:spPr>
            <a:xfrm flipH="1">
              <a:off x="6183009" y="973833"/>
              <a:ext cx="447397" cy="272939"/>
            </a:xfrm>
            <a:custGeom>
              <a:rect b="b" l="l" r="r" t="t"/>
              <a:pathLst>
                <a:path extrusionOk="0" h="282108" w="462426">
                  <a:moveTo>
                    <a:pt x="439472" y="0"/>
                  </a:moveTo>
                  <a:cubicBezTo>
                    <a:pt x="452149" y="0"/>
                    <a:pt x="462427" y="10277"/>
                    <a:pt x="462427" y="22955"/>
                  </a:cubicBezTo>
                  <a:lnTo>
                    <a:pt x="462427" y="259153"/>
                  </a:lnTo>
                  <a:cubicBezTo>
                    <a:pt x="462427" y="271831"/>
                    <a:pt x="452149" y="282108"/>
                    <a:pt x="439472" y="282108"/>
                  </a:cubicBezTo>
                  <a:lnTo>
                    <a:pt x="22955" y="282108"/>
                  </a:lnTo>
                  <a:cubicBezTo>
                    <a:pt x="10277" y="282108"/>
                    <a:pt x="0" y="271831"/>
                    <a:pt x="0" y="259153"/>
                  </a:cubicBezTo>
                  <a:lnTo>
                    <a:pt x="0" y="22955"/>
                  </a:lnTo>
                  <a:cubicBezTo>
                    <a:pt x="0" y="10277"/>
                    <a:pt x="10278" y="0"/>
                    <a:pt x="229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0"/>
            <p:cNvSpPr/>
            <p:nvPr/>
          </p:nvSpPr>
          <p:spPr>
            <a:xfrm flipH="1">
              <a:off x="6201072" y="1001473"/>
              <a:ext cx="407281" cy="124724"/>
            </a:xfrm>
            <a:custGeom>
              <a:rect b="b" l="l" r="r" t="t"/>
              <a:pathLst>
                <a:path extrusionOk="0" h="128914" w="420962">
                  <a:moveTo>
                    <a:pt x="208408" y="128914"/>
                  </a:moveTo>
                  <a:cubicBezTo>
                    <a:pt x="207028" y="128914"/>
                    <a:pt x="205647" y="128556"/>
                    <a:pt x="204420" y="127892"/>
                  </a:cubicBezTo>
                  <a:lnTo>
                    <a:pt x="4163" y="15212"/>
                  </a:lnTo>
                  <a:cubicBezTo>
                    <a:pt x="227" y="13013"/>
                    <a:pt x="-1154" y="8054"/>
                    <a:pt x="1045" y="4169"/>
                  </a:cubicBezTo>
                  <a:cubicBezTo>
                    <a:pt x="3243" y="232"/>
                    <a:pt x="8202" y="-1148"/>
                    <a:pt x="12088" y="1050"/>
                  </a:cubicBezTo>
                  <a:lnTo>
                    <a:pt x="208408" y="111532"/>
                  </a:lnTo>
                  <a:lnTo>
                    <a:pt x="408921" y="999"/>
                  </a:lnTo>
                  <a:cubicBezTo>
                    <a:pt x="412858" y="-1148"/>
                    <a:pt x="417765" y="283"/>
                    <a:pt x="419964" y="4169"/>
                  </a:cubicBezTo>
                  <a:cubicBezTo>
                    <a:pt x="422111" y="8105"/>
                    <a:pt x="420680" y="13065"/>
                    <a:pt x="416794" y="15212"/>
                  </a:cubicBezTo>
                  <a:lnTo>
                    <a:pt x="212345" y="127892"/>
                  </a:lnTo>
                  <a:cubicBezTo>
                    <a:pt x="211118" y="128556"/>
                    <a:pt x="209789" y="128914"/>
                    <a:pt x="208408" y="128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0"/>
            <p:cNvSpPr/>
            <p:nvPr/>
          </p:nvSpPr>
          <p:spPr>
            <a:xfrm flipH="1">
              <a:off x="6314207" y="1365581"/>
              <a:ext cx="192363" cy="15729"/>
            </a:xfrm>
            <a:custGeom>
              <a:rect b="b" l="l" r="r" t="t"/>
              <a:pathLst>
                <a:path extrusionOk="0" h="16257" w="198825">
                  <a:moveTo>
                    <a:pt x="190697" y="16258"/>
                  </a:moveTo>
                  <a:lnTo>
                    <a:pt x="8129" y="16258"/>
                  </a:lnTo>
                  <a:cubicBezTo>
                    <a:pt x="3630" y="16258"/>
                    <a:pt x="0" y="12628"/>
                    <a:pt x="0" y="8129"/>
                  </a:cubicBezTo>
                  <a:cubicBezTo>
                    <a:pt x="0" y="3630"/>
                    <a:pt x="3630" y="0"/>
                    <a:pt x="8129" y="0"/>
                  </a:cubicBezTo>
                  <a:lnTo>
                    <a:pt x="190697" y="0"/>
                  </a:lnTo>
                  <a:cubicBezTo>
                    <a:pt x="195196" y="0"/>
                    <a:pt x="198826" y="3630"/>
                    <a:pt x="198826" y="8129"/>
                  </a:cubicBezTo>
                  <a:cubicBezTo>
                    <a:pt x="198826" y="12628"/>
                    <a:pt x="195196" y="16258"/>
                    <a:pt x="190697" y="16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0"/>
            <p:cNvSpPr/>
            <p:nvPr/>
          </p:nvSpPr>
          <p:spPr>
            <a:xfrm flipH="1">
              <a:off x="6185781" y="1433438"/>
              <a:ext cx="449376" cy="15729"/>
            </a:xfrm>
            <a:custGeom>
              <a:rect b="b" l="l" r="r" t="t"/>
              <a:pathLst>
                <a:path extrusionOk="0" h="16257" w="464471">
                  <a:moveTo>
                    <a:pt x="456343" y="16258"/>
                  </a:moveTo>
                  <a:lnTo>
                    <a:pt x="8129" y="16258"/>
                  </a:lnTo>
                  <a:cubicBezTo>
                    <a:pt x="3630" y="16258"/>
                    <a:pt x="0" y="12628"/>
                    <a:pt x="0" y="8129"/>
                  </a:cubicBezTo>
                  <a:cubicBezTo>
                    <a:pt x="0" y="3630"/>
                    <a:pt x="3630" y="0"/>
                    <a:pt x="8129" y="0"/>
                  </a:cubicBezTo>
                  <a:lnTo>
                    <a:pt x="456343" y="0"/>
                  </a:lnTo>
                  <a:cubicBezTo>
                    <a:pt x="460842" y="0"/>
                    <a:pt x="464472" y="3630"/>
                    <a:pt x="464472" y="8129"/>
                  </a:cubicBezTo>
                  <a:cubicBezTo>
                    <a:pt x="464472" y="12628"/>
                    <a:pt x="460842" y="16258"/>
                    <a:pt x="456343" y="16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0"/>
            <p:cNvSpPr/>
            <p:nvPr/>
          </p:nvSpPr>
          <p:spPr>
            <a:xfrm flipH="1">
              <a:off x="6185781" y="1501245"/>
              <a:ext cx="449376" cy="15729"/>
            </a:xfrm>
            <a:custGeom>
              <a:rect b="b" l="l" r="r" t="t"/>
              <a:pathLst>
                <a:path extrusionOk="0" h="16257" w="464471">
                  <a:moveTo>
                    <a:pt x="456343" y="16258"/>
                  </a:moveTo>
                  <a:lnTo>
                    <a:pt x="8129" y="16258"/>
                  </a:lnTo>
                  <a:cubicBezTo>
                    <a:pt x="3630" y="16258"/>
                    <a:pt x="0" y="12628"/>
                    <a:pt x="0" y="8129"/>
                  </a:cubicBezTo>
                  <a:cubicBezTo>
                    <a:pt x="0" y="3630"/>
                    <a:pt x="3630" y="0"/>
                    <a:pt x="8129" y="0"/>
                  </a:cubicBezTo>
                  <a:lnTo>
                    <a:pt x="456343" y="0"/>
                  </a:lnTo>
                  <a:cubicBezTo>
                    <a:pt x="460842" y="0"/>
                    <a:pt x="464472" y="3630"/>
                    <a:pt x="464472" y="8129"/>
                  </a:cubicBezTo>
                  <a:cubicBezTo>
                    <a:pt x="464472" y="12628"/>
                    <a:pt x="460842" y="16258"/>
                    <a:pt x="456343" y="16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0"/>
            <p:cNvSpPr/>
            <p:nvPr/>
          </p:nvSpPr>
          <p:spPr>
            <a:xfrm flipH="1">
              <a:off x="5836111" y="700921"/>
              <a:ext cx="305585" cy="297968"/>
            </a:xfrm>
            <a:custGeom>
              <a:rect b="b" l="l" r="r" t="t"/>
              <a:pathLst>
                <a:path extrusionOk="0" h="307977" w="315850">
                  <a:moveTo>
                    <a:pt x="315851" y="153989"/>
                  </a:moveTo>
                  <a:lnTo>
                    <a:pt x="278479" y="181545"/>
                  </a:lnTo>
                  <a:lnTo>
                    <a:pt x="300207" y="222548"/>
                  </a:lnTo>
                  <a:lnTo>
                    <a:pt x="254603" y="231086"/>
                  </a:lnTo>
                  <a:lnTo>
                    <a:pt x="256392" y="277456"/>
                  </a:lnTo>
                  <a:lnTo>
                    <a:pt x="211556" y="265391"/>
                  </a:lnTo>
                  <a:lnTo>
                    <a:pt x="193048" y="307978"/>
                  </a:lnTo>
                  <a:lnTo>
                    <a:pt x="157925" y="277609"/>
                  </a:lnTo>
                  <a:lnTo>
                    <a:pt x="122802" y="307978"/>
                  </a:lnTo>
                  <a:lnTo>
                    <a:pt x="104295" y="265391"/>
                  </a:lnTo>
                  <a:lnTo>
                    <a:pt x="59458" y="277456"/>
                  </a:lnTo>
                  <a:lnTo>
                    <a:pt x="61248" y="231086"/>
                  </a:lnTo>
                  <a:lnTo>
                    <a:pt x="15644" y="222548"/>
                  </a:lnTo>
                  <a:lnTo>
                    <a:pt x="37372" y="181545"/>
                  </a:lnTo>
                  <a:lnTo>
                    <a:pt x="0" y="153989"/>
                  </a:lnTo>
                  <a:lnTo>
                    <a:pt x="37372" y="126432"/>
                  </a:lnTo>
                  <a:lnTo>
                    <a:pt x="15644" y="85430"/>
                  </a:lnTo>
                  <a:lnTo>
                    <a:pt x="61248" y="76892"/>
                  </a:lnTo>
                  <a:lnTo>
                    <a:pt x="59458" y="30522"/>
                  </a:lnTo>
                  <a:lnTo>
                    <a:pt x="104295" y="42587"/>
                  </a:lnTo>
                  <a:lnTo>
                    <a:pt x="122802" y="0"/>
                  </a:lnTo>
                  <a:lnTo>
                    <a:pt x="157925" y="30368"/>
                  </a:lnTo>
                  <a:lnTo>
                    <a:pt x="193048" y="0"/>
                  </a:lnTo>
                  <a:lnTo>
                    <a:pt x="211556" y="42587"/>
                  </a:lnTo>
                  <a:lnTo>
                    <a:pt x="256392" y="30522"/>
                  </a:lnTo>
                  <a:lnTo>
                    <a:pt x="254603" y="76943"/>
                  </a:lnTo>
                  <a:lnTo>
                    <a:pt x="300207" y="85430"/>
                  </a:lnTo>
                  <a:lnTo>
                    <a:pt x="278479" y="126432"/>
                  </a:lnTo>
                  <a:lnTo>
                    <a:pt x="315851" y="1539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0"/>
            <p:cNvSpPr/>
            <p:nvPr/>
          </p:nvSpPr>
          <p:spPr>
            <a:xfrm flipH="1">
              <a:off x="7317612" y="1005243"/>
              <a:ext cx="1229713" cy="895884"/>
            </a:xfrm>
            <a:custGeom>
              <a:rect b="b" l="l" r="r" t="t"/>
              <a:pathLst>
                <a:path extrusionOk="0" h="925978" w="1271021">
                  <a:moveTo>
                    <a:pt x="1226747" y="0"/>
                  </a:moveTo>
                  <a:cubicBezTo>
                    <a:pt x="957931" y="6033"/>
                    <a:pt x="333694" y="6033"/>
                    <a:pt x="44274" y="0"/>
                  </a:cubicBezTo>
                  <a:cubicBezTo>
                    <a:pt x="19837" y="0"/>
                    <a:pt x="0" y="19837"/>
                    <a:pt x="0" y="44274"/>
                  </a:cubicBezTo>
                  <a:cubicBezTo>
                    <a:pt x="4243" y="342743"/>
                    <a:pt x="5010" y="625260"/>
                    <a:pt x="0" y="881704"/>
                  </a:cubicBezTo>
                  <a:cubicBezTo>
                    <a:pt x="0" y="906142"/>
                    <a:pt x="19837" y="925978"/>
                    <a:pt x="44274" y="925978"/>
                  </a:cubicBezTo>
                  <a:cubicBezTo>
                    <a:pt x="312170" y="917491"/>
                    <a:pt x="935896" y="917133"/>
                    <a:pt x="1226747" y="925978"/>
                  </a:cubicBezTo>
                  <a:cubicBezTo>
                    <a:pt x="1251185" y="925978"/>
                    <a:pt x="1271022" y="906142"/>
                    <a:pt x="1271022" y="881704"/>
                  </a:cubicBezTo>
                  <a:cubicBezTo>
                    <a:pt x="1263097" y="596017"/>
                    <a:pt x="1262842" y="316669"/>
                    <a:pt x="1271022" y="44274"/>
                  </a:cubicBezTo>
                  <a:cubicBezTo>
                    <a:pt x="1271022" y="19837"/>
                    <a:pt x="1251185" y="0"/>
                    <a:pt x="1226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0"/>
            <p:cNvSpPr/>
            <p:nvPr/>
          </p:nvSpPr>
          <p:spPr>
            <a:xfrm flipH="1">
              <a:off x="7412899" y="1116952"/>
              <a:ext cx="1008117" cy="661575"/>
            </a:xfrm>
            <a:custGeom>
              <a:rect b="b" l="l" r="r" t="t"/>
              <a:pathLst>
                <a:path extrusionOk="0" h="683798" w="1041981">
                  <a:moveTo>
                    <a:pt x="1034466" y="683798"/>
                  </a:moveTo>
                  <a:lnTo>
                    <a:pt x="7567" y="683798"/>
                  </a:lnTo>
                  <a:cubicBezTo>
                    <a:pt x="3374" y="683798"/>
                    <a:pt x="0" y="680424"/>
                    <a:pt x="0" y="676232"/>
                  </a:cubicBezTo>
                  <a:lnTo>
                    <a:pt x="0" y="7566"/>
                  </a:lnTo>
                  <a:cubicBezTo>
                    <a:pt x="0" y="3374"/>
                    <a:pt x="3374" y="0"/>
                    <a:pt x="7567" y="0"/>
                  </a:cubicBezTo>
                  <a:cubicBezTo>
                    <a:pt x="11759" y="0"/>
                    <a:pt x="15133" y="3374"/>
                    <a:pt x="15133" y="7566"/>
                  </a:cubicBezTo>
                  <a:lnTo>
                    <a:pt x="15133" y="668665"/>
                  </a:lnTo>
                  <a:lnTo>
                    <a:pt x="1034415" y="668665"/>
                  </a:lnTo>
                  <a:cubicBezTo>
                    <a:pt x="1038607" y="668665"/>
                    <a:pt x="1041981" y="672040"/>
                    <a:pt x="1041981" y="676232"/>
                  </a:cubicBezTo>
                  <a:cubicBezTo>
                    <a:pt x="1041981" y="680424"/>
                    <a:pt x="1038607" y="683798"/>
                    <a:pt x="1034415" y="683798"/>
                  </a:cubicBezTo>
                  <a:close/>
                </a:path>
              </a:pathLst>
            </a:custGeom>
            <a:solidFill>
              <a:srgbClr val="00060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0"/>
            <p:cNvSpPr/>
            <p:nvPr/>
          </p:nvSpPr>
          <p:spPr>
            <a:xfrm flipH="1">
              <a:off x="8189179" y="1349081"/>
              <a:ext cx="151507" cy="366722"/>
            </a:xfrm>
            <a:custGeom>
              <a:rect b="b" l="l" r="r" t="t"/>
              <a:pathLst>
                <a:path extrusionOk="0" h="379041" w="156596">
                  <a:moveTo>
                    <a:pt x="0" y="0"/>
                  </a:moveTo>
                  <a:lnTo>
                    <a:pt x="156596" y="0"/>
                  </a:lnTo>
                  <a:lnTo>
                    <a:pt x="156596" y="379042"/>
                  </a:lnTo>
                  <a:lnTo>
                    <a:pt x="0" y="3790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0"/>
            <p:cNvSpPr/>
            <p:nvPr/>
          </p:nvSpPr>
          <p:spPr>
            <a:xfrm flipH="1">
              <a:off x="7957000" y="1190897"/>
              <a:ext cx="151507" cy="524857"/>
            </a:xfrm>
            <a:custGeom>
              <a:rect b="b" l="l" r="r" t="t"/>
              <a:pathLst>
                <a:path extrusionOk="0" h="542488" w="156596">
                  <a:moveTo>
                    <a:pt x="0" y="0"/>
                  </a:moveTo>
                  <a:lnTo>
                    <a:pt x="156596" y="0"/>
                  </a:lnTo>
                  <a:lnTo>
                    <a:pt x="156596" y="542489"/>
                  </a:lnTo>
                  <a:lnTo>
                    <a:pt x="0" y="54248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0"/>
            <p:cNvSpPr/>
            <p:nvPr/>
          </p:nvSpPr>
          <p:spPr>
            <a:xfrm flipH="1">
              <a:off x="7724821" y="1434806"/>
              <a:ext cx="151507" cy="281101"/>
            </a:xfrm>
            <a:custGeom>
              <a:rect b="b" l="l" r="r" t="t"/>
              <a:pathLst>
                <a:path extrusionOk="0" h="290544" w="156596">
                  <a:moveTo>
                    <a:pt x="0" y="0"/>
                  </a:moveTo>
                  <a:lnTo>
                    <a:pt x="156596" y="0"/>
                  </a:lnTo>
                  <a:lnTo>
                    <a:pt x="156596" y="290544"/>
                  </a:lnTo>
                  <a:lnTo>
                    <a:pt x="0" y="29054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0"/>
            <p:cNvSpPr/>
            <p:nvPr/>
          </p:nvSpPr>
          <p:spPr>
            <a:xfrm flipH="1">
              <a:off x="7492643" y="1309535"/>
              <a:ext cx="151507" cy="406244"/>
            </a:xfrm>
            <a:custGeom>
              <a:rect b="b" l="l" r="r" t="t"/>
              <a:pathLst>
                <a:path extrusionOk="0" h="419890" w="156596">
                  <a:moveTo>
                    <a:pt x="0" y="0"/>
                  </a:moveTo>
                  <a:lnTo>
                    <a:pt x="156596" y="0"/>
                  </a:lnTo>
                  <a:lnTo>
                    <a:pt x="156596" y="419891"/>
                  </a:lnTo>
                  <a:lnTo>
                    <a:pt x="0" y="41989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4" name="Google Shape;594;p30"/>
            <p:cNvGrpSpPr/>
            <p:nvPr/>
          </p:nvGrpSpPr>
          <p:grpSpPr>
            <a:xfrm>
              <a:off x="5651545" y="1313858"/>
              <a:ext cx="1949368" cy="3240955"/>
              <a:chOff x="5862370" y="1313858"/>
              <a:chExt cx="1949368" cy="3240955"/>
            </a:xfrm>
          </p:grpSpPr>
          <p:sp>
            <p:nvSpPr>
              <p:cNvPr id="595" name="Google Shape;595;p30"/>
              <p:cNvSpPr/>
              <p:nvPr/>
            </p:nvSpPr>
            <p:spPr>
              <a:xfrm flipH="1">
                <a:off x="5862370" y="1467009"/>
                <a:ext cx="506470" cy="331836"/>
              </a:xfrm>
              <a:custGeom>
                <a:rect b="b" l="l" r="r" t="t"/>
                <a:pathLst>
                  <a:path extrusionOk="0" h="342983" w="523483">
                    <a:moveTo>
                      <a:pt x="70553" y="113483"/>
                    </a:moveTo>
                    <a:cubicBezTo>
                      <a:pt x="89929" y="91142"/>
                      <a:pt x="98518" y="59188"/>
                      <a:pt x="93048" y="30149"/>
                    </a:cubicBezTo>
                    <a:cubicBezTo>
                      <a:pt x="90440" y="16346"/>
                      <a:pt x="99541" y="3053"/>
                      <a:pt x="113344" y="446"/>
                    </a:cubicBezTo>
                    <a:cubicBezTo>
                      <a:pt x="127148" y="-2162"/>
                      <a:pt x="140441" y="6939"/>
                      <a:pt x="143048" y="20742"/>
                    </a:cubicBezTo>
                    <a:cubicBezTo>
                      <a:pt x="150308" y="59188"/>
                      <a:pt x="141770" y="99424"/>
                      <a:pt x="120297" y="131786"/>
                    </a:cubicBezTo>
                    <a:cubicBezTo>
                      <a:pt x="142639" y="123044"/>
                      <a:pt x="166208" y="116653"/>
                      <a:pt x="189725" y="113279"/>
                    </a:cubicBezTo>
                    <a:cubicBezTo>
                      <a:pt x="189725" y="113279"/>
                      <a:pt x="189828" y="113279"/>
                      <a:pt x="189879" y="113279"/>
                    </a:cubicBezTo>
                    <a:cubicBezTo>
                      <a:pt x="282415" y="92318"/>
                      <a:pt x="366311" y="117624"/>
                      <a:pt x="370146" y="118800"/>
                    </a:cubicBezTo>
                    <a:cubicBezTo>
                      <a:pt x="382314" y="122584"/>
                      <a:pt x="389522" y="134649"/>
                      <a:pt x="387682" y="146868"/>
                    </a:cubicBezTo>
                    <a:cubicBezTo>
                      <a:pt x="403940" y="149987"/>
                      <a:pt x="414062" y="153054"/>
                      <a:pt x="415289" y="153412"/>
                    </a:cubicBezTo>
                    <a:cubicBezTo>
                      <a:pt x="427457" y="157195"/>
                      <a:pt x="434666" y="169261"/>
                      <a:pt x="432825" y="181480"/>
                    </a:cubicBezTo>
                    <a:cubicBezTo>
                      <a:pt x="449083" y="184598"/>
                      <a:pt x="459155" y="187666"/>
                      <a:pt x="460433" y="188024"/>
                    </a:cubicBezTo>
                    <a:cubicBezTo>
                      <a:pt x="472601" y="191807"/>
                      <a:pt x="479809" y="203873"/>
                      <a:pt x="477969" y="216091"/>
                    </a:cubicBezTo>
                    <a:cubicBezTo>
                      <a:pt x="494227" y="219210"/>
                      <a:pt x="504349" y="222278"/>
                      <a:pt x="505576" y="222635"/>
                    </a:cubicBezTo>
                    <a:cubicBezTo>
                      <a:pt x="518971" y="226777"/>
                      <a:pt x="526487" y="240989"/>
                      <a:pt x="522345" y="254435"/>
                    </a:cubicBezTo>
                    <a:cubicBezTo>
                      <a:pt x="518204" y="267830"/>
                      <a:pt x="504196" y="275192"/>
                      <a:pt x="490545" y="271307"/>
                    </a:cubicBezTo>
                    <a:cubicBezTo>
                      <a:pt x="489779" y="271102"/>
                      <a:pt x="423367" y="251368"/>
                      <a:pt x="349389" y="264251"/>
                    </a:cubicBezTo>
                    <a:cubicBezTo>
                      <a:pt x="246525" y="293495"/>
                      <a:pt x="216770" y="342984"/>
                      <a:pt x="216770" y="342984"/>
                    </a:cubicBezTo>
                    <a:lnTo>
                      <a:pt x="0" y="230304"/>
                    </a:lnTo>
                    <a:cubicBezTo>
                      <a:pt x="10583" y="173146"/>
                      <a:pt x="36708" y="150754"/>
                      <a:pt x="70502" y="113483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30"/>
              <p:cNvSpPr/>
              <p:nvPr/>
            </p:nvSpPr>
            <p:spPr>
              <a:xfrm flipH="1">
                <a:off x="6005341" y="1595714"/>
                <a:ext cx="153946" cy="17822"/>
              </a:xfrm>
              <a:custGeom>
                <a:rect b="b" l="l" r="r" t="t"/>
                <a:pathLst>
                  <a:path extrusionOk="0" h="18421" w="159117">
                    <a:moveTo>
                      <a:pt x="153280" y="18422"/>
                    </a:moveTo>
                    <a:cubicBezTo>
                      <a:pt x="152973" y="18422"/>
                      <a:pt x="152717" y="18422"/>
                      <a:pt x="152410" y="18371"/>
                    </a:cubicBezTo>
                    <a:cubicBezTo>
                      <a:pt x="63453" y="5129"/>
                      <a:pt x="7522" y="15763"/>
                      <a:pt x="6960" y="15865"/>
                    </a:cubicBezTo>
                    <a:cubicBezTo>
                      <a:pt x="3790" y="16479"/>
                      <a:pt x="722" y="14434"/>
                      <a:pt x="109" y="11264"/>
                    </a:cubicBezTo>
                    <a:cubicBezTo>
                      <a:pt x="-505" y="8094"/>
                      <a:pt x="1540" y="5027"/>
                      <a:pt x="4710" y="4413"/>
                    </a:cubicBezTo>
                    <a:cubicBezTo>
                      <a:pt x="7062" y="3953"/>
                      <a:pt x="63197" y="-6681"/>
                      <a:pt x="154149" y="6816"/>
                    </a:cubicBezTo>
                    <a:cubicBezTo>
                      <a:pt x="157318" y="7276"/>
                      <a:pt x="159517" y="10242"/>
                      <a:pt x="159057" y="13463"/>
                    </a:cubicBezTo>
                    <a:cubicBezTo>
                      <a:pt x="158648" y="16377"/>
                      <a:pt x="156143" y="18422"/>
                      <a:pt x="153280" y="18422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30"/>
              <p:cNvSpPr/>
              <p:nvPr/>
            </p:nvSpPr>
            <p:spPr>
              <a:xfrm flipH="1">
                <a:off x="5960944" y="1631746"/>
                <a:ext cx="153896" cy="17822"/>
              </a:xfrm>
              <a:custGeom>
                <a:rect b="b" l="l" r="r" t="t"/>
                <a:pathLst>
                  <a:path extrusionOk="0" h="18421" w="159066">
                    <a:moveTo>
                      <a:pt x="153279" y="18422"/>
                    </a:moveTo>
                    <a:cubicBezTo>
                      <a:pt x="152973" y="18422"/>
                      <a:pt x="152717" y="18422"/>
                      <a:pt x="152410" y="18371"/>
                    </a:cubicBezTo>
                    <a:cubicBezTo>
                      <a:pt x="63708" y="5180"/>
                      <a:pt x="7522" y="15763"/>
                      <a:pt x="6959" y="15865"/>
                    </a:cubicBezTo>
                    <a:cubicBezTo>
                      <a:pt x="3790" y="16479"/>
                      <a:pt x="722" y="14434"/>
                      <a:pt x="109" y="11264"/>
                    </a:cubicBezTo>
                    <a:cubicBezTo>
                      <a:pt x="-505" y="8094"/>
                      <a:pt x="1540" y="5027"/>
                      <a:pt x="4710" y="4413"/>
                    </a:cubicBezTo>
                    <a:cubicBezTo>
                      <a:pt x="7062" y="3953"/>
                      <a:pt x="63197" y="-6681"/>
                      <a:pt x="154097" y="6816"/>
                    </a:cubicBezTo>
                    <a:cubicBezTo>
                      <a:pt x="157267" y="7276"/>
                      <a:pt x="159466" y="10242"/>
                      <a:pt x="159006" y="13463"/>
                    </a:cubicBezTo>
                    <a:cubicBezTo>
                      <a:pt x="158597" y="16377"/>
                      <a:pt x="156091" y="18422"/>
                      <a:pt x="153228" y="18422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30"/>
              <p:cNvSpPr/>
              <p:nvPr/>
            </p:nvSpPr>
            <p:spPr>
              <a:xfrm flipH="1">
                <a:off x="5926050" y="1666690"/>
                <a:ext cx="153946" cy="17822"/>
              </a:xfrm>
              <a:custGeom>
                <a:rect b="b" l="l" r="r" t="t"/>
                <a:pathLst>
                  <a:path extrusionOk="0" h="18421" w="159117">
                    <a:moveTo>
                      <a:pt x="153279" y="18422"/>
                    </a:moveTo>
                    <a:cubicBezTo>
                      <a:pt x="152973" y="18422"/>
                      <a:pt x="152717" y="18422"/>
                      <a:pt x="152410" y="18371"/>
                    </a:cubicBezTo>
                    <a:cubicBezTo>
                      <a:pt x="63657" y="5129"/>
                      <a:pt x="7522" y="15763"/>
                      <a:pt x="6959" y="15865"/>
                    </a:cubicBezTo>
                    <a:cubicBezTo>
                      <a:pt x="3790" y="16479"/>
                      <a:pt x="722" y="14434"/>
                      <a:pt x="109" y="11264"/>
                    </a:cubicBezTo>
                    <a:cubicBezTo>
                      <a:pt x="-505" y="8094"/>
                      <a:pt x="1540" y="5027"/>
                      <a:pt x="4710" y="4413"/>
                    </a:cubicBezTo>
                    <a:cubicBezTo>
                      <a:pt x="7062" y="3953"/>
                      <a:pt x="63248" y="-6681"/>
                      <a:pt x="154149" y="6816"/>
                    </a:cubicBezTo>
                    <a:cubicBezTo>
                      <a:pt x="157318" y="7276"/>
                      <a:pt x="159517" y="10242"/>
                      <a:pt x="159057" y="13463"/>
                    </a:cubicBezTo>
                    <a:cubicBezTo>
                      <a:pt x="158648" y="16377"/>
                      <a:pt x="156142" y="18422"/>
                      <a:pt x="153279" y="18422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30"/>
              <p:cNvSpPr/>
              <p:nvPr/>
            </p:nvSpPr>
            <p:spPr>
              <a:xfrm flipH="1">
                <a:off x="6110198" y="1649502"/>
                <a:ext cx="164653" cy="48800"/>
              </a:xfrm>
              <a:custGeom>
                <a:rect b="b" l="l" r="r" t="t"/>
                <a:pathLst>
                  <a:path extrusionOk="0" h="50439" w="170184">
                    <a:moveTo>
                      <a:pt x="164318" y="50439"/>
                    </a:moveTo>
                    <a:cubicBezTo>
                      <a:pt x="162835" y="50439"/>
                      <a:pt x="161353" y="49877"/>
                      <a:pt x="160228" y="48752"/>
                    </a:cubicBezTo>
                    <a:cubicBezTo>
                      <a:pt x="135688" y="24366"/>
                      <a:pt x="100412" y="10511"/>
                      <a:pt x="65851" y="11738"/>
                    </a:cubicBezTo>
                    <a:cubicBezTo>
                      <a:pt x="52916" y="12198"/>
                      <a:pt x="42231" y="14601"/>
                      <a:pt x="33182" y="19048"/>
                    </a:cubicBezTo>
                    <a:cubicBezTo>
                      <a:pt x="22957" y="24110"/>
                      <a:pt x="14931" y="32188"/>
                      <a:pt x="11250" y="41288"/>
                    </a:cubicBezTo>
                    <a:cubicBezTo>
                      <a:pt x="10023" y="44253"/>
                      <a:pt x="6648" y="45685"/>
                      <a:pt x="3632" y="44509"/>
                    </a:cubicBezTo>
                    <a:cubicBezTo>
                      <a:pt x="667" y="43282"/>
                      <a:pt x="-765" y="39908"/>
                      <a:pt x="411" y="36891"/>
                    </a:cubicBezTo>
                    <a:cubicBezTo>
                      <a:pt x="5268" y="25030"/>
                      <a:pt x="15033" y="14958"/>
                      <a:pt x="28019" y="8568"/>
                    </a:cubicBezTo>
                    <a:cubicBezTo>
                      <a:pt x="38550" y="3353"/>
                      <a:pt x="50769" y="592"/>
                      <a:pt x="65442" y="81"/>
                    </a:cubicBezTo>
                    <a:cubicBezTo>
                      <a:pt x="103173" y="-1248"/>
                      <a:pt x="141670" y="13834"/>
                      <a:pt x="168459" y="40470"/>
                    </a:cubicBezTo>
                    <a:cubicBezTo>
                      <a:pt x="170760" y="42719"/>
                      <a:pt x="170760" y="46452"/>
                      <a:pt x="168459" y="48701"/>
                    </a:cubicBezTo>
                    <a:cubicBezTo>
                      <a:pt x="167334" y="49826"/>
                      <a:pt x="165801" y="50439"/>
                      <a:pt x="164318" y="5043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30"/>
              <p:cNvSpPr/>
              <p:nvPr/>
            </p:nvSpPr>
            <p:spPr>
              <a:xfrm flipH="1">
                <a:off x="6149825" y="1674823"/>
                <a:ext cx="709703" cy="840286"/>
              </a:xfrm>
              <a:custGeom>
                <a:rect b="b" l="l" r="r" t="t"/>
                <a:pathLst>
                  <a:path extrusionOk="0" h="868513" w="733543">
                    <a:moveTo>
                      <a:pt x="733543" y="117179"/>
                    </a:moveTo>
                    <a:cubicBezTo>
                      <a:pt x="683696" y="213447"/>
                      <a:pt x="662888" y="347855"/>
                      <a:pt x="644586" y="466363"/>
                    </a:cubicBezTo>
                    <a:cubicBezTo>
                      <a:pt x="638451" y="505985"/>
                      <a:pt x="632469" y="544687"/>
                      <a:pt x="625516" y="581190"/>
                    </a:cubicBezTo>
                    <a:cubicBezTo>
                      <a:pt x="621426" y="602918"/>
                      <a:pt x="616927" y="623931"/>
                      <a:pt x="611866" y="643870"/>
                    </a:cubicBezTo>
                    <a:cubicBezTo>
                      <a:pt x="606549" y="665087"/>
                      <a:pt x="600516" y="685179"/>
                      <a:pt x="593563" y="703840"/>
                    </a:cubicBezTo>
                    <a:cubicBezTo>
                      <a:pt x="559156" y="796325"/>
                      <a:pt x="505576" y="838043"/>
                      <a:pt x="457212" y="855886"/>
                    </a:cubicBezTo>
                    <a:cubicBezTo>
                      <a:pt x="452611" y="857624"/>
                      <a:pt x="448009" y="859107"/>
                      <a:pt x="443562" y="860436"/>
                    </a:cubicBezTo>
                    <a:cubicBezTo>
                      <a:pt x="422140" y="866622"/>
                      <a:pt x="402304" y="868514"/>
                      <a:pt x="386302" y="868514"/>
                    </a:cubicBezTo>
                    <a:cubicBezTo>
                      <a:pt x="379860" y="868514"/>
                      <a:pt x="374031" y="868258"/>
                      <a:pt x="369021" y="867798"/>
                    </a:cubicBezTo>
                    <a:cubicBezTo>
                      <a:pt x="340289" y="865344"/>
                      <a:pt x="313499" y="857164"/>
                      <a:pt x="288908" y="843156"/>
                    </a:cubicBezTo>
                    <a:cubicBezTo>
                      <a:pt x="284256" y="840548"/>
                      <a:pt x="279706" y="837736"/>
                      <a:pt x="275258" y="834669"/>
                    </a:cubicBezTo>
                    <a:cubicBezTo>
                      <a:pt x="242129" y="812480"/>
                      <a:pt x="213090" y="779300"/>
                      <a:pt x="188243" y="735333"/>
                    </a:cubicBezTo>
                    <a:cubicBezTo>
                      <a:pt x="183590" y="727153"/>
                      <a:pt x="179142" y="718564"/>
                      <a:pt x="174797" y="709617"/>
                    </a:cubicBezTo>
                    <a:cubicBezTo>
                      <a:pt x="153836" y="666365"/>
                      <a:pt x="136913" y="617131"/>
                      <a:pt x="120553" y="564728"/>
                    </a:cubicBezTo>
                    <a:cubicBezTo>
                      <a:pt x="116003" y="550055"/>
                      <a:pt x="111453" y="535076"/>
                      <a:pt x="106903" y="519891"/>
                    </a:cubicBezTo>
                    <a:cubicBezTo>
                      <a:pt x="105573" y="515392"/>
                      <a:pt x="104193" y="510893"/>
                      <a:pt x="102864" y="506343"/>
                    </a:cubicBezTo>
                    <a:cubicBezTo>
                      <a:pt x="84254" y="444431"/>
                      <a:pt x="64980" y="380371"/>
                      <a:pt x="42843" y="330626"/>
                    </a:cubicBezTo>
                    <a:cubicBezTo>
                      <a:pt x="18916" y="276791"/>
                      <a:pt x="2147" y="264215"/>
                      <a:pt x="0" y="262732"/>
                    </a:cubicBezTo>
                    <a:cubicBezTo>
                      <a:pt x="971" y="263192"/>
                      <a:pt x="2914" y="263806"/>
                      <a:pt x="4652" y="263908"/>
                    </a:cubicBezTo>
                    <a:lnTo>
                      <a:pt x="18558" y="9509"/>
                    </a:lnTo>
                    <a:cubicBezTo>
                      <a:pt x="19223" y="9509"/>
                      <a:pt x="19990" y="9612"/>
                      <a:pt x="20655" y="9663"/>
                    </a:cubicBezTo>
                    <a:cubicBezTo>
                      <a:pt x="51227" y="11554"/>
                      <a:pt x="80011" y="18712"/>
                      <a:pt x="106903" y="31084"/>
                    </a:cubicBezTo>
                    <a:cubicBezTo>
                      <a:pt x="111504" y="33180"/>
                      <a:pt x="116054" y="35430"/>
                      <a:pt x="120553" y="37884"/>
                    </a:cubicBezTo>
                    <a:cubicBezTo>
                      <a:pt x="173723" y="66514"/>
                      <a:pt x="219174" y="116361"/>
                      <a:pt x="256393" y="187118"/>
                    </a:cubicBezTo>
                    <a:cubicBezTo>
                      <a:pt x="263039" y="199746"/>
                      <a:pt x="269276" y="212732"/>
                      <a:pt x="275207" y="226075"/>
                    </a:cubicBezTo>
                    <a:cubicBezTo>
                      <a:pt x="279961" y="236607"/>
                      <a:pt x="284511" y="247446"/>
                      <a:pt x="288857" y="258438"/>
                    </a:cubicBezTo>
                    <a:cubicBezTo>
                      <a:pt x="311148" y="314266"/>
                      <a:pt x="329195" y="374338"/>
                      <a:pt x="346884" y="433030"/>
                    </a:cubicBezTo>
                    <a:cubicBezTo>
                      <a:pt x="354962" y="459922"/>
                      <a:pt x="365289" y="494482"/>
                      <a:pt x="376332" y="527151"/>
                    </a:cubicBezTo>
                    <a:cubicBezTo>
                      <a:pt x="382569" y="493357"/>
                      <a:pt x="388142" y="457263"/>
                      <a:pt x="392743" y="427508"/>
                    </a:cubicBezTo>
                    <a:cubicBezTo>
                      <a:pt x="405576" y="344481"/>
                      <a:pt x="419431" y="254705"/>
                      <a:pt x="443510" y="167333"/>
                    </a:cubicBezTo>
                    <a:cubicBezTo>
                      <a:pt x="447703" y="151995"/>
                      <a:pt x="452253" y="136811"/>
                      <a:pt x="457161" y="121678"/>
                    </a:cubicBezTo>
                    <a:cubicBezTo>
                      <a:pt x="470709" y="79806"/>
                      <a:pt x="487069" y="38957"/>
                      <a:pt x="507263" y="0"/>
                    </a:cubicBezTo>
                    <a:lnTo>
                      <a:pt x="611814" y="54193"/>
                    </a:lnTo>
                    <a:lnTo>
                      <a:pt x="625465" y="61248"/>
                    </a:lnTo>
                    <a:lnTo>
                      <a:pt x="733492" y="11723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30"/>
              <p:cNvSpPr/>
              <p:nvPr/>
            </p:nvSpPr>
            <p:spPr>
              <a:xfrm flipH="1">
                <a:off x="6498182" y="2330029"/>
                <a:ext cx="509434" cy="2159281"/>
              </a:xfrm>
              <a:custGeom>
                <a:rect b="b" l="l" r="r" t="t"/>
                <a:pathLst>
                  <a:path extrusionOk="0" h="2231815" w="526547">
                    <a:moveTo>
                      <a:pt x="157721" y="2231816"/>
                    </a:moveTo>
                    <a:lnTo>
                      <a:pt x="515495" y="2231816"/>
                    </a:lnTo>
                    <a:cubicBezTo>
                      <a:pt x="515495" y="2175476"/>
                      <a:pt x="517540" y="2111110"/>
                      <a:pt x="519891" y="2036620"/>
                    </a:cubicBezTo>
                    <a:cubicBezTo>
                      <a:pt x="531497" y="1666986"/>
                      <a:pt x="550975" y="1048320"/>
                      <a:pt x="351076" y="0"/>
                    </a:cubicBezTo>
                    <a:lnTo>
                      <a:pt x="0" y="71166"/>
                    </a:lnTo>
                    <a:cubicBezTo>
                      <a:pt x="192077" y="1078280"/>
                      <a:pt x="174132" y="1647814"/>
                      <a:pt x="162271" y="2024657"/>
                    </a:cubicBezTo>
                    <a:cubicBezTo>
                      <a:pt x="159817" y="2102367"/>
                      <a:pt x="157721" y="2169494"/>
                      <a:pt x="157721" y="22318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30"/>
              <p:cNvSpPr/>
              <p:nvPr/>
            </p:nvSpPr>
            <p:spPr>
              <a:xfrm flipH="1">
                <a:off x="6877776" y="2366903"/>
                <a:ext cx="686356" cy="2122431"/>
              </a:xfrm>
              <a:custGeom>
                <a:rect b="b" l="l" r="r" t="t"/>
                <a:pathLst>
                  <a:path extrusionOk="0" h="2193727" w="709412">
                    <a:moveTo>
                      <a:pt x="0" y="2193728"/>
                    </a:moveTo>
                    <a:lnTo>
                      <a:pt x="357774" y="2193728"/>
                    </a:lnTo>
                    <a:cubicBezTo>
                      <a:pt x="357774" y="2024606"/>
                      <a:pt x="414880" y="1763356"/>
                      <a:pt x="480985" y="1460798"/>
                    </a:cubicBezTo>
                    <a:cubicBezTo>
                      <a:pt x="568818" y="1058852"/>
                      <a:pt x="678124" y="558644"/>
                      <a:pt x="709412" y="22137"/>
                    </a:cubicBezTo>
                    <a:lnTo>
                      <a:pt x="352252" y="0"/>
                    </a:lnTo>
                    <a:cubicBezTo>
                      <a:pt x="322702" y="506701"/>
                      <a:pt x="216924" y="990754"/>
                      <a:pt x="131954" y="1379714"/>
                    </a:cubicBezTo>
                    <a:cubicBezTo>
                      <a:pt x="58232" y="1717088"/>
                      <a:pt x="0" y="1983552"/>
                      <a:pt x="0" y="219372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30"/>
              <p:cNvSpPr/>
              <p:nvPr/>
            </p:nvSpPr>
            <p:spPr>
              <a:xfrm flipH="1">
                <a:off x="7072227" y="4490659"/>
                <a:ext cx="491955" cy="64154"/>
              </a:xfrm>
              <a:custGeom>
                <a:rect b="b" l="l" r="r" t="t"/>
                <a:pathLst>
                  <a:path extrusionOk="0" h="66309" w="508481">
                    <a:moveTo>
                      <a:pt x="51" y="0"/>
                    </a:moveTo>
                    <a:cubicBezTo>
                      <a:pt x="2403" y="52352"/>
                      <a:pt x="40849" y="66309"/>
                      <a:pt x="40849" y="66309"/>
                    </a:cubicBezTo>
                    <a:lnTo>
                      <a:pt x="496271" y="66309"/>
                    </a:lnTo>
                    <a:cubicBezTo>
                      <a:pt x="510331" y="66309"/>
                      <a:pt x="513245" y="46473"/>
                      <a:pt x="499748" y="42434"/>
                    </a:cubicBezTo>
                    <a:lnTo>
                      <a:pt x="35808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30"/>
              <p:cNvSpPr/>
              <p:nvPr/>
            </p:nvSpPr>
            <p:spPr>
              <a:xfrm flipH="1">
                <a:off x="6363060" y="4490659"/>
                <a:ext cx="491915" cy="64154"/>
              </a:xfrm>
              <a:custGeom>
                <a:rect b="b" l="l" r="r" t="t"/>
                <a:pathLst>
                  <a:path extrusionOk="0" h="66309" w="508439">
                    <a:moveTo>
                      <a:pt x="0" y="0"/>
                    </a:moveTo>
                    <a:cubicBezTo>
                      <a:pt x="2352" y="52352"/>
                      <a:pt x="40798" y="66309"/>
                      <a:pt x="40798" y="66309"/>
                    </a:cubicBezTo>
                    <a:lnTo>
                      <a:pt x="496220" y="66309"/>
                    </a:lnTo>
                    <a:cubicBezTo>
                      <a:pt x="510280" y="66309"/>
                      <a:pt x="513194" y="46473"/>
                      <a:pt x="499748" y="42434"/>
                    </a:cubicBezTo>
                    <a:lnTo>
                      <a:pt x="35808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30"/>
              <p:cNvSpPr/>
              <p:nvPr/>
            </p:nvSpPr>
            <p:spPr>
              <a:xfrm flipH="1">
                <a:off x="6890651" y="2584502"/>
                <a:ext cx="41423" cy="278556"/>
              </a:xfrm>
              <a:custGeom>
                <a:rect b="b" l="l" r="r" t="t"/>
                <a:pathLst>
                  <a:path extrusionOk="0" h="287913" w="42814">
                    <a:moveTo>
                      <a:pt x="5865" y="287914"/>
                    </a:moveTo>
                    <a:cubicBezTo>
                      <a:pt x="5865" y="287914"/>
                      <a:pt x="5405" y="287914"/>
                      <a:pt x="5200" y="287914"/>
                    </a:cubicBezTo>
                    <a:cubicBezTo>
                      <a:pt x="1979" y="287556"/>
                      <a:pt x="-321" y="284641"/>
                      <a:pt x="37" y="281472"/>
                    </a:cubicBezTo>
                    <a:lnTo>
                      <a:pt x="31172" y="5192"/>
                    </a:lnTo>
                    <a:cubicBezTo>
                      <a:pt x="31530" y="1971"/>
                      <a:pt x="34444" y="-279"/>
                      <a:pt x="37614" y="28"/>
                    </a:cubicBezTo>
                    <a:cubicBezTo>
                      <a:pt x="40835" y="386"/>
                      <a:pt x="43135" y="3300"/>
                      <a:pt x="42777" y="6470"/>
                    </a:cubicBezTo>
                    <a:lnTo>
                      <a:pt x="11642" y="282750"/>
                    </a:lnTo>
                    <a:cubicBezTo>
                      <a:pt x="11284" y="285715"/>
                      <a:pt x="8779" y="287914"/>
                      <a:pt x="5865" y="2879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30"/>
              <p:cNvSpPr/>
              <p:nvPr/>
            </p:nvSpPr>
            <p:spPr>
              <a:xfrm flipH="1">
                <a:off x="6783350" y="2702009"/>
                <a:ext cx="101589" cy="140892"/>
              </a:xfrm>
              <a:custGeom>
                <a:rect b="b" l="l" r="r" t="t"/>
                <a:pathLst>
                  <a:path extrusionOk="0" h="145625" w="105002">
                    <a:moveTo>
                      <a:pt x="99255" y="145626"/>
                    </a:moveTo>
                    <a:cubicBezTo>
                      <a:pt x="97415" y="145626"/>
                      <a:pt x="95574" y="144757"/>
                      <a:pt x="94450" y="143121"/>
                    </a:cubicBezTo>
                    <a:lnTo>
                      <a:pt x="1044" y="9173"/>
                    </a:lnTo>
                    <a:cubicBezTo>
                      <a:pt x="-797" y="6514"/>
                      <a:pt x="-132" y="2884"/>
                      <a:pt x="2475" y="1044"/>
                    </a:cubicBezTo>
                    <a:cubicBezTo>
                      <a:pt x="5134" y="-797"/>
                      <a:pt x="8764" y="-132"/>
                      <a:pt x="10604" y="2475"/>
                    </a:cubicBezTo>
                    <a:lnTo>
                      <a:pt x="103959" y="136423"/>
                    </a:lnTo>
                    <a:cubicBezTo>
                      <a:pt x="105799" y="139082"/>
                      <a:pt x="105135" y="142712"/>
                      <a:pt x="102527" y="144552"/>
                    </a:cubicBezTo>
                    <a:cubicBezTo>
                      <a:pt x="101505" y="145268"/>
                      <a:pt x="100329" y="145626"/>
                      <a:pt x="99204" y="1456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0"/>
              <p:cNvSpPr/>
              <p:nvPr/>
            </p:nvSpPr>
            <p:spPr>
              <a:xfrm flipH="1">
                <a:off x="6789829" y="2760094"/>
                <a:ext cx="91149" cy="258340"/>
              </a:xfrm>
              <a:custGeom>
                <a:rect b="b" l="l" r="r" t="t"/>
                <a:pathLst>
                  <a:path extrusionOk="0" h="267018" w="94211">
                    <a:moveTo>
                      <a:pt x="88415" y="267019"/>
                    </a:moveTo>
                    <a:cubicBezTo>
                      <a:pt x="85961" y="267019"/>
                      <a:pt x="83660" y="265434"/>
                      <a:pt x="82842" y="262980"/>
                    </a:cubicBezTo>
                    <a:lnTo>
                      <a:pt x="275" y="7661"/>
                    </a:lnTo>
                    <a:cubicBezTo>
                      <a:pt x="-696" y="4594"/>
                      <a:pt x="991" y="1321"/>
                      <a:pt x="4007" y="299"/>
                    </a:cubicBezTo>
                    <a:cubicBezTo>
                      <a:pt x="7023" y="-724"/>
                      <a:pt x="10347" y="964"/>
                      <a:pt x="11369" y="4031"/>
                    </a:cubicBezTo>
                    <a:lnTo>
                      <a:pt x="93936" y="259350"/>
                    </a:lnTo>
                    <a:cubicBezTo>
                      <a:pt x="94908" y="262417"/>
                      <a:pt x="93220" y="265689"/>
                      <a:pt x="90204" y="266712"/>
                    </a:cubicBezTo>
                    <a:cubicBezTo>
                      <a:pt x="89591" y="266917"/>
                      <a:pt x="89028" y="267019"/>
                      <a:pt x="88415" y="2670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30"/>
              <p:cNvSpPr/>
              <p:nvPr/>
            </p:nvSpPr>
            <p:spPr>
              <a:xfrm flipH="1">
                <a:off x="7157478" y="2511202"/>
                <a:ext cx="344393" cy="1919063"/>
              </a:xfrm>
              <a:custGeom>
                <a:rect b="b" l="l" r="r" t="t"/>
                <a:pathLst>
                  <a:path extrusionOk="0" h="1983528" w="355962">
                    <a:moveTo>
                      <a:pt x="5831" y="1983477"/>
                    </a:moveTo>
                    <a:cubicBezTo>
                      <a:pt x="5831" y="1983477"/>
                      <a:pt x="5729" y="1983477"/>
                      <a:pt x="5678" y="1983477"/>
                    </a:cubicBezTo>
                    <a:cubicBezTo>
                      <a:pt x="2457" y="1983375"/>
                      <a:pt x="-99" y="1980716"/>
                      <a:pt x="3" y="1977496"/>
                    </a:cubicBezTo>
                    <a:cubicBezTo>
                      <a:pt x="4093" y="1841912"/>
                      <a:pt x="55269" y="1601777"/>
                      <a:pt x="120045" y="1297787"/>
                    </a:cubicBezTo>
                    <a:cubicBezTo>
                      <a:pt x="200771" y="919001"/>
                      <a:pt x="301283" y="447576"/>
                      <a:pt x="344280" y="5293"/>
                    </a:cubicBezTo>
                    <a:cubicBezTo>
                      <a:pt x="344586" y="2072"/>
                      <a:pt x="347449" y="-280"/>
                      <a:pt x="350670" y="27"/>
                    </a:cubicBezTo>
                    <a:cubicBezTo>
                      <a:pt x="353891" y="334"/>
                      <a:pt x="356243" y="3197"/>
                      <a:pt x="355936" y="6418"/>
                    </a:cubicBezTo>
                    <a:cubicBezTo>
                      <a:pt x="312838" y="449366"/>
                      <a:pt x="212274" y="921148"/>
                      <a:pt x="131497" y="1300241"/>
                    </a:cubicBezTo>
                    <a:cubicBezTo>
                      <a:pt x="66823" y="1603669"/>
                      <a:pt x="15750" y="1843343"/>
                      <a:pt x="11711" y="1977853"/>
                    </a:cubicBezTo>
                    <a:cubicBezTo>
                      <a:pt x="11608" y="1981023"/>
                      <a:pt x="9001" y="1983528"/>
                      <a:pt x="5882" y="19835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30"/>
              <p:cNvSpPr/>
              <p:nvPr/>
            </p:nvSpPr>
            <p:spPr>
              <a:xfrm flipH="1">
                <a:off x="7090485" y="2398660"/>
                <a:ext cx="130966" cy="134756"/>
              </a:xfrm>
              <a:custGeom>
                <a:rect b="b" l="l" r="r" t="t"/>
                <a:pathLst>
                  <a:path extrusionOk="0" h="139283" w="135365">
                    <a:moveTo>
                      <a:pt x="8863" y="139283"/>
                    </a:moveTo>
                    <a:cubicBezTo>
                      <a:pt x="6716" y="139283"/>
                      <a:pt x="5489" y="139181"/>
                      <a:pt x="5387" y="139181"/>
                    </a:cubicBezTo>
                    <a:cubicBezTo>
                      <a:pt x="2166" y="138926"/>
                      <a:pt x="-237" y="136165"/>
                      <a:pt x="19" y="132944"/>
                    </a:cubicBezTo>
                    <a:cubicBezTo>
                      <a:pt x="274" y="129723"/>
                      <a:pt x="3035" y="127371"/>
                      <a:pt x="6256" y="127576"/>
                    </a:cubicBezTo>
                    <a:cubicBezTo>
                      <a:pt x="10602" y="127883"/>
                      <a:pt x="113568" y="133762"/>
                      <a:pt x="123690" y="5387"/>
                    </a:cubicBezTo>
                    <a:cubicBezTo>
                      <a:pt x="123946" y="2166"/>
                      <a:pt x="126809" y="-237"/>
                      <a:pt x="129979" y="19"/>
                    </a:cubicBezTo>
                    <a:cubicBezTo>
                      <a:pt x="133200" y="274"/>
                      <a:pt x="135602" y="3086"/>
                      <a:pt x="135347" y="6307"/>
                    </a:cubicBezTo>
                    <a:cubicBezTo>
                      <a:pt x="125326" y="132739"/>
                      <a:pt x="28546" y="139283"/>
                      <a:pt x="8863" y="139283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 flipH="1">
                <a:off x="7235538" y="4426068"/>
                <a:ext cx="315874" cy="11277"/>
              </a:xfrm>
              <a:custGeom>
                <a:rect b="b" l="l" r="r" t="t"/>
                <a:pathLst>
                  <a:path extrusionOk="0" h="11656" w="326485">
                    <a:moveTo>
                      <a:pt x="320657" y="11657"/>
                    </a:moveTo>
                    <a:lnTo>
                      <a:pt x="5828" y="11657"/>
                    </a:lnTo>
                    <a:cubicBezTo>
                      <a:pt x="2607" y="11657"/>
                      <a:pt x="0" y="9049"/>
                      <a:pt x="0" y="5828"/>
                    </a:cubicBezTo>
                    <a:cubicBezTo>
                      <a:pt x="0" y="2607"/>
                      <a:pt x="2607" y="0"/>
                      <a:pt x="5828" y="0"/>
                    </a:cubicBezTo>
                    <a:lnTo>
                      <a:pt x="320657" y="0"/>
                    </a:lnTo>
                    <a:cubicBezTo>
                      <a:pt x="323878" y="0"/>
                      <a:pt x="326485" y="2607"/>
                      <a:pt x="326485" y="5828"/>
                    </a:cubicBezTo>
                    <a:cubicBezTo>
                      <a:pt x="326485" y="9049"/>
                      <a:pt x="323878" y="11657"/>
                      <a:pt x="320657" y="116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30"/>
              <p:cNvSpPr/>
              <p:nvPr/>
            </p:nvSpPr>
            <p:spPr>
              <a:xfrm flipH="1">
                <a:off x="6527518" y="4426068"/>
                <a:ext cx="315874" cy="11277"/>
              </a:xfrm>
              <a:custGeom>
                <a:rect b="b" l="l" r="r" t="t"/>
                <a:pathLst>
                  <a:path extrusionOk="0" h="11656" w="326485">
                    <a:moveTo>
                      <a:pt x="320657" y="11657"/>
                    </a:moveTo>
                    <a:lnTo>
                      <a:pt x="5828" y="11657"/>
                    </a:lnTo>
                    <a:cubicBezTo>
                      <a:pt x="2607" y="11657"/>
                      <a:pt x="0" y="9049"/>
                      <a:pt x="0" y="5828"/>
                    </a:cubicBezTo>
                    <a:cubicBezTo>
                      <a:pt x="0" y="2607"/>
                      <a:pt x="2607" y="0"/>
                      <a:pt x="5828" y="0"/>
                    </a:cubicBezTo>
                    <a:lnTo>
                      <a:pt x="320657" y="0"/>
                    </a:lnTo>
                    <a:cubicBezTo>
                      <a:pt x="323878" y="0"/>
                      <a:pt x="326485" y="2607"/>
                      <a:pt x="326485" y="5828"/>
                    </a:cubicBezTo>
                    <a:cubicBezTo>
                      <a:pt x="326485" y="9049"/>
                      <a:pt x="323878" y="11657"/>
                      <a:pt x="320657" y="1165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30"/>
              <p:cNvSpPr/>
              <p:nvPr/>
            </p:nvSpPr>
            <p:spPr>
              <a:xfrm flipH="1">
                <a:off x="6659078" y="1662654"/>
                <a:ext cx="635310" cy="723644"/>
              </a:xfrm>
              <a:custGeom>
                <a:rect b="b" l="l" r="r" t="t"/>
                <a:pathLst>
                  <a:path extrusionOk="0" h="747952" w="656651">
                    <a:moveTo>
                      <a:pt x="656651" y="747902"/>
                    </a:moveTo>
                    <a:lnTo>
                      <a:pt x="69428" y="747902"/>
                    </a:lnTo>
                    <a:lnTo>
                      <a:pt x="64827" y="701326"/>
                    </a:lnTo>
                    <a:lnTo>
                      <a:pt x="60890" y="661756"/>
                    </a:lnTo>
                    <a:lnTo>
                      <a:pt x="51176" y="562982"/>
                    </a:lnTo>
                    <a:lnTo>
                      <a:pt x="33334" y="382204"/>
                    </a:lnTo>
                    <a:lnTo>
                      <a:pt x="33231" y="382101"/>
                    </a:lnTo>
                    <a:lnTo>
                      <a:pt x="31493" y="364361"/>
                    </a:lnTo>
                    <a:lnTo>
                      <a:pt x="31289" y="362111"/>
                    </a:lnTo>
                    <a:lnTo>
                      <a:pt x="31289" y="362111"/>
                    </a:lnTo>
                    <a:cubicBezTo>
                      <a:pt x="31289" y="362111"/>
                      <a:pt x="24233" y="290536"/>
                      <a:pt x="24233" y="290536"/>
                    </a:cubicBezTo>
                    <a:lnTo>
                      <a:pt x="0" y="45033"/>
                    </a:lnTo>
                    <a:cubicBezTo>
                      <a:pt x="613" y="44829"/>
                      <a:pt x="1278" y="44675"/>
                      <a:pt x="1841" y="44420"/>
                    </a:cubicBezTo>
                    <a:cubicBezTo>
                      <a:pt x="7720" y="42630"/>
                      <a:pt x="13548" y="40841"/>
                      <a:pt x="19376" y="39256"/>
                    </a:cubicBezTo>
                    <a:cubicBezTo>
                      <a:pt x="23671" y="37978"/>
                      <a:pt x="27863" y="36802"/>
                      <a:pt x="32055" y="35626"/>
                    </a:cubicBezTo>
                    <a:cubicBezTo>
                      <a:pt x="38497" y="33837"/>
                      <a:pt x="44837" y="32099"/>
                      <a:pt x="51176" y="30463"/>
                    </a:cubicBezTo>
                    <a:cubicBezTo>
                      <a:pt x="55778" y="29236"/>
                      <a:pt x="60328" y="28111"/>
                      <a:pt x="64827" y="26935"/>
                    </a:cubicBezTo>
                    <a:cubicBezTo>
                      <a:pt x="119837" y="13336"/>
                      <a:pt x="171320" y="5105"/>
                      <a:pt x="219480" y="1833"/>
                    </a:cubicBezTo>
                    <a:cubicBezTo>
                      <a:pt x="224081" y="1475"/>
                      <a:pt x="228632" y="1219"/>
                      <a:pt x="233131" y="963"/>
                    </a:cubicBezTo>
                    <a:cubicBezTo>
                      <a:pt x="249542" y="94"/>
                      <a:pt x="265595" y="-161"/>
                      <a:pt x="281188" y="94"/>
                    </a:cubicBezTo>
                    <a:lnTo>
                      <a:pt x="387784" y="12364"/>
                    </a:lnTo>
                    <a:lnTo>
                      <a:pt x="401434" y="13898"/>
                    </a:lnTo>
                    <a:lnTo>
                      <a:pt x="469635" y="21771"/>
                    </a:lnTo>
                    <a:lnTo>
                      <a:pt x="469840" y="22231"/>
                    </a:lnTo>
                    <a:lnTo>
                      <a:pt x="470351" y="23254"/>
                    </a:lnTo>
                    <a:lnTo>
                      <a:pt x="476691" y="35780"/>
                    </a:lnTo>
                    <a:lnTo>
                      <a:pt x="476691" y="35882"/>
                    </a:lnTo>
                    <a:lnTo>
                      <a:pt x="556088" y="194114"/>
                    </a:lnTo>
                    <a:lnTo>
                      <a:pt x="569738" y="221262"/>
                    </a:lnTo>
                    <a:lnTo>
                      <a:pt x="571630" y="225096"/>
                    </a:lnTo>
                    <a:lnTo>
                      <a:pt x="584718" y="305669"/>
                    </a:lnTo>
                    <a:lnTo>
                      <a:pt x="591364" y="346569"/>
                    </a:lnTo>
                    <a:lnTo>
                      <a:pt x="593512" y="359811"/>
                    </a:lnTo>
                    <a:lnTo>
                      <a:pt x="656600" y="74795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30"/>
              <p:cNvSpPr/>
              <p:nvPr/>
            </p:nvSpPr>
            <p:spPr>
              <a:xfrm flipH="1">
                <a:off x="6881651" y="2376515"/>
                <a:ext cx="179750" cy="114235"/>
              </a:xfrm>
              <a:custGeom>
                <a:rect b="b" l="l" r="r" t="t"/>
                <a:pathLst>
                  <a:path extrusionOk="0" h="118072" w="185788">
                    <a:moveTo>
                      <a:pt x="176827" y="71309"/>
                    </a:moveTo>
                    <a:cubicBezTo>
                      <a:pt x="166908" y="80102"/>
                      <a:pt x="151724" y="80307"/>
                      <a:pt x="141601" y="71309"/>
                    </a:cubicBezTo>
                    <a:cubicBezTo>
                      <a:pt x="124577" y="56176"/>
                      <a:pt x="103717" y="49785"/>
                      <a:pt x="87153" y="54540"/>
                    </a:cubicBezTo>
                    <a:cubicBezTo>
                      <a:pt x="67061" y="60317"/>
                      <a:pt x="56989" y="81891"/>
                      <a:pt x="52030" y="98916"/>
                    </a:cubicBezTo>
                    <a:cubicBezTo>
                      <a:pt x="47940" y="112975"/>
                      <a:pt x="33216" y="121104"/>
                      <a:pt x="19157" y="117014"/>
                    </a:cubicBezTo>
                    <a:cubicBezTo>
                      <a:pt x="5097" y="112924"/>
                      <a:pt x="-3032" y="98200"/>
                      <a:pt x="1058" y="84141"/>
                    </a:cubicBezTo>
                    <a:cubicBezTo>
                      <a:pt x="13277" y="41912"/>
                      <a:pt x="38635" y="13281"/>
                      <a:pt x="72429" y="3568"/>
                    </a:cubicBezTo>
                    <a:cubicBezTo>
                      <a:pt x="106376" y="-6248"/>
                      <a:pt x="146407" y="4539"/>
                      <a:pt x="176878" y="31635"/>
                    </a:cubicBezTo>
                    <a:cubicBezTo>
                      <a:pt x="187818" y="41400"/>
                      <a:pt x="188841" y="58169"/>
                      <a:pt x="179076" y="69110"/>
                    </a:cubicBezTo>
                    <a:cubicBezTo>
                      <a:pt x="178360" y="69928"/>
                      <a:pt x="177593" y="70644"/>
                      <a:pt x="176827" y="71360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30"/>
              <p:cNvSpPr/>
              <p:nvPr/>
            </p:nvSpPr>
            <p:spPr>
              <a:xfrm flipH="1">
                <a:off x="6870486" y="2331200"/>
                <a:ext cx="179730" cy="114263"/>
              </a:xfrm>
              <a:custGeom>
                <a:rect b="b" l="l" r="r" t="t"/>
                <a:pathLst>
                  <a:path extrusionOk="0" h="118101" w="185767">
                    <a:moveTo>
                      <a:pt x="176827" y="71286"/>
                    </a:moveTo>
                    <a:cubicBezTo>
                      <a:pt x="166908" y="80080"/>
                      <a:pt x="151724" y="80285"/>
                      <a:pt x="141601" y="71286"/>
                    </a:cubicBezTo>
                    <a:cubicBezTo>
                      <a:pt x="124628" y="56153"/>
                      <a:pt x="103718" y="49763"/>
                      <a:pt x="87153" y="54569"/>
                    </a:cubicBezTo>
                    <a:cubicBezTo>
                      <a:pt x="67061" y="60346"/>
                      <a:pt x="56989" y="81869"/>
                      <a:pt x="52030" y="98945"/>
                    </a:cubicBezTo>
                    <a:cubicBezTo>
                      <a:pt x="47940" y="113005"/>
                      <a:pt x="33216" y="121133"/>
                      <a:pt x="19157" y="117043"/>
                    </a:cubicBezTo>
                    <a:cubicBezTo>
                      <a:pt x="5097" y="112953"/>
                      <a:pt x="-3032" y="98229"/>
                      <a:pt x="1058" y="84170"/>
                    </a:cubicBezTo>
                    <a:cubicBezTo>
                      <a:pt x="13328" y="41941"/>
                      <a:pt x="38635" y="13311"/>
                      <a:pt x="72429" y="3546"/>
                    </a:cubicBezTo>
                    <a:cubicBezTo>
                      <a:pt x="106376" y="-6219"/>
                      <a:pt x="146407" y="4517"/>
                      <a:pt x="176878" y="31664"/>
                    </a:cubicBezTo>
                    <a:cubicBezTo>
                      <a:pt x="187818" y="41429"/>
                      <a:pt x="188790" y="58198"/>
                      <a:pt x="179076" y="69139"/>
                    </a:cubicBezTo>
                    <a:cubicBezTo>
                      <a:pt x="178360" y="69957"/>
                      <a:pt x="177644" y="70673"/>
                      <a:pt x="176827" y="71389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 flipH="1">
                <a:off x="6859231" y="2285792"/>
                <a:ext cx="179750" cy="114284"/>
              </a:xfrm>
              <a:custGeom>
                <a:rect b="b" l="l" r="r" t="t"/>
                <a:pathLst>
                  <a:path extrusionOk="0" h="118123" w="185788">
                    <a:moveTo>
                      <a:pt x="176827" y="71360"/>
                    </a:moveTo>
                    <a:cubicBezTo>
                      <a:pt x="166908" y="80153"/>
                      <a:pt x="151724" y="80358"/>
                      <a:pt x="141601" y="71360"/>
                    </a:cubicBezTo>
                    <a:cubicBezTo>
                      <a:pt x="124577" y="56227"/>
                      <a:pt x="103717" y="49836"/>
                      <a:pt x="87153" y="54591"/>
                    </a:cubicBezTo>
                    <a:cubicBezTo>
                      <a:pt x="67112" y="60368"/>
                      <a:pt x="56989" y="81891"/>
                      <a:pt x="52030" y="98967"/>
                    </a:cubicBezTo>
                    <a:cubicBezTo>
                      <a:pt x="47940" y="113027"/>
                      <a:pt x="33216" y="121156"/>
                      <a:pt x="19157" y="117065"/>
                    </a:cubicBezTo>
                    <a:cubicBezTo>
                      <a:pt x="5097" y="112976"/>
                      <a:pt x="-3032" y="98251"/>
                      <a:pt x="1058" y="84192"/>
                    </a:cubicBezTo>
                    <a:cubicBezTo>
                      <a:pt x="13277" y="41963"/>
                      <a:pt x="38635" y="13333"/>
                      <a:pt x="72429" y="3568"/>
                    </a:cubicBezTo>
                    <a:cubicBezTo>
                      <a:pt x="106376" y="-6248"/>
                      <a:pt x="146407" y="4539"/>
                      <a:pt x="176878" y="31635"/>
                    </a:cubicBezTo>
                    <a:cubicBezTo>
                      <a:pt x="187818" y="41400"/>
                      <a:pt x="188841" y="58169"/>
                      <a:pt x="179076" y="69110"/>
                    </a:cubicBezTo>
                    <a:cubicBezTo>
                      <a:pt x="178360" y="69928"/>
                      <a:pt x="177593" y="70644"/>
                      <a:pt x="176827" y="71360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 flipH="1">
                <a:off x="6848016" y="2240455"/>
                <a:ext cx="179730" cy="114284"/>
              </a:xfrm>
              <a:custGeom>
                <a:rect b="b" l="l" r="r" t="t"/>
                <a:pathLst>
                  <a:path extrusionOk="0" h="118123" w="185767">
                    <a:moveTo>
                      <a:pt x="176827" y="71360"/>
                    </a:moveTo>
                    <a:cubicBezTo>
                      <a:pt x="166908" y="80153"/>
                      <a:pt x="151724" y="80358"/>
                      <a:pt x="141601" y="71360"/>
                    </a:cubicBezTo>
                    <a:cubicBezTo>
                      <a:pt x="124628" y="56227"/>
                      <a:pt x="103718" y="49836"/>
                      <a:pt x="87153" y="54591"/>
                    </a:cubicBezTo>
                    <a:cubicBezTo>
                      <a:pt x="67061" y="60368"/>
                      <a:pt x="56989" y="81943"/>
                      <a:pt x="52030" y="98967"/>
                    </a:cubicBezTo>
                    <a:cubicBezTo>
                      <a:pt x="47940" y="113027"/>
                      <a:pt x="33216" y="121156"/>
                      <a:pt x="19157" y="117065"/>
                    </a:cubicBezTo>
                    <a:cubicBezTo>
                      <a:pt x="5097" y="112976"/>
                      <a:pt x="-3032" y="98251"/>
                      <a:pt x="1058" y="84192"/>
                    </a:cubicBezTo>
                    <a:cubicBezTo>
                      <a:pt x="13277" y="41963"/>
                      <a:pt x="38686" y="13333"/>
                      <a:pt x="72429" y="3568"/>
                    </a:cubicBezTo>
                    <a:cubicBezTo>
                      <a:pt x="106376" y="-6248"/>
                      <a:pt x="146407" y="4539"/>
                      <a:pt x="176878" y="31635"/>
                    </a:cubicBezTo>
                    <a:cubicBezTo>
                      <a:pt x="187818" y="41400"/>
                      <a:pt x="188790" y="58169"/>
                      <a:pt x="179076" y="69110"/>
                    </a:cubicBezTo>
                    <a:cubicBezTo>
                      <a:pt x="178360" y="69928"/>
                      <a:pt x="177645" y="70644"/>
                      <a:pt x="176827" y="71360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 flipH="1">
                <a:off x="6999629" y="2270636"/>
                <a:ext cx="127665" cy="270834"/>
              </a:xfrm>
              <a:custGeom>
                <a:rect b="b" l="l" r="r" t="t"/>
                <a:pathLst>
                  <a:path extrusionOk="0" h="279932" w="131953">
                    <a:moveTo>
                      <a:pt x="0" y="277252"/>
                    </a:moveTo>
                    <a:cubicBezTo>
                      <a:pt x="79142" y="289675"/>
                      <a:pt x="113600" y="257977"/>
                      <a:pt x="122138" y="201791"/>
                    </a:cubicBezTo>
                    <a:cubicBezTo>
                      <a:pt x="130676" y="145553"/>
                      <a:pt x="131954" y="0"/>
                      <a:pt x="131954" y="0"/>
                    </a:cubicBezTo>
                    <a:cubicBezTo>
                      <a:pt x="82465" y="47649"/>
                      <a:pt x="28528" y="40133"/>
                      <a:pt x="28528" y="40133"/>
                    </a:cubicBezTo>
                    <a:lnTo>
                      <a:pt x="0" y="277303"/>
                    </a:ln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 flipH="1">
                <a:off x="6900050" y="2372405"/>
                <a:ext cx="125086" cy="39463"/>
              </a:xfrm>
              <a:custGeom>
                <a:rect b="b" l="l" r="r" t="t"/>
                <a:pathLst>
                  <a:path extrusionOk="0" h="40789" w="129288">
                    <a:moveTo>
                      <a:pt x="5827" y="40738"/>
                    </a:moveTo>
                    <a:cubicBezTo>
                      <a:pt x="4702" y="40738"/>
                      <a:pt x="3578" y="40431"/>
                      <a:pt x="2606" y="39767"/>
                    </a:cubicBezTo>
                    <a:cubicBezTo>
                      <a:pt x="-52" y="37977"/>
                      <a:pt x="-819" y="34347"/>
                      <a:pt x="970" y="31689"/>
                    </a:cubicBezTo>
                    <a:cubicBezTo>
                      <a:pt x="43251" y="-31706"/>
                      <a:pt x="125767" y="19521"/>
                      <a:pt x="126585" y="20032"/>
                    </a:cubicBezTo>
                    <a:cubicBezTo>
                      <a:pt x="129294" y="21771"/>
                      <a:pt x="130112" y="25349"/>
                      <a:pt x="128374" y="28059"/>
                    </a:cubicBezTo>
                    <a:cubicBezTo>
                      <a:pt x="126636" y="30769"/>
                      <a:pt x="123057" y="31587"/>
                      <a:pt x="120347" y="29899"/>
                    </a:cubicBezTo>
                    <a:cubicBezTo>
                      <a:pt x="117382" y="28008"/>
                      <a:pt x="46676" y="-15704"/>
                      <a:pt x="10684" y="38182"/>
                    </a:cubicBezTo>
                    <a:cubicBezTo>
                      <a:pt x="9559" y="39869"/>
                      <a:pt x="7719" y="40789"/>
                      <a:pt x="5827" y="4078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30"/>
              <p:cNvSpPr/>
              <p:nvPr/>
            </p:nvSpPr>
            <p:spPr>
              <a:xfrm flipH="1">
                <a:off x="6888418" y="2327513"/>
                <a:ext cx="125086" cy="39463"/>
              </a:xfrm>
              <a:custGeom>
                <a:rect b="b" l="l" r="r" t="t"/>
                <a:pathLst>
                  <a:path extrusionOk="0" h="40789" w="129288">
                    <a:moveTo>
                      <a:pt x="5827" y="40738"/>
                    </a:moveTo>
                    <a:cubicBezTo>
                      <a:pt x="4702" y="40738"/>
                      <a:pt x="3578" y="40431"/>
                      <a:pt x="2606" y="39767"/>
                    </a:cubicBezTo>
                    <a:cubicBezTo>
                      <a:pt x="-52" y="37977"/>
                      <a:pt x="-819" y="34347"/>
                      <a:pt x="970" y="31689"/>
                    </a:cubicBezTo>
                    <a:cubicBezTo>
                      <a:pt x="43251" y="-31706"/>
                      <a:pt x="125767" y="19521"/>
                      <a:pt x="126585" y="20032"/>
                    </a:cubicBezTo>
                    <a:cubicBezTo>
                      <a:pt x="129294" y="21771"/>
                      <a:pt x="130112" y="25349"/>
                      <a:pt x="128374" y="28059"/>
                    </a:cubicBezTo>
                    <a:cubicBezTo>
                      <a:pt x="126636" y="30769"/>
                      <a:pt x="123057" y="31587"/>
                      <a:pt x="120347" y="29899"/>
                    </a:cubicBezTo>
                    <a:cubicBezTo>
                      <a:pt x="117382" y="28008"/>
                      <a:pt x="46676" y="-15704"/>
                      <a:pt x="10684" y="38182"/>
                    </a:cubicBezTo>
                    <a:cubicBezTo>
                      <a:pt x="9559" y="39869"/>
                      <a:pt x="7719" y="40789"/>
                      <a:pt x="5827" y="4078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30"/>
              <p:cNvSpPr/>
              <p:nvPr/>
            </p:nvSpPr>
            <p:spPr>
              <a:xfrm flipH="1">
                <a:off x="6876837" y="2282622"/>
                <a:ext cx="125086" cy="39463"/>
              </a:xfrm>
              <a:custGeom>
                <a:rect b="b" l="l" r="r" t="t"/>
                <a:pathLst>
                  <a:path extrusionOk="0" h="40789" w="129288">
                    <a:moveTo>
                      <a:pt x="5827" y="40738"/>
                    </a:moveTo>
                    <a:cubicBezTo>
                      <a:pt x="4702" y="40738"/>
                      <a:pt x="3578" y="40431"/>
                      <a:pt x="2606" y="39767"/>
                    </a:cubicBezTo>
                    <a:cubicBezTo>
                      <a:pt x="-52" y="37977"/>
                      <a:pt x="-819" y="34347"/>
                      <a:pt x="970" y="31689"/>
                    </a:cubicBezTo>
                    <a:cubicBezTo>
                      <a:pt x="43251" y="-31706"/>
                      <a:pt x="125767" y="19521"/>
                      <a:pt x="126585" y="20032"/>
                    </a:cubicBezTo>
                    <a:cubicBezTo>
                      <a:pt x="129294" y="21771"/>
                      <a:pt x="130112" y="25349"/>
                      <a:pt x="128374" y="28059"/>
                    </a:cubicBezTo>
                    <a:cubicBezTo>
                      <a:pt x="126636" y="30769"/>
                      <a:pt x="123057" y="31587"/>
                      <a:pt x="120347" y="29899"/>
                    </a:cubicBezTo>
                    <a:cubicBezTo>
                      <a:pt x="117382" y="28008"/>
                      <a:pt x="46676" y="-15704"/>
                      <a:pt x="10684" y="38182"/>
                    </a:cubicBezTo>
                    <a:cubicBezTo>
                      <a:pt x="9559" y="39869"/>
                      <a:pt x="7719" y="40789"/>
                      <a:pt x="5827" y="4078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 flipH="1">
                <a:off x="7081425" y="1704569"/>
                <a:ext cx="730314" cy="836082"/>
              </a:xfrm>
              <a:custGeom>
                <a:rect b="b" l="l" r="r" t="t"/>
                <a:pathLst>
                  <a:path extrusionOk="0" h="864167" w="754846">
                    <a:moveTo>
                      <a:pt x="754847" y="624749"/>
                    </a:moveTo>
                    <a:lnTo>
                      <a:pt x="753875" y="629913"/>
                    </a:lnTo>
                    <a:lnTo>
                      <a:pt x="739969" y="704606"/>
                    </a:lnTo>
                    <a:lnTo>
                      <a:pt x="710624" y="861816"/>
                    </a:lnTo>
                    <a:cubicBezTo>
                      <a:pt x="690480" y="858084"/>
                      <a:pt x="646359" y="858289"/>
                      <a:pt x="599222" y="859567"/>
                    </a:cubicBezTo>
                    <a:cubicBezTo>
                      <a:pt x="594672" y="859720"/>
                      <a:pt x="590122" y="859771"/>
                      <a:pt x="585572" y="859976"/>
                    </a:cubicBezTo>
                    <a:cubicBezTo>
                      <a:pt x="572995" y="860282"/>
                      <a:pt x="560418" y="860691"/>
                      <a:pt x="548097" y="861100"/>
                    </a:cubicBezTo>
                    <a:cubicBezTo>
                      <a:pt x="508986" y="862430"/>
                      <a:pt x="469620" y="863708"/>
                      <a:pt x="430918" y="864066"/>
                    </a:cubicBezTo>
                    <a:cubicBezTo>
                      <a:pt x="426368" y="864066"/>
                      <a:pt x="421818" y="864066"/>
                      <a:pt x="417268" y="864168"/>
                    </a:cubicBezTo>
                    <a:lnTo>
                      <a:pt x="409139" y="864168"/>
                    </a:lnTo>
                    <a:cubicBezTo>
                      <a:pt x="358065" y="864168"/>
                      <a:pt x="308473" y="862276"/>
                      <a:pt x="262614" y="856243"/>
                    </a:cubicBezTo>
                    <a:cubicBezTo>
                      <a:pt x="258013" y="855630"/>
                      <a:pt x="253463" y="855016"/>
                      <a:pt x="248964" y="854301"/>
                    </a:cubicBezTo>
                    <a:cubicBezTo>
                      <a:pt x="188738" y="845200"/>
                      <a:pt x="135415" y="828380"/>
                      <a:pt x="94310" y="798677"/>
                    </a:cubicBezTo>
                    <a:cubicBezTo>
                      <a:pt x="89556" y="795302"/>
                      <a:pt x="85006" y="791775"/>
                      <a:pt x="80660" y="787991"/>
                    </a:cubicBezTo>
                    <a:cubicBezTo>
                      <a:pt x="61897" y="772040"/>
                      <a:pt x="46202" y="752817"/>
                      <a:pt x="34136" y="729811"/>
                    </a:cubicBezTo>
                    <a:cubicBezTo>
                      <a:pt x="-12183" y="641314"/>
                      <a:pt x="-11314" y="524799"/>
                      <a:pt x="36437" y="410177"/>
                    </a:cubicBezTo>
                    <a:cubicBezTo>
                      <a:pt x="48656" y="380882"/>
                      <a:pt x="63482" y="352457"/>
                      <a:pt x="80609" y="325156"/>
                    </a:cubicBezTo>
                    <a:cubicBezTo>
                      <a:pt x="84954" y="318152"/>
                      <a:pt x="89505" y="311250"/>
                      <a:pt x="94259" y="304399"/>
                    </a:cubicBezTo>
                    <a:cubicBezTo>
                      <a:pt x="135006" y="245043"/>
                      <a:pt x="187154" y="191055"/>
                      <a:pt x="248913" y="144173"/>
                    </a:cubicBezTo>
                    <a:cubicBezTo>
                      <a:pt x="253412" y="140747"/>
                      <a:pt x="257962" y="137322"/>
                      <a:pt x="262563" y="134050"/>
                    </a:cubicBezTo>
                    <a:cubicBezTo>
                      <a:pt x="309240" y="100154"/>
                      <a:pt x="361081" y="70092"/>
                      <a:pt x="417217" y="44734"/>
                    </a:cubicBezTo>
                    <a:cubicBezTo>
                      <a:pt x="421716" y="42689"/>
                      <a:pt x="426266" y="40696"/>
                      <a:pt x="430867" y="38702"/>
                    </a:cubicBezTo>
                    <a:cubicBezTo>
                      <a:pt x="464456" y="24131"/>
                      <a:pt x="499477" y="11196"/>
                      <a:pt x="535878" y="0"/>
                    </a:cubicBezTo>
                    <a:lnTo>
                      <a:pt x="536185" y="1022"/>
                    </a:lnTo>
                    <a:lnTo>
                      <a:pt x="585520" y="161402"/>
                    </a:lnTo>
                    <a:lnTo>
                      <a:pt x="599171" y="205779"/>
                    </a:lnTo>
                    <a:lnTo>
                      <a:pt x="606789" y="230472"/>
                    </a:lnTo>
                    <a:cubicBezTo>
                      <a:pt x="604232" y="231239"/>
                      <a:pt x="601676" y="232057"/>
                      <a:pt x="599171" y="232875"/>
                    </a:cubicBezTo>
                    <a:cubicBezTo>
                      <a:pt x="594570" y="234306"/>
                      <a:pt x="590019" y="235789"/>
                      <a:pt x="585520" y="237374"/>
                    </a:cubicBezTo>
                    <a:cubicBezTo>
                      <a:pt x="576420" y="240441"/>
                      <a:pt x="567473" y="243662"/>
                      <a:pt x="558577" y="247088"/>
                    </a:cubicBezTo>
                    <a:cubicBezTo>
                      <a:pt x="512105" y="264777"/>
                      <a:pt x="469211" y="286505"/>
                      <a:pt x="430867" y="311352"/>
                    </a:cubicBezTo>
                    <a:cubicBezTo>
                      <a:pt x="426266" y="314317"/>
                      <a:pt x="421716" y="317334"/>
                      <a:pt x="417217" y="320452"/>
                    </a:cubicBezTo>
                    <a:cubicBezTo>
                      <a:pt x="346050" y="369328"/>
                      <a:pt x="292062" y="429298"/>
                      <a:pt x="262563" y="494840"/>
                    </a:cubicBezTo>
                    <a:cubicBezTo>
                      <a:pt x="261336" y="497550"/>
                      <a:pt x="260160" y="500310"/>
                      <a:pt x="259035" y="503020"/>
                    </a:cubicBezTo>
                    <a:cubicBezTo>
                      <a:pt x="254894" y="512938"/>
                      <a:pt x="251571" y="522448"/>
                      <a:pt x="248913" y="531548"/>
                    </a:cubicBezTo>
                    <a:cubicBezTo>
                      <a:pt x="245589" y="543153"/>
                      <a:pt x="243391" y="554094"/>
                      <a:pt x="242215" y="564063"/>
                    </a:cubicBezTo>
                    <a:cubicBezTo>
                      <a:pt x="240886" y="574851"/>
                      <a:pt x="243493" y="585280"/>
                      <a:pt x="248913" y="593818"/>
                    </a:cubicBezTo>
                    <a:cubicBezTo>
                      <a:pt x="252389" y="599391"/>
                      <a:pt x="257042" y="604197"/>
                      <a:pt x="262563" y="607878"/>
                    </a:cubicBezTo>
                    <a:cubicBezTo>
                      <a:pt x="268033" y="611456"/>
                      <a:pt x="274322" y="614013"/>
                      <a:pt x="281121" y="615137"/>
                    </a:cubicBezTo>
                    <a:cubicBezTo>
                      <a:pt x="295999" y="617489"/>
                      <a:pt x="315324" y="619688"/>
                      <a:pt x="340171" y="621119"/>
                    </a:cubicBezTo>
                    <a:cubicBezTo>
                      <a:pt x="364711" y="622551"/>
                      <a:pt x="390580" y="623011"/>
                      <a:pt x="417217" y="622908"/>
                    </a:cubicBezTo>
                    <a:cubicBezTo>
                      <a:pt x="421716" y="622908"/>
                      <a:pt x="426266" y="622908"/>
                      <a:pt x="430867" y="622806"/>
                    </a:cubicBezTo>
                    <a:cubicBezTo>
                      <a:pt x="466859" y="622500"/>
                      <a:pt x="503874" y="621272"/>
                      <a:pt x="540173" y="620097"/>
                    </a:cubicBezTo>
                    <a:cubicBezTo>
                      <a:pt x="555715" y="619585"/>
                      <a:pt x="570848" y="619074"/>
                      <a:pt x="585520" y="618665"/>
                    </a:cubicBezTo>
                    <a:cubicBezTo>
                      <a:pt x="588792" y="618563"/>
                      <a:pt x="592013" y="618461"/>
                      <a:pt x="595234" y="618409"/>
                    </a:cubicBezTo>
                    <a:cubicBezTo>
                      <a:pt x="596564" y="618409"/>
                      <a:pt x="597842" y="618409"/>
                      <a:pt x="599171" y="618307"/>
                    </a:cubicBezTo>
                    <a:cubicBezTo>
                      <a:pt x="660265" y="616825"/>
                      <a:pt x="713231" y="617131"/>
                      <a:pt x="753824" y="624544"/>
                    </a:cubicBezTo>
                    <a:cubicBezTo>
                      <a:pt x="754131" y="624544"/>
                      <a:pt x="754438" y="624698"/>
                      <a:pt x="754796" y="6247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 flipH="1">
                <a:off x="6656252" y="1764383"/>
                <a:ext cx="112232" cy="607881"/>
              </a:xfrm>
              <a:custGeom>
                <a:rect b="b" l="l" r="r" t="t"/>
                <a:pathLst>
                  <a:path extrusionOk="0" h="628301" w="116002">
                    <a:moveTo>
                      <a:pt x="110098" y="628251"/>
                    </a:moveTo>
                    <a:cubicBezTo>
                      <a:pt x="107286" y="628251"/>
                      <a:pt x="104832" y="626257"/>
                      <a:pt x="104372" y="623394"/>
                    </a:cubicBezTo>
                    <a:lnTo>
                      <a:pt x="77" y="6825"/>
                    </a:lnTo>
                    <a:cubicBezTo>
                      <a:pt x="-435" y="3655"/>
                      <a:pt x="1661" y="639"/>
                      <a:pt x="4882" y="77"/>
                    </a:cubicBezTo>
                    <a:cubicBezTo>
                      <a:pt x="8052" y="-435"/>
                      <a:pt x="11069" y="1662"/>
                      <a:pt x="11631" y="4882"/>
                    </a:cubicBezTo>
                    <a:lnTo>
                      <a:pt x="115926" y="621451"/>
                    </a:lnTo>
                    <a:cubicBezTo>
                      <a:pt x="116437" y="624621"/>
                      <a:pt x="114341" y="627637"/>
                      <a:pt x="111120" y="628200"/>
                    </a:cubicBezTo>
                    <a:cubicBezTo>
                      <a:pt x="110814" y="628251"/>
                      <a:pt x="110456" y="628302"/>
                      <a:pt x="110149" y="628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 flipH="1">
                <a:off x="6890379" y="1313858"/>
                <a:ext cx="242028" cy="213337"/>
              </a:xfrm>
              <a:custGeom>
                <a:rect b="b" l="l" r="r" t="t"/>
                <a:pathLst>
                  <a:path extrusionOk="0" h="220503" w="250158">
                    <a:moveTo>
                      <a:pt x="1805" y="135431"/>
                    </a:moveTo>
                    <a:cubicBezTo>
                      <a:pt x="3748" y="129603"/>
                      <a:pt x="7940" y="124286"/>
                      <a:pt x="13666" y="122139"/>
                    </a:cubicBezTo>
                    <a:cubicBezTo>
                      <a:pt x="8758" y="114266"/>
                      <a:pt x="3799" y="106239"/>
                      <a:pt x="1601" y="97241"/>
                    </a:cubicBezTo>
                    <a:cubicBezTo>
                      <a:pt x="-598" y="88243"/>
                      <a:pt x="323" y="77967"/>
                      <a:pt x="6304" y="70860"/>
                    </a:cubicBezTo>
                    <a:cubicBezTo>
                      <a:pt x="12286" y="63805"/>
                      <a:pt x="24045" y="61453"/>
                      <a:pt x="31100" y="67435"/>
                    </a:cubicBezTo>
                    <a:cubicBezTo>
                      <a:pt x="33861" y="57670"/>
                      <a:pt x="36826" y="47496"/>
                      <a:pt x="43881" y="40185"/>
                    </a:cubicBezTo>
                    <a:cubicBezTo>
                      <a:pt x="50936" y="32874"/>
                      <a:pt x="63360" y="29705"/>
                      <a:pt x="71284" y="36044"/>
                    </a:cubicBezTo>
                    <a:cubicBezTo>
                      <a:pt x="83196" y="28018"/>
                      <a:pt x="95364" y="19889"/>
                      <a:pt x="109219" y="16208"/>
                    </a:cubicBezTo>
                    <a:cubicBezTo>
                      <a:pt x="123074" y="12527"/>
                      <a:pt x="139178" y="14009"/>
                      <a:pt x="149812" y="23570"/>
                    </a:cubicBezTo>
                    <a:cubicBezTo>
                      <a:pt x="163667" y="16463"/>
                      <a:pt x="176653" y="7414"/>
                      <a:pt x="191530" y="2762"/>
                    </a:cubicBezTo>
                    <a:cubicBezTo>
                      <a:pt x="206357" y="-1891"/>
                      <a:pt x="224199" y="-1277"/>
                      <a:pt x="235549" y="9357"/>
                    </a:cubicBezTo>
                    <a:cubicBezTo>
                      <a:pt x="244036" y="17332"/>
                      <a:pt x="247410" y="29807"/>
                      <a:pt x="245825" y="41310"/>
                    </a:cubicBezTo>
                    <a:cubicBezTo>
                      <a:pt x="244292" y="52813"/>
                      <a:pt x="238259" y="63396"/>
                      <a:pt x="230437" y="71985"/>
                    </a:cubicBezTo>
                    <a:cubicBezTo>
                      <a:pt x="238617" y="70247"/>
                      <a:pt x="247052" y="76638"/>
                      <a:pt x="249353" y="84664"/>
                    </a:cubicBezTo>
                    <a:cubicBezTo>
                      <a:pt x="251654" y="92691"/>
                      <a:pt x="248790" y="101536"/>
                      <a:pt x="243729" y="108131"/>
                    </a:cubicBezTo>
                    <a:cubicBezTo>
                      <a:pt x="238668" y="114726"/>
                      <a:pt x="231510" y="119480"/>
                      <a:pt x="224353" y="123775"/>
                    </a:cubicBezTo>
                    <a:lnTo>
                      <a:pt x="33452" y="220504"/>
                    </a:lnTo>
                    <a:cubicBezTo>
                      <a:pt x="14689" y="203326"/>
                      <a:pt x="2623" y="178939"/>
                      <a:pt x="323" y="153581"/>
                    </a:cubicBezTo>
                    <a:cubicBezTo>
                      <a:pt x="-240" y="147446"/>
                      <a:pt x="-240" y="141157"/>
                      <a:pt x="1754" y="135329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 flipH="1">
                <a:off x="6943254" y="1663602"/>
                <a:ext cx="199581" cy="115046"/>
              </a:xfrm>
              <a:custGeom>
                <a:rect b="b" l="l" r="r" t="t"/>
                <a:pathLst>
                  <a:path extrusionOk="0" h="118911" w="206285">
                    <a:moveTo>
                      <a:pt x="0" y="7653"/>
                    </a:moveTo>
                    <a:cubicBezTo>
                      <a:pt x="73313" y="149065"/>
                      <a:pt x="235585" y="162664"/>
                      <a:pt x="201689" y="7960"/>
                    </a:cubicBezTo>
                    <a:cubicBezTo>
                      <a:pt x="138242" y="-3186"/>
                      <a:pt x="70604" y="-2010"/>
                      <a:pt x="0" y="7653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 flipH="1">
                <a:off x="6906016" y="1373715"/>
                <a:ext cx="204351" cy="350877"/>
              </a:xfrm>
              <a:custGeom>
                <a:rect b="b" l="l" r="r" t="t"/>
                <a:pathLst>
                  <a:path extrusionOk="0" h="362664" w="211215">
                    <a:moveTo>
                      <a:pt x="199388" y="34390"/>
                    </a:moveTo>
                    <a:cubicBezTo>
                      <a:pt x="209715" y="98654"/>
                      <a:pt x="224797" y="184595"/>
                      <a:pt x="186709" y="213123"/>
                    </a:cubicBezTo>
                    <a:cubicBezTo>
                      <a:pt x="174592" y="222224"/>
                      <a:pt x="153375" y="223093"/>
                      <a:pt x="153375" y="223093"/>
                    </a:cubicBezTo>
                    <a:lnTo>
                      <a:pt x="148007" y="318543"/>
                    </a:lnTo>
                    <a:lnTo>
                      <a:pt x="85481" y="362664"/>
                    </a:lnTo>
                    <a:lnTo>
                      <a:pt x="0" y="318799"/>
                    </a:lnTo>
                    <a:lnTo>
                      <a:pt x="13395" y="82805"/>
                    </a:lnTo>
                    <a:lnTo>
                      <a:pt x="64162" y="9441"/>
                    </a:lnTo>
                    <a:cubicBezTo>
                      <a:pt x="64162" y="9441"/>
                      <a:pt x="189674" y="-23790"/>
                      <a:pt x="199286" y="34441"/>
                    </a:cubicBezTo>
                    <a:close/>
                  </a:path>
                </a:pathLst>
              </a:custGeom>
              <a:solidFill>
                <a:srgbClr val="94583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 flipH="1">
                <a:off x="6920521" y="1360991"/>
                <a:ext cx="181862" cy="159556"/>
              </a:xfrm>
              <a:custGeom>
                <a:rect b="b" l="l" r="r" t="t"/>
                <a:pathLst>
                  <a:path extrusionOk="0" h="164916" w="187971">
                    <a:moveTo>
                      <a:pt x="649" y="164916"/>
                    </a:moveTo>
                    <a:lnTo>
                      <a:pt x="45844" y="124987"/>
                    </a:lnTo>
                    <a:cubicBezTo>
                      <a:pt x="14044" y="111132"/>
                      <a:pt x="12152" y="83883"/>
                      <a:pt x="29995" y="74578"/>
                    </a:cubicBezTo>
                    <a:cubicBezTo>
                      <a:pt x="47889" y="65273"/>
                      <a:pt x="60465" y="87513"/>
                      <a:pt x="60465" y="87513"/>
                    </a:cubicBezTo>
                    <a:cubicBezTo>
                      <a:pt x="73144" y="76521"/>
                      <a:pt x="56580" y="66245"/>
                      <a:pt x="59750" y="49527"/>
                    </a:cubicBezTo>
                    <a:cubicBezTo>
                      <a:pt x="62970" y="32758"/>
                      <a:pt x="155405" y="15068"/>
                      <a:pt x="187971" y="37615"/>
                    </a:cubicBezTo>
                    <a:cubicBezTo>
                      <a:pt x="176724" y="2236"/>
                      <a:pt x="55711" y="-18725"/>
                      <a:pt x="16293" y="23351"/>
                    </a:cubicBezTo>
                    <a:cubicBezTo>
                      <a:pt x="-4873" y="45948"/>
                      <a:pt x="649" y="164916"/>
                      <a:pt x="649" y="164916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30"/>
              <p:cNvSpPr/>
              <p:nvPr/>
            </p:nvSpPr>
            <p:spPr>
              <a:xfrm flipH="1">
                <a:off x="6915086" y="1446009"/>
                <a:ext cx="26103" cy="16471"/>
              </a:xfrm>
              <a:custGeom>
                <a:rect b="b" l="l" r="r" t="t"/>
                <a:pathLst>
                  <a:path extrusionOk="0" h="17024" w="26980">
                    <a:moveTo>
                      <a:pt x="5823" y="17025"/>
                    </a:moveTo>
                    <a:cubicBezTo>
                      <a:pt x="5005" y="17025"/>
                      <a:pt x="4136" y="16872"/>
                      <a:pt x="3369" y="16463"/>
                    </a:cubicBezTo>
                    <a:cubicBezTo>
                      <a:pt x="455" y="15082"/>
                      <a:pt x="-823" y="11606"/>
                      <a:pt x="557" y="8692"/>
                    </a:cubicBezTo>
                    <a:cubicBezTo>
                      <a:pt x="2806" y="3886"/>
                      <a:pt x="7612" y="512"/>
                      <a:pt x="12776" y="51"/>
                    </a:cubicBezTo>
                    <a:cubicBezTo>
                      <a:pt x="18093" y="-409"/>
                      <a:pt x="23308" y="2250"/>
                      <a:pt x="26119" y="6800"/>
                    </a:cubicBezTo>
                    <a:cubicBezTo>
                      <a:pt x="27807" y="9561"/>
                      <a:pt x="26937" y="13140"/>
                      <a:pt x="24177" y="14827"/>
                    </a:cubicBezTo>
                    <a:cubicBezTo>
                      <a:pt x="21416" y="16514"/>
                      <a:pt x="17837" y="15645"/>
                      <a:pt x="16150" y="12884"/>
                    </a:cubicBezTo>
                    <a:cubicBezTo>
                      <a:pt x="15690" y="12117"/>
                      <a:pt x="14616" y="11555"/>
                      <a:pt x="13798" y="11657"/>
                    </a:cubicBezTo>
                    <a:cubicBezTo>
                      <a:pt x="12776" y="11759"/>
                      <a:pt x="11651" y="12577"/>
                      <a:pt x="11140" y="13651"/>
                    </a:cubicBezTo>
                    <a:cubicBezTo>
                      <a:pt x="10168" y="15747"/>
                      <a:pt x="8021" y="17025"/>
                      <a:pt x="5874" y="17025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30"/>
              <p:cNvSpPr/>
              <p:nvPr/>
            </p:nvSpPr>
            <p:spPr>
              <a:xfrm flipH="1">
                <a:off x="6959498" y="1447528"/>
                <a:ext cx="34934" cy="19157"/>
              </a:xfrm>
              <a:custGeom>
                <a:rect b="b" l="l" r="r" t="t"/>
                <a:pathLst>
                  <a:path extrusionOk="0" h="19801" w="36108">
                    <a:moveTo>
                      <a:pt x="5861" y="19801"/>
                    </a:moveTo>
                    <a:cubicBezTo>
                      <a:pt x="4583" y="19801"/>
                      <a:pt x="3305" y="19392"/>
                      <a:pt x="2231" y="18523"/>
                    </a:cubicBezTo>
                    <a:cubicBezTo>
                      <a:pt x="-325" y="16529"/>
                      <a:pt x="-734" y="12848"/>
                      <a:pt x="1260" y="10343"/>
                    </a:cubicBezTo>
                    <a:cubicBezTo>
                      <a:pt x="3049" y="8094"/>
                      <a:pt x="5503" y="5231"/>
                      <a:pt x="8877" y="3083"/>
                    </a:cubicBezTo>
                    <a:cubicBezTo>
                      <a:pt x="12712" y="629"/>
                      <a:pt x="16955" y="-444"/>
                      <a:pt x="20943" y="169"/>
                    </a:cubicBezTo>
                    <a:cubicBezTo>
                      <a:pt x="27794" y="1243"/>
                      <a:pt x="32242" y="6867"/>
                      <a:pt x="34849" y="10190"/>
                    </a:cubicBezTo>
                    <a:cubicBezTo>
                      <a:pt x="36843" y="12746"/>
                      <a:pt x="36434" y="16376"/>
                      <a:pt x="33878" y="18370"/>
                    </a:cubicBezTo>
                    <a:cubicBezTo>
                      <a:pt x="31321" y="20364"/>
                      <a:pt x="27691" y="19903"/>
                      <a:pt x="25698" y="17398"/>
                    </a:cubicBezTo>
                    <a:cubicBezTo>
                      <a:pt x="23550" y="14689"/>
                      <a:pt x="21301" y="11979"/>
                      <a:pt x="19154" y="11672"/>
                    </a:cubicBezTo>
                    <a:cubicBezTo>
                      <a:pt x="18029" y="11519"/>
                      <a:pt x="16597" y="11928"/>
                      <a:pt x="15217" y="12848"/>
                    </a:cubicBezTo>
                    <a:cubicBezTo>
                      <a:pt x="13734" y="13820"/>
                      <a:pt x="12252" y="15251"/>
                      <a:pt x="10462" y="17552"/>
                    </a:cubicBezTo>
                    <a:cubicBezTo>
                      <a:pt x="9286" y="19034"/>
                      <a:pt x="7599" y="19801"/>
                      <a:pt x="5861" y="19801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30"/>
              <p:cNvSpPr/>
              <p:nvPr/>
            </p:nvSpPr>
            <p:spPr>
              <a:xfrm flipH="1">
                <a:off x="6934532" y="1455817"/>
                <a:ext cx="18681" cy="44954"/>
              </a:xfrm>
              <a:custGeom>
                <a:rect b="b" l="l" r="r" t="t"/>
                <a:pathLst>
                  <a:path extrusionOk="0" h="46464" w="19309">
                    <a:moveTo>
                      <a:pt x="13438" y="46465"/>
                    </a:moveTo>
                    <a:cubicBezTo>
                      <a:pt x="10780" y="46465"/>
                      <a:pt x="8326" y="44624"/>
                      <a:pt x="7763" y="41864"/>
                    </a:cubicBezTo>
                    <a:lnTo>
                      <a:pt x="146" y="7099"/>
                    </a:lnTo>
                    <a:cubicBezTo>
                      <a:pt x="-570" y="3929"/>
                      <a:pt x="1424" y="861"/>
                      <a:pt x="4593" y="146"/>
                    </a:cubicBezTo>
                    <a:cubicBezTo>
                      <a:pt x="7763" y="-570"/>
                      <a:pt x="10831" y="1424"/>
                      <a:pt x="11546" y="4593"/>
                    </a:cubicBezTo>
                    <a:lnTo>
                      <a:pt x="19164" y="39359"/>
                    </a:lnTo>
                    <a:cubicBezTo>
                      <a:pt x="19880" y="42528"/>
                      <a:pt x="17886" y="45596"/>
                      <a:pt x="14716" y="46312"/>
                    </a:cubicBezTo>
                    <a:cubicBezTo>
                      <a:pt x="14307" y="46414"/>
                      <a:pt x="13898" y="46465"/>
                      <a:pt x="13438" y="46465"/>
                    </a:cubicBez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30"/>
              <p:cNvSpPr/>
              <p:nvPr/>
            </p:nvSpPr>
            <p:spPr>
              <a:xfrm flipH="1">
                <a:off x="6938673" y="1489695"/>
                <a:ext cx="41287" cy="38649"/>
              </a:xfrm>
              <a:custGeom>
                <a:rect b="b" l="l" r="r" t="t"/>
                <a:pathLst>
                  <a:path extrusionOk="0" h="39947" w="42674">
                    <a:moveTo>
                      <a:pt x="25933" y="39948"/>
                    </a:moveTo>
                    <a:cubicBezTo>
                      <a:pt x="25064" y="39948"/>
                      <a:pt x="24195" y="39948"/>
                      <a:pt x="23377" y="39794"/>
                    </a:cubicBezTo>
                    <a:cubicBezTo>
                      <a:pt x="16935" y="39079"/>
                      <a:pt x="10953" y="35704"/>
                      <a:pt x="7017" y="30541"/>
                    </a:cubicBezTo>
                    <a:cubicBezTo>
                      <a:pt x="2364" y="24406"/>
                      <a:pt x="1035" y="16890"/>
                      <a:pt x="115" y="9682"/>
                    </a:cubicBezTo>
                    <a:cubicBezTo>
                      <a:pt x="-652" y="3853"/>
                      <a:pt x="2620" y="1502"/>
                      <a:pt x="4103" y="786"/>
                    </a:cubicBezTo>
                    <a:cubicBezTo>
                      <a:pt x="5739" y="-32"/>
                      <a:pt x="9011" y="-952"/>
                      <a:pt x="12947" y="2217"/>
                    </a:cubicBezTo>
                    <a:lnTo>
                      <a:pt x="34266" y="19600"/>
                    </a:lnTo>
                    <a:cubicBezTo>
                      <a:pt x="34778" y="20009"/>
                      <a:pt x="35340" y="20418"/>
                      <a:pt x="35851" y="20827"/>
                    </a:cubicBezTo>
                    <a:cubicBezTo>
                      <a:pt x="37232" y="21850"/>
                      <a:pt x="38765" y="23025"/>
                      <a:pt x="40146" y="24457"/>
                    </a:cubicBezTo>
                    <a:cubicBezTo>
                      <a:pt x="40862" y="25224"/>
                      <a:pt x="43111" y="27576"/>
                      <a:pt x="42600" y="31001"/>
                    </a:cubicBezTo>
                    <a:cubicBezTo>
                      <a:pt x="42089" y="34477"/>
                      <a:pt x="39226" y="36113"/>
                      <a:pt x="37845" y="36880"/>
                    </a:cubicBezTo>
                    <a:cubicBezTo>
                      <a:pt x="34369" y="38874"/>
                      <a:pt x="30125" y="39948"/>
                      <a:pt x="25984" y="39948"/>
                    </a:cubicBezTo>
                    <a:close/>
                    <a:moveTo>
                      <a:pt x="31710" y="32586"/>
                    </a:moveTo>
                    <a:lnTo>
                      <a:pt x="31710" y="32586"/>
                    </a:lnTo>
                    <a:lnTo>
                      <a:pt x="31710" y="32586"/>
                    </a:lnTo>
                    <a:close/>
                    <a:moveTo>
                      <a:pt x="13510" y="17811"/>
                    </a:moveTo>
                    <a:cubicBezTo>
                      <a:pt x="14174" y="19958"/>
                      <a:pt x="15043" y="21901"/>
                      <a:pt x="16270" y="23485"/>
                    </a:cubicBezTo>
                    <a:cubicBezTo>
                      <a:pt x="18264" y="26093"/>
                      <a:pt x="21383" y="27882"/>
                      <a:pt x="24604" y="28240"/>
                    </a:cubicBezTo>
                    <a:cubicBezTo>
                      <a:pt x="25166" y="28291"/>
                      <a:pt x="25780" y="28342"/>
                      <a:pt x="26393" y="28291"/>
                    </a:cubicBezTo>
                    <a:lnTo>
                      <a:pt x="13510" y="17811"/>
                    </a:ln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30"/>
              <p:cNvSpPr/>
              <p:nvPr/>
            </p:nvSpPr>
            <p:spPr>
              <a:xfrm flipH="1">
                <a:off x="6961909" y="1581129"/>
                <a:ext cx="39719" cy="39372"/>
              </a:xfrm>
              <a:custGeom>
                <a:rect b="b" l="l" r="r" t="t"/>
                <a:pathLst>
                  <a:path extrusionOk="0" h="40695" w="41053">
                    <a:moveTo>
                      <a:pt x="0" y="51"/>
                    </a:moveTo>
                    <a:cubicBezTo>
                      <a:pt x="0" y="51"/>
                      <a:pt x="22955" y="9356"/>
                      <a:pt x="41053" y="8845"/>
                    </a:cubicBezTo>
                    <a:lnTo>
                      <a:pt x="39264" y="40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6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1"/>
          <p:cNvSpPr/>
          <p:nvPr/>
        </p:nvSpPr>
        <p:spPr>
          <a:xfrm>
            <a:off x="668775" y="671425"/>
            <a:ext cx="523800" cy="392400"/>
          </a:xfrm>
          <a:prstGeom prst="snip1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7" name="Google Shape;637;p31"/>
          <p:cNvSpPr txBox="1"/>
          <p:nvPr>
            <p:ph type="title"/>
          </p:nvPr>
        </p:nvSpPr>
        <p:spPr>
          <a:xfrm>
            <a:off x="720000" y="1358813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pt-PT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Problems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31"/>
          <p:cNvSpPr txBox="1"/>
          <p:nvPr>
            <p:ph idx="1" type="body"/>
          </p:nvPr>
        </p:nvSpPr>
        <p:spPr>
          <a:xfrm>
            <a:off x="720000" y="1931513"/>
            <a:ext cx="3852000" cy="10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latin typeface="Roboto"/>
                <a:ea typeface="Roboto"/>
                <a:cs typeface="Roboto"/>
                <a:sym typeface="Roboto"/>
              </a:rPr>
              <a:t>Determine the </a:t>
            </a:r>
            <a:r>
              <a:rPr b="1" lang="pt-PT" sz="1400">
                <a:latin typeface="Roboto"/>
                <a:ea typeface="Roboto"/>
                <a:cs typeface="Roboto"/>
                <a:sym typeface="Roboto"/>
              </a:rPr>
              <a:t>most accurate forecasting method</a:t>
            </a:r>
            <a:r>
              <a:rPr lang="pt-PT" sz="1400">
                <a:latin typeface="Roboto"/>
                <a:ea typeface="Roboto"/>
                <a:cs typeface="Roboto"/>
                <a:sym typeface="Roboto"/>
              </a:rPr>
              <a:t> and predict </a:t>
            </a:r>
            <a:r>
              <a:rPr b="1" lang="pt-PT" sz="1400">
                <a:latin typeface="Roboto"/>
                <a:ea typeface="Roboto"/>
                <a:cs typeface="Roboto"/>
                <a:sym typeface="Roboto"/>
              </a:rPr>
              <a:t>demand for August 2022</a:t>
            </a:r>
            <a:r>
              <a:rPr lang="pt-PT" sz="1400">
                <a:latin typeface="Roboto"/>
                <a:ea typeface="Roboto"/>
                <a:cs typeface="Roboto"/>
                <a:sym typeface="Roboto"/>
              </a:rPr>
              <a:t>, using available historical data, with completion prior to August stock preparation.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31"/>
          <p:cNvSpPr txBox="1"/>
          <p:nvPr>
            <p:ph type="title"/>
          </p:nvPr>
        </p:nvSpPr>
        <p:spPr>
          <a:xfrm>
            <a:off x="720000" y="3004038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pt-PT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Project Scope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31"/>
          <p:cNvSpPr txBox="1"/>
          <p:nvPr>
            <p:ph idx="1" type="body"/>
          </p:nvPr>
        </p:nvSpPr>
        <p:spPr>
          <a:xfrm>
            <a:off x="720000" y="3576738"/>
            <a:ext cx="38520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PT" sz="1400">
                <a:latin typeface="Roboto"/>
                <a:ea typeface="Roboto"/>
                <a:cs typeface="Roboto"/>
                <a:sym typeface="Roboto"/>
              </a:rPr>
              <a:t>predict </a:t>
            </a:r>
            <a:r>
              <a:rPr b="1" lang="pt-PT" sz="1400">
                <a:latin typeface="Roboto"/>
                <a:ea typeface="Roboto"/>
                <a:cs typeface="Roboto"/>
                <a:sym typeface="Roboto"/>
              </a:rPr>
              <a:t>demand for August 2022 from historical data januari - july 2022</a:t>
            </a:r>
            <a:endParaRPr sz="14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31"/>
          <p:cNvSpPr txBox="1"/>
          <p:nvPr>
            <p:ph type="title"/>
          </p:nvPr>
        </p:nvSpPr>
        <p:spPr>
          <a:xfrm>
            <a:off x="4811550" y="1358813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pt-PT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Objectives</a:t>
            </a:r>
            <a:endParaRPr b="1" sz="18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1"/>
          <p:cNvSpPr txBox="1"/>
          <p:nvPr>
            <p:ph idx="1" type="body"/>
          </p:nvPr>
        </p:nvSpPr>
        <p:spPr>
          <a:xfrm>
            <a:off x="4811550" y="1931513"/>
            <a:ext cx="38520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pt-PT" sz="1400">
                <a:latin typeface="Roboto"/>
                <a:ea typeface="Roboto"/>
                <a:cs typeface="Roboto"/>
                <a:sym typeface="Roboto"/>
              </a:rPr>
              <a:t>August 2022 demand forecast for the new hub using the available historical dataset.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pt-PT" sz="1400">
                <a:latin typeface="Roboto"/>
                <a:ea typeface="Roboto"/>
                <a:cs typeface="Roboto"/>
                <a:sym typeface="Roboto"/>
              </a:rPr>
              <a:t>Select the method with the lowest error.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pt-PT" sz="1400">
                <a:latin typeface="Roboto"/>
                <a:ea typeface="Roboto"/>
                <a:cs typeface="Roboto"/>
                <a:sym typeface="Roboto"/>
              </a:rPr>
              <a:t>Complete the analysis before the stock preparation process begins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1"/>
          <p:cNvSpPr txBox="1"/>
          <p:nvPr>
            <p:ph type="title"/>
          </p:nvPr>
        </p:nvSpPr>
        <p:spPr>
          <a:xfrm>
            <a:off x="832050" y="735700"/>
            <a:ext cx="3627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Business Question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Google Shape;6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400" y="836549"/>
            <a:ext cx="5771775" cy="3693926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2"/>
          <p:cNvSpPr txBox="1"/>
          <p:nvPr>
            <p:ph type="title"/>
          </p:nvPr>
        </p:nvSpPr>
        <p:spPr>
          <a:xfrm>
            <a:off x="570275" y="3208075"/>
            <a:ext cx="2062500" cy="13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4" name="Google Shape;654;p33"/>
          <p:cNvGrpSpPr/>
          <p:nvPr/>
        </p:nvGrpSpPr>
        <p:grpSpPr>
          <a:xfrm>
            <a:off x="1266960" y="738775"/>
            <a:ext cx="3396570" cy="3665961"/>
            <a:chOff x="897060" y="738775"/>
            <a:chExt cx="3396570" cy="3665961"/>
          </a:xfrm>
        </p:grpSpPr>
        <p:sp>
          <p:nvSpPr>
            <p:cNvPr id="655" name="Google Shape;655;p33"/>
            <p:cNvSpPr/>
            <p:nvPr/>
          </p:nvSpPr>
          <p:spPr>
            <a:xfrm>
              <a:off x="3263360" y="1829173"/>
              <a:ext cx="8707" cy="944815"/>
            </a:xfrm>
            <a:custGeom>
              <a:rect b="b" l="l" r="r" t="t"/>
              <a:pathLst>
                <a:path extrusionOk="0" h="1561677" w="14391">
                  <a:moveTo>
                    <a:pt x="0" y="0"/>
                  </a:moveTo>
                  <a:lnTo>
                    <a:pt x="14392" y="0"/>
                  </a:lnTo>
                  <a:lnTo>
                    <a:pt x="14392" y="1561678"/>
                  </a:lnTo>
                  <a:lnTo>
                    <a:pt x="0" y="15616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3429692" y="1829173"/>
              <a:ext cx="8707" cy="944815"/>
            </a:xfrm>
            <a:custGeom>
              <a:rect b="b" l="l" r="r" t="t"/>
              <a:pathLst>
                <a:path extrusionOk="0" h="1561677" w="14391">
                  <a:moveTo>
                    <a:pt x="0" y="0"/>
                  </a:moveTo>
                  <a:lnTo>
                    <a:pt x="14392" y="0"/>
                  </a:lnTo>
                  <a:lnTo>
                    <a:pt x="14392" y="1561678"/>
                  </a:lnTo>
                  <a:lnTo>
                    <a:pt x="0" y="15616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3595986" y="1829173"/>
              <a:ext cx="8707" cy="944815"/>
            </a:xfrm>
            <a:custGeom>
              <a:rect b="b" l="l" r="r" t="t"/>
              <a:pathLst>
                <a:path extrusionOk="0" h="1561677" w="14391">
                  <a:moveTo>
                    <a:pt x="0" y="0"/>
                  </a:moveTo>
                  <a:lnTo>
                    <a:pt x="14392" y="0"/>
                  </a:lnTo>
                  <a:lnTo>
                    <a:pt x="14392" y="1561678"/>
                  </a:lnTo>
                  <a:lnTo>
                    <a:pt x="0" y="15616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3762280" y="1829173"/>
              <a:ext cx="8707" cy="944815"/>
            </a:xfrm>
            <a:custGeom>
              <a:rect b="b" l="l" r="r" t="t"/>
              <a:pathLst>
                <a:path extrusionOk="0" h="1561677" w="14391">
                  <a:moveTo>
                    <a:pt x="0" y="0"/>
                  </a:moveTo>
                  <a:lnTo>
                    <a:pt x="14392" y="0"/>
                  </a:lnTo>
                  <a:lnTo>
                    <a:pt x="14392" y="1561678"/>
                  </a:lnTo>
                  <a:lnTo>
                    <a:pt x="0" y="15616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3928612" y="1829173"/>
              <a:ext cx="8707" cy="944815"/>
            </a:xfrm>
            <a:custGeom>
              <a:rect b="b" l="l" r="r" t="t"/>
              <a:pathLst>
                <a:path extrusionOk="0" h="1561677" w="14391">
                  <a:moveTo>
                    <a:pt x="0" y="0"/>
                  </a:moveTo>
                  <a:lnTo>
                    <a:pt x="14392" y="0"/>
                  </a:lnTo>
                  <a:lnTo>
                    <a:pt x="14392" y="1561678"/>
                  </a:lnTo>
                  <a:lnTo>
                    <a:pt x="0" y="15616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4094906" y="1829173"/>
              <a:ext cx="8707" cy="944815"/>
            </a:xfrm>
            <a:custGeom>
              <a:rect b="b" l="l" r="r" t="t"/>
              <a:pathLst>
                <a:path extrusionOk="0" h="1561677" w="14391">
                  <a:moveTo>
                    <a:pt x="0" y="0"/>
                  </a:moveTo>
                  <a:lnTo>
                    <a:pt x="14392" y="0"/>
                  </a:lnTo>
                  <a:lnTo>
                    <a:pt x="14392" y="1561678"/>
                  </a:lnTo>
                  <a:lnTo>
                    <a:pt x="0" y="15616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33"/>
            <p:cNvSpPr/>
            <p:nvPr/>
          </p:nvSpPr>
          <p:spPr>
            <a:xfrm>
              <a:off x="3212953" y="1879580"/>
              <a:ext cx="944815" cy="8707"/>
            </a:xfrm>
            <a:custGeom>
              <a:rect b="b" l="l" r="r" t="t"/>
              <a:pathLst>
                <a:path extrusionOk="0" h="14391" w="1561677">
                  <a:moveTo>
                    <a:pt x="0" y="0"/>
                  </a:moveTo>
                  <a:lnTo>
                    <a:pt x="1561677" y="0"/>
                  </a:lnTo>
                  <a:lnTo>
                    <a:pt x="1561677" y="14392"/>
                  </a:lnTo>
                  <a:lnTo>
                    <a:pt x="0" y="143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33"/>
            <p:cNvSpPr/>
            <p:nvPr/>
          </p:nvSpPr>
          <p:spPr>
            <a:xfrm>
              <a:off x="3212953" y="2045875"/>
              <a:ext cx="944815" cy="8707"/>
            </a:xfrm>
            <a:custGeom>
              <a:rect b="b" l="l" r="r" t="t"/>
              <a:pathLst>
                <a:path extrusionOk="0" h="14391" w="1561677">
                  <a:moveTo>
                    <a:pt x="0" y="0"/>
                  </a:moveTo>
                  <a:lnTo>
                    <a:pt x="1561677" y="0"/>
                  </a:lnTo>
                  <a:lnTo>
                    <a:pt x="1561677" y="14392"/>
                  </a:lnTo>
                  <a:lnTo>
                    <a:pt x="0" y="143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33"/>
            <p:cNvSpPr/>
            <p:nvPr/>
          </p:nvSpPr>
          <p:spPr>
            <a:xfrm>
              <a:off x="3212953" y="2212207"/>
              <a:ext cx="944815" cy="8707"/>
            </a:xfrm>
            <a:custGeom>
              <a:rect b="b" l="l" r="r" t="t"/>
              <a:pathLst>
                <a:path extrusionOk="0" h="14391" w="1561677">
                  <a:moveTo>
                    <a:pt x="0" y="0"/>
                  </a:moveTo>
                  <a:lnTo>
                    <a:pt x="1561677" y="0"/>
                  </a:lnTo>
                  <a:lnTo>
                    <a:pt x="1561677" y="14392"/>
                  </a:lnTo>
                  <a:lnTo>
                    <a:pt x="0" y="143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3"/>
            <p:cNvSpPr/>
            <p:nvPr/>
          </p:nvSpPr>
          <p:spPr>
            <a:xfrm>
              <a:off x="3212953" y="2378501"/>
              <a:ext cx="944815" cy="8707"/>
            </a:xfrm>
            <a:custGeom>
              <a:rect b="b" l="l" r="r" t="t"/>
              <a:pathLst>
                <a:path extrusionOk="0" h="14391" w="1561677">
                  <a:moveTo>
                    <a:pt x="0" y="0"/>
                  </a:moveTo>
                  <a:lnTo>
                    <a:pt x="1561677" y="0"/>
                  </a:lnTo>
                  <a:lnTo>
                    <a:pt x="1561677" y="14392"/>
                  </a:lnTo>
                  <a:lnTo>
                    <a:pt x="0" y="143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3"/>
            <p:cNvSpPr/>
            <p:nvPr/>
          </p:nvSpPr>
          <p:spPr>
            <a:xfrm>
              <a:off x="3212953" y="2544833"/>
              <a:ext cx="944815" cy="8707"/>
            </a:xfrm>
            <a:custGeom>
              <a:rect b="b" l="l" r="r" t="t"/>
              <a:pathLst>
                <a:path extrusionOk="0" h="14391" w="1561677">
                  <a:moveTo>
                    <a:pt x="0" y="0"/>
                  </a:moveTo>
                  <a:lnTo>
                    <a:pt x="1561677" y="0"/>
                  </a:lnTo>
                  <a:lnTo>
                    <a:pt x="1561677" y="14392"/>
                  </a:lnTo>
                  <a:lnTo>
                    <a:pt x="0" y="143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33"/>
            <p:cNvSpPr/>
            <p:nvPr/>
          </p:nvSpPr>
          <p:spPr>
            <a:xfrm>
              <a:off x="3212953" y="2711127"/>
              <a:ext cx="944815" cy="8707"/>
            </a:xfrm>
            <a:custGeom>
              <a:rect b="b" l="l" r="r" t="t"/>
              <a:pathLst>
                <a:path extrusionOk="0" h="14391" w="1561677">
                  <a:moveTo>
                    <a:pt x="0" y="0"/>
                  </a:moveTo>
                  <a:lnTo>
                    <a:pt x="1561677" y="0"/>
                  </a:lnTo>
                  <a:lnTo>
                    <a:pt x="1561677" y="14392"/>
                  </a:lnTo>
                  <a:lnTo>
                    <a:pt x="0" y="1439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3"/>
            <p:cNvSpPr/>
            <p:nvPr/>
          </p:nvSpPr>
          <p:spPr>
            <a:xfrm>
              <a:off x="2877486" y="738775"/>
              <a:ext cx="45627" cy="45589"/>
            </a:xfrm>
            <a:custGeom>
              <a:rect b="b" l="l" r="r" t="t"/>
              <a:pathLst>
                <a:path extrusionOk="0" h="75353" w="75416">
                  <a:moveTo>
                    <a:pt x="75416" y="37645"/>
                  </a:moveTo>
                  <a:cubicBezTo>
                    <a:pt x="75416" y="16843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645"/>
                  </a:cubicBezTo>
                  <a:cubicBezTo>
                    <a:pt x="0" y="58447"/>
                    <a:pt x="16843" y="75353"/>
                    <a:pt x="37708" y="75353"/>
                  </a:cubicBezTo>
                  <a:cubicBezTo>
                    <a:pt x="58573" y="75353"/>
                    <a:pt x="75416" y="58510"/>
                    <a:pt x="75416" y="376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3"/>
            <p:cNvSpPr/>
            <p:nvPr/>
          </p:nvSpPr>
          <p:spPr>
            <a:xfrm>
              <a:off x="2877486" y="891625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75416" y="37708"/>
                  </a:moveTo>
                  <a:cubicBezTo>
                    <a:pt x="75416" y="16906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3"/>
            <p:cNvSpPr/>
            <p:nvPr/>
          </p:nvSpPr>
          <p:spPr>
            <a:xfrm>
              <a:off x="2877486" y="1044512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75416" y="37708"/>
                  </a:moveTo>
                  <a:cubicBezTo>
                    <a:pt x="75416" y="16906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3"/>
            <p:cNvSpPr/>
            <p:nvPr/>
          </p:nvSpPr>
          <p:spPr>
            <a:xfrm>
              <a:off x="2877524" y="1197400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0" y="37708"/>
                  </a:moveTo>
                  <a:cubicBezTo>
                    <a:pt x="0" y="58510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ubicBezTo>
                    <a:pt x="75416" y="16843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7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3"/>
            <p:cNvSpPr/>
            <p:nvPr/>
          </p:nvSpPr>
          <p:spPr>
            <a:xfrm>
              <a:off x="2753382" y="738775"/>
              <a:ext cx="45627" cy="45589"/>
            </a:xfrm>
            <a:custGeom>
              <a:rect b="b" l="l" r="r" t="t"/>
              <a:pathLst>
                <a:path extrusionOk="0" h="75353" w="75416">
                  <a:moveTo>
                    <a:pt x="75416" y="37645"/>
                  </a:moveTo>
                  <a:cubicBezTo>
                    <a:pt x="75416" y="16843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645"/>
                  </a:cubicBezTo>
                  <a:cubicBezTo>
                    <a:pt x="0" y="58447"/>
                    <a:pt x="16843" y="75353"/>
                    <a:pt x="37708" y="75353"/>
                  </a:cubicBezTo>
                  <a:cubicBezTo>
                    <a:pt x="58573" y="75353"/>
                    <a:pt x="75416" y="58510"/>
                    <a:pt x="75416" y="376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3"/>
            <p:cNvSpPr/>
            <p:nvPr/>
          </p:nvSpPr>
          <p:spPr>
            <a:xfrm>
              <a:off x="2753382" y="891625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75416" y="37708"/>
                  </a:moveTo>
                  <a:cubicBezTo>
                    <a:pt x="75416" y="16906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3"/>
            <p:cNvSpPr/>
            <p:nvPr/>
          </p:nvSpPr>
          <p:spPr>
            <a:xfrm>
              <a:off x="2753382" y="1044512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75416" y="37708"/>
                  </a:moveTo>
                  <a:cubicBezTo>
                    <a:pt x="75416" y="16906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3"/>
            <p:cNvSpPr/>
            <p:nvPr/>
          </p:nvSpPr>
          <p:spPr>
            <a:xfrm>
              <a:off x="2753382" y="1197400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75416" y="37708"/>
                  </a:moveTo>
                  <a:cubicBezTo>
                    <a:pt x="75416" y="16906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3"/>
            <p:cNvSpPr/>
            <p:nvPr/>
          </p:nvSpPr>
          <p:spPr>
            <a:xfrm>
              <a:off x="1102825" y="4234966"/>
              <a:ext cx="45589" cy="45627"/>
            </a:xfrm>
            <a:custGeom>
              <a:rect b="b" l="l" r="r" t="t"/>
              <a:pathLst>
                <a:path extrusionOk="0" h="75416" w="75353">
                  <a:moveTo>
                    <a:pt x="37645" y="0"/>
                  </a:moveTo>
                  <a:cubicBezTo>
                    <a:pt x="16843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645" y="75416"/>
                  </a:cubicBezTo>
                  <a:cubicBezTo>
                    <a:pt x="58447" y="75416"/>
                    <a:pt x="75353" y="58573"/>
                    <a:pt x="75353" y="37708"/>
                  </a:cubicBezTo>
                  <a:cubicBezTo>
                    <a:pt x="75353" y="16843"/>
                    <a:pt x="58510" y="0"/>
                    <a:pt x="376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3"/>
            <p:cNvSpPr/>
            <p:nvPr/>
          </p:nvSpPr>
          <p:spPr>
            <a:xfrm>
              <a:off x="1255675" y="4234966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37708" y="0"/>
                  </a:moveTo>
                  <a:cubicBezTo>
                    <a:pt x="16906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ubicBezTo>
                    <a:pt x="75416" y="16843"/>
                    <a:pt x="58573" y="0"/>
                    <a:pt x="37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3"/>
            <p:cNvSpPr/>
            <p:nvPr/>
          </p:nvSpPr>
          <p:spPr>
            <a:xfrm>
              <a:off x="1408562" y="4234966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37708" y="0"/>
                  </a:moveTo>
                  <a:cubicBezTo>
                    <a:pt x="16906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ubicBezTo>
                    <a:pt x="75416" y="16843"/>
                    <a:pt x="58573" y="0"/>
                    <a:pt x="37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3"/>
            <p:cNvSpPr/>
            <p:nvPr/>
          </p:nvSpPr>
          <p:spPr>
            <a:xfrm>
              <a:off x="1561450" y="4234928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37708" y="75416"/>
                  </a:moveTo>
                  <a:cubicBezTo>
                    <a:pt x="58510" y="75416"/>
                    <a:pt x="75416" y="58573"/>
                    <a:pt x="75416" y="37708"/>
                  </a:cubicBezTo>
                  <a:cubicBezTo>
                    <a:pt x="75416" y="16843"/>
                    <a:pt x="58573" y="0"/>
                    <a:pt x="37708" y="0"/>
                  </a:cubicBezTo>
                  <a:cubicBezTo>
                    <a:pt x="16843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3"/>
            <p:cNvSpPr/>
            <p:nvPr/>
          </p:nvSpPr>
          <p:spPr>
            <a:xfrm>
              <a:off x="1102825" y="4359109"/>
              <a:ext cx="45589" cy="45627"/>
            </a:xfrm>
            <a:custGeom>
              <a:rect b="b" l="l" r="r" t="t"/>
              <a:pathLst>
                <a:path extrusionOk="0" h="75416" w="75353">
                  <a:moveTo>
                    <a:pt x="37645" y="0"/>
                  </a:moveTo>
                  <a:cubicBezTo>
                    <a:pt x="16843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645" y="75416"/>
                  </a:cubicBezTo>
                  <a:cubicBezTo>
                    <a:pt x="58447" y="75416"/>
                    <a:pt x="75353" y="58573"/>
                    <a:pt x="75353" y="37708"/>
                  </a:cubicBezTo>
                  <a:cubicBezTo>
                    <a:pt x="75353" y="16843"/>
                    <a:pt x="58510" y="0"/>
                    <a:pt x="376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3"/>
            <p:cNvSpPr/>
            <p:nvPr/>
          </p:nvSpPr>
          <p:spPr>
            <a:xfrm>
              <a:off x="1255675" y="4359109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37708" y="0"/>
                  </a:moveTo>
                  <a:cubicBezTo>
                    <a:pt x="16906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ubicBezTo>
                    <a:pt x="75416" y="16843"/>
                    <a:pt x="58573" y="0"/>
                    <a:pt x="37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3"/>
            <p:cNvSpPr/>
            <p:nvPr/>
          </p:nvSpPr>
          <p:spPr>
            <a:xfrm>
              <a:off x="1408562" y="4359109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37708" y="0"/>
                  </a:moveTo>
                  <a:cubicBezTo>
                    <a:pt x="16906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ubicBezTo>
                    <a:pt x="75416" y="16843"/>
                    <a:pt x="58573" y="0"/>
                    <a:pt x="37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3"/>
            <p:cNvSpPr/>
            <p:nvPr/>
          </p:nvSpPr>
          <p:spPr>
            <a:xfrm>
              <a:off x="1561450" y="4359109"/>
              <a:ext cx="45627" cy="45627"/>
            </a:xfrm>
            <a:custGeom>
              <a:rect b="b" l="l" r="r" t="t"/>
              <a:pathLst>
                <a:path extrusionOk="0" h="75416" w="75416">
                  <a:moveTo>
                    <a:pt x="37708" y="0"/>
                  </a:moveTo>
                  <a:cubicBezTo>
                    <a:pt x="16906" y="0"/>
                    <a:pt x="0" y="16843"/>
                    <a:pt x="0" y="37708"/>
                  </a:cubicBezTo>
                  <a:cubicBezTo>
                    <a:pt x="0" y="58573"/>
                    <a:pt x="16843" y="75416"/>
                    <a:pt x="37708" y="75416"/>
                  </a:cubicBezTo>
                  <a:cubicBezTo>
                    <a:pt x="58573" y="75416"/>
                    <a:pt x="75416" y="58573"/>
                    <a:pt x="75416" y="37708"/>
                  </a:cubicBezTo>
                  <a:cubicBezTo>
                    <a:pt x="75416" y="16843"/>
                    <a:pt x="58573" y="0"/>
                    <a:pt x="377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3"/>
            <p:cNvSpPr/>
            <p:nvPr/>
          </p:nvSpPr>
          <p:spPr>
            <a:xfrm>
              <a:off x="897060" y="2964604"/>
              <a:ext cx="655766" cy="807362"/>
            </a:xfrm>
            <a:custGeom>
              <a:rect b="b" l="l" r="r" t="t"/>
              <a:pathLst>
                <a:path extrusionOk="0" h="1334482" w="1083910">
                  <a:moveTo>
                    <a:pt x="1006630" y="1334482"/>
                  </a:moveTo>
                  <a:cubicBezTo>
                    <a:pt x="858752" y="1334482"/>
                    <a:pt x="719673" y="1287975"/>
                    <a:pt x="601081" y="1198231"/>
                  </a:cubicBezTo>
                  <a:cubicBezTo>
                    <a:pt x="471177" y="1099938"/>
                    <a:pt x="377849" y="945461"/>
                    <a:pt x="344415" y="773638"/>
                  </a:cubicBezTo>
                  <a:cubicBezTo>
                    <a:pt x="98684" y="620606"/>
                    <a:pt x="-41401" y="300654"/>
                    <a:pt x="10888" y="10491"/>
                  </a:cubicBezTo>
                  <a:cubicBezTo>
                    <a:pt x="11516" y="7097"/>
                    <a:pt x="13464" y="4018"/>
                    <a:pt x="16418" y="2132"/>
                  </a:cubicBezTo>
                  <a:cubicBezTo>
                    <a:pt x="19309" y="184"/>
                    <a:pt x="22891" y="-445"/>
                    <a:pt x="26285" y="310"/>
                  </a:cubicBezTo>
                  <a:cubicBezTo>
                    <a:pt x="305701" y="62905"/>
                    <a:pt x="564064" y="238185"/>
                    <a:pt x="753798" y="493845"/>
                  </a:cubicBezTo>
                  <a:cubicBezTo>
                    <a:pt x="919462" y="717013"/>
                    <a:pt x="1030449" y="993853"/>
                    <a:pt x="1083743" y="1316696"/>
                  </a:cubicBezTo>
                  <a:cubicBezTo>
                    <a:pt x="1084309" y="1320216"/>
                    <a:pt x="1083429" y="1323798"/>
                    <a:pt x="1081230" y="1326563"/>
                  </a:cubicBezTo>
                  <a:cubicBezTo>
                    <a:pt x="1079093" y="1329392"/>
                    <a:pt x="1075825" y="1331151"/>
                    <a:pt x="1072305" y="1331466"/>
                  </a:cubicBezTo>
                  <a:cubicBezTo>
                    <a:pt x="1050309" y="1333476"/>
                    <a:pt x="1028375" y="1334482"/>
                    <a:pt x="1006693" y="1334482"/>
                  </a:cubicBezTo>
                  <a:close/>
                  <a:moveTo>
                    <a:pt x="33701" y="28214"/>
                  </a:moveTo>
                  <a:cubicBezTo>
                    <a:pt x="-10606" y="306813"/>
                    <a:pt x="126211" y="610551"/>
                    <a:pt x="362515" y="754847"/>
                  </a:cubicBezTo>
                  <a:cubicBezTo>
                    <a:pt x="365594" y="756733"/>
                    <a:pt x="367731" y="759812"/>
                    <a:pt x="368422" y="763394"/>
                  </a:cubicBezTo>
                  <a:cubicBezTo>
                    <a:pt x="399783" y="931258"/>
                    <a:pt x="490156" y="1082341"/>
                    <a:pt x="616478" y="1177868"/>
                  </a:cubicBezTo>
                  <a:cubicBezTo>
                    <a:pt x="743743" y="1274149"/>
                    <a:pt x="895518" y="1318645"/>
                    <a:pt x="1056154" y="1307144"/>
                  </a:cubicBezTo>
                  <a:cubicBezTo>
                    <a:pt x="1002671" y="994230"/>
                    <a:pt x="894072" y="725749"/>
                    <a:pt x="733185" y="508991"/>
                  </a:cubicBezTo>
                  <a:cubicBezTo>
                    <a:pt x="550049" y="262255"/>
                    <a:pt x="302119" y="91940"/>
                    <a:pt x="33701" y="28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3"/>
            <p:cNvSpPr/>
            <p:nvPr/>
          </p:nvSpPr>
          <p:spPr>
            <a:xfrm>
              <a:off x="1569916" y="2952380"/>
              <a:ext cx="544662" cy="865413"/>
            </a:xfrm>
            <a:custGeom>
              <a:rect b="b" l="l" r="r" t="t"/>
              <a:pathLst>
                <a:path extrusionOk="0" h="1430435" w="900267">
                  <a:moveTo>
                    <a:pt x="55395" y="1430435"/>
                  </a:moveTo>
                  <a:cubicBezTo>
                    <a:pt x="49802" y="1430435"/>
                    <a:pt x="44711" y="1426728"/>
                    <a:pt x="43140" y="1421134"/>
                  </a:cubicBezTo>
                  <a:cubicBezTo>
                    <a:pt x="-40446" y="1126949"/>
                    <a:pt x="-1419" y="805865"/>
                    <a:pt x="150231" y="540275"/>
                  </a:cubicBezTo>
                  <a:cubicBezTo>
                    <a:pt x="301942" y="274685"/>
                    <a:pt x="558608" y="77912"/>
                    <a:pt x="854491" y="422"/>
                  </a:cubicBezTo>
                  <a:cubicBezTo>
                    <a:pt x="857821" y="-458"/>
                    <a:pt x="861404" y="45"/>
                    <a:pt x="864357" y="1867"/>
                  </a:cubicBezTo>
                  <a:cubicBezTo>
                    <a:pt x="867311" y="3627"/>
                    <a:pt x="869385" y="6581"/>
                    <a:pt x="870202" y="9912"/>
                  </a:cubicBezTo>
                  <a:cubicBezTo>
                    <a:pt x="905396" y="163635"/>
                    <a:pt x="909859" y="318866"/>
                    <a:pt x="882709" y="447011"/>
                  </a:cubicBezTo>
                  <a:cubicBezTo>
                    <a:pt x="865614" y="527705"/>
                    <a:pt x="841167" y="586342"/>
                    <a:pt x="805659" y="631591"/>
                  </a:cubicBezTo>
                  <a:cubicBezTo>
                    <a:pt x="763111" y="685891"/>
                    <a:pt x="701710" y="719262"/>
                    <a:pt x="642194" y="721336"/>
                  </a:cubicBezTo>
                  <a:cubicBezTo>
                    <a:pt x="665573" y="886246"/>
                    <a:pt x="622649" y="1067056"/>
                    <a:pt x="528568" y="1196646"/>
                  </a:cubicBezTo>
                  <a:cubicBezTo>
                    <a:pt x="405577" y="1366143"/>
                    <a:pt x="136718" y="1418306"/>
                    <a:pt x="57280" y="1430247"/>
                  </a:cubicBezTo>
                  <a:cubicBezTo>
                    <a:pt x="56652" y="1430372"/>
                    <a:pt x="56023" y="1430372"/>
                    <a:pt x="55395" y="1430372"/>
                  </a:cubicBezTo>
                  <a:close/>
                  <a:moveTo>
                    <a:pt x="848143" y="28577"/>
                  </a:moveTo>
                  <a:cubicBezTo>
                    <a:pt x="564264" y="106570"/>
                    <a:pt x="318471" y="297121"/>
                    <a:pt x="172353" y="552970"/>
                  </a:cubicBezTo>
                  <a:cubicBezTo>
                    <a:pt x="25920" y="809384"/>
                    <a:pt x="-13171" y="1118653"/>
                    <a:pt x="64633" y="1403348"/>
                  </a:cubicBezTo>
                  <a:cubicBezTo>
                    <a:pt x="152996" y="1388894"/>
                    <a:pt x="395898" y="1336102"/>
                    <a:pt x="507954" y="1181751"/>
                  </a:cubicBezTo>
                  <a:cubicBezTo>
                    <a:pt x="601030" y="1053481"/>
                    <a:pt x="641943" y="872985"/>
                    <a:pt x="614730" y="710590"/>
                  </a:cubicBezTo>
                  <a:cubicBezTo>
                    <a:pt x="614102" y="706756"/>
                    <a:pt x="615233" y="702860"/>
                    <a:pt x="617810" y="699968"/>
                  </a:cubicBezTo>
                  <a:cubicBezTo>
                    <a:pt x="620387" y="697077"/>
                    <a:pt x="624220" y="695569"/>
                    <a:pt x="628054" y="695758"/>
                  </a:cubicBezTo>
                  <a:cubicBezTo>
                    <a:pt x="683988" y="699214"/>
                    <a:pt x="744320" y="668545"/>
                    <a:pt x="785548" y="615942"/>
                  </a:cubicBezTo>
                  <a:cubicBezTo>
                    <a:pt x="818542" y="573835"/>
                    <a:pt x="841481" y="518530"/>
                    <a:pt x="857696" y="441857"/>
                  </a:cubicBezTo>
                  <a:cubicBezTo>
                    <a:pt x="883274" y="320877"/>
                    <a:pt x="879881" y="174633"/>
                    <a:pt x="848143" y="28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3"/>
            <p:cNvSpPr/>
            <p:nvPr/>
          </p:nvSpPr>
          <p:spPr>
            <a:xfrm>
              <a:off x="966047" y="3018763"/>
              <a:ext cx="651534" cy="1116784"/>
            </a:xfrm>
            <a:custGeom>
              <a:rect b="b" l="l" r="r" t="t"/>
              <a:pathLst>
                <a:path extrusionOk="0" h="1845924" w="1076916">
                  <a:moveTo>
                    <a:pt x="1064159" y="1845924"/>
                  </a:moveTo>
                  <a:cubicBezTo>
                    <a:pt x="1057120" y="1845924"/>
                    <a:pt x="1051401" y="1840268"/>
                    <a:pt x="1051401" y="1833229"/>
                  </a:cubicBezTo>
                  <a:cubicBezTo>
                    <a:pt x="1051401" y="1830338"/>
                    <a:pt x="1048761" y="1542752"/>
                    <a:pt x="918857" y="1177487"/>
                  </a:cubicBezTo>
                  <a:cubicBezTo>
                    <a:pt x="799071" y="840817"/>
                    <a:pt x="543474" y="367330"/>
                    <a:pt x="5883" y="23496"/>
                  </a:cubicBezTo>
                  <a:cubicBezTo>
                    <a:pt x="-24" y="19725"/>
                    <a:pt x="-1784" y="11806"/>
                    <a:pt x="1987" y="5899"/>
                  </a:cubicBezTo>
                  <a:cubicBezTo>
                    <a:pt x="5758" y="-71"/>
                    <a:pt x="13676" y="-1768"/>
                    <a:pt x="19647" y="2002"/>
                  </a:cubicBezTo>
                  <a:cubicBezTo>
                    <a:pt x="259910" y="155662"/>
                    <a:pt x="464978" y="347471"/>
                    <a:pt x="629197" y="572210"/>
                  </a:cubicBezTo>
                  <a:cubicBezTo>
                    <a:pt x="760546" y="751952"/>
                    <a:pt x="866254" y="953061"/>
                    <a:pt x="943242" y="1169819"/>
                  </a:cubicBezTo>
                  <a:cubicBezTo>
                    <a:pt x="1074403" y="1538981"/>
                    <a:pt x="1076917" y="1830212"/>
                    <a:pt x="1076917" y="1833104"/>
                  </a:cubicBezTo>
                  <a:cubicBezTo>
                    <a:pt x="1076917" y="1840142"/>
                    <a:pt x="1071260" y="1845861"/>
                    <a:pt x="1064222" y="1845924"/>
                  </a:cubicBezTo>
                  <a:lnTo>
                    <a:pt x="1064222" y="18459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3"/>
            <p:cNvSpPr/>
            <p:nvPr/>
          </p:nvSpPr>
          <p:spPr>
            <a:xfrm>
              <a:off x="1584137" y="3050200"/>
              <a:ext cx="398956" cy="938379"/>
            </a:xfrm>
            <a:custGeom>
              <a:rect b="b" l="l" r="r" t="t"/>
              <a:pathLst>
                <a:path extrusionOk="0" h="1551040" w="659431">
                  <a:moveTo>
                    <a:pt x="13383" y="1551041"/>
                  </a:moveTo>
                  <a:cubicBezTo>
                    <a:pt x="6470" y="1551041"/>
                    <a:pt x="813" y="1545510"/>
                    <a:pt x="625" y="1538597"/>
                  </a:cubicBezTo>
                  <a:cubicBezTo>
                    <a:pt x="-11756" y="989569"/>
                    <a:pt x="162266" y="601365"/>
                    <a:pt x="310396" y="372414"/>
                  </a:cubicBezTo>
                  <a:cubicBezTo>
                    <a:pt x="471158" y="123918"/>
                    <a:pt x="637639" y="3567"/>
                    <a:pt x="639273" y="2373"/>
                  </a:cubicBezTo>
                  <a:cubicBezTo>
                    <a:pt x="644992" y="-1712"/>
                    <a:pt x="652973" y="-392"/>
                    <a:pt x="657058" y="5327"/>
                  </a:cubicBezTo>
                  <a:cubicBezTo>
                    <a:pt x="661143" y="11046"/>
                    <a:pt x="659824" y="19027"/>
                    <a:pt x="654105" y="23112"/>
                  </a:cubicBezTo>
                  <a:cubicBezTo>
                    <a:pt x="652471" y="24307"/>
                    <a:pt x="489258" y="142458"/>
                    <a:pt x="331135" y="387309"/>
                  </a:cubicBezTo>
                  <a:cubicBezTo>
                    <a:pt x="185268" y="613117"/>
                    <a:pt x="13885" y="996105"/>
                    <a:pt x="26078" y="1537969"/>
                  </a:cubicBezTo>
                  <a:cubicBezTo>
                    <a:pt x="26266" y="1545008"/>
                    <a:pt x="20673" y="1550852"/>
                    <a:pt x="13634" y="1551041"/>
                  </a:cubicBezTo>
                  <a:lnTo>
                    <a:pt x="13320" y="15510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3"/>
            <p:cNvSpPr/>
            <p:nvPr/>
          </p:nvSpPr>
          <p:spPr>
            <a:xfrm>
              <a:off x="3132910" y="3270463"/>
              <a:ext cx="607374" cy="683667"/>
            </a:xfrm>
            <a:custGeom>
              <a:rect b="b" l="l" r="r" t="t"/>
              <a:pathLst>
                <a:path extrusionOk="0" h="1130028" w="1003924">
                  <a:moveTo>
                    <a:pt x="882276" y="1130028"/>
                  </a:moveTo>
                  <a:cubicBezTo>
                    <a:pt x="876557" y="1130028"/>
                    <a:pt x="870712" y="1129588"/>
                    <a:pt x="864679" y="1128771"/>
                  </a:cubicBezTo>
                  <a:cubicBezTo>
                    <a:pt x="802021" y="1119973"/>
                    <a:pt x="770284" y="1068376"/>
                    <a:pt x="742317" y="1022875"/>
                  </a:cubicBezTo>
                  <a:cubicBezTo>
                    <a:pt x="736786" y="1013888"/>
                    <a:pt x="731570" y="1005403"/>
                    <a:pt x="726102" y="997170"/>
                  </a:cubicBezTo>
                  <a:cubicBezTo>
                    <a:pt x="655462" y="890268"/>
                    <a:pt x="538191" y="822331"/>
                    <a:pt x="433865" y="767026"/>
                  </a:cubicBezTo>
                  <a:cubicBezTo>
                    <a:pt x="422553" y="761056"/>
                    <a:pt x="411177" y="755085"/>
                    <a:pt x="399802" y="749052"/>
                  </a:cubicBezTo>
                  <a:cubicBezTo>
                    <a:pt x="298305" y="695758"/>
                    <a:pt x="193351" y="640704"/>
                    <a:pt x="113284" y="556301"/>
                  </a:cubicBezTo>
                  <a:cubicBezTo>
                    <a:pt x="35480" y="474286"/>
                    <a:pt x="-35725" y="330367"/>
                    <a:pt x="19706" y="194807"/>
                  </a:cubicBezTo>
                  <a:cubicBezTo>
                    <a:pt x="56534" y="104810"/>
                    <a:pt x="149798" y="33856"/>
                    <a:pt x="263048" y="9723"/>
                  </a:cubicBezTo>
                  <a:cubicBezTo>
                    <a:pt x="420290" y="-23774"/>
                    <a:pt x="599843" y="30651"/>
                    <a:pt x="731696" y="151820"/>
                  </a:cubicBezTo>
                  <a:cubicBezTo>
                    <a:pt x="876557" y="284929"/>
                    <a:pt x="939027" y="463602"/>
                    <a:pt x="965925" y="590050"/>
                  </a:cubicBezTo>
                  <a:lnTo>
                    <a:pt x="965925" y="590050"/>
                  </a:lnTo>
                  <a:cubicBezTo>
                    <a:pt x="1011112" y="802471"/>
                    <a:pt x="1015951" y="954309"/>
                    <a:pt x="980694" y="1054235"/>
                  </a:cubicBezTo>
                  <a:cubicBezTo>
                    <a:pt x="963411" y="1103130"/>
                    <a:pt x="928091" y="1130028"/>
                    <a:pt x="882276" y="1130028"/>
                  </a:cubicBezTo>
                  <a:close/>
                  <a:moveTo>
                    <a:pt x="357255" y="22858"/>
                  </a:moveTo>
                  <a:cubicBezTo>
                    <a:pt x="326963" y="22858"/>
                    <a:pt x="296985" y="25875"/>
                    <a:pt x="267824" y="32096"/>
                  </a:cubicBezTo>
                  <a:cubicBezTo>
                    <a:pt x="161865" y="54659"/>
                    <a:pt x="74885" y="120333"/>
                    <a:pt x="40885" y="203417"/>
                  </a:cubicBezTo>
                  <a:cubicBezTo>
                    <a:pt x="-7193" y="320877"/>
                    <a:pt x="50940" y="457317"/>
                    <a:pt x="129876" y="540463"/>
                  </a:cubicBezTo>
                  <a:cubicBezTo>
                    <a:pt x="207366" y="622101"/>
                    <a:pt x="310560" y="676275"/>
                    <a:pt x="410423" y="728689"/>
                  </a:cubicBezTo>
                  <a:cubicBezTo>
                    <a:pt x="421861" y="734660"/>
                    <a:pt x="433237" y="740693"/>
                    <a:pt x="444549" y="746663"/>
                  </a:cubicBezTo>
                  <a:cubicBezTo>
                    <a:pt x="551388" y="803288"/>
                    <a:pt x="671551" y="873048"/>
                    <a:pt x="745145" y="984475"/>
                  </a:cubicBezTo>
                  <a:cubicBezTo>
                    <a:pt x="750801" y="993022"/>
                    <a:pt x="756394" y="1002072"/>
                    <a:pt x="761736" y="1010808"/>
                  </a:cubicBezTo>
                  <a:cubicBezTo>
                    <a:pt x="789515" y="1055995"/>
                    <a:pt x="815784" y="1098731"/>
                    <a:pt x="867759" y="1106021"/>
                  </a:cubicBezTo>
                  <a:cubicBezTo>
                    <a:pt x="923064" y="1113751"/>
                    <a:pt x="947888" y="1077928"/>
                    <a:pt x="959012" y="1046505"/>
                  </a:cubicBezTo>
                  <a:cubicBezTo>
                    <a:pt x="1009226" y="904094"/>
                    <a:pt x="959704" y="671247"/>
                    <a:pt x="943426" y="594700"/>
                  </a:cubicBezTo>
                  <a:lnTo>
                    <a:pt x="943426" y="594700"/>
                  </a:lnTo>
                  <a:cubicBezTo>
                    <a:pt x="917219" y="471521"/>
                    <a:pt x="856572" y="297624"/>
                    <a:pt x="716110" y="168600"/>
                  </a:cubicBezTo>
                  <a:cubicBezTo>
                    <a:pt x="614235" y="74958"/>
                    <a:pt x="482885" y="22795"/>
                    <a:pt x="357192" y="22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3"/>
            <p:cNvSpPr/>
            <p:nvPr/>
          </p:nvSpPr>
          <p:spPr>
            <a:xfrm>
              <a:off x="3386443" y="3418494"/>
              <a:ext cx="305304" cy="725273"/>
            </a:xfrm>
            <a:custGeom>
              <a:rect b="b" l="l" r="r" t="t"/>
              <a:pathLst>
                <a:path extrusionOk="0" h="1198799" w="504634">
                  <a:moveTo>
                    <a:pt x="476062" y="1198799"/>
                  </a:moveTo>
                  <a:cubicBezTo>
                    <a:pt x="475559" y="1198799"/>
                    <a:pt x="474994" y="1198799"/>
                    <a:pt x="474491" y="1198673"/>
                  </a:cubicBezTo>
                  <a:cubicBezTo>
                    <a:pt x="468206" y="1197793"/>
                    <a:pt x="463870" y="1192012"/>
                    <a:pt x="464750" y="1185727"/>
                  </a:cubicBezTo>
                  <a:cubicBezTo>
                    <a:pt x="498687" y="942636"/>
                    <a:pt x="481530" y="720976"/>
                    <a:pt x="413718" y="526968"/>
                  </a:cubicBezTo>
                  <a:cubicBezTo>
                    <a:pt x="336731" y="306690"/>
                    <a:pt x="188099" y="122424"/>
                    <a:pt x="5906" y="21492"/>
                  </a:cubicBezTo>
                  <a:cubicBezTo>
                    <a:pt x="376" y="18413"/>
                    <a:pt x="-1635" y="11437"/>
                    <a:pt x="1444" y="5906"/>
                  </a:cubicBezTo>
                  <a:cubicBezTo>
                    <a:pt x="4523" y="376"/>
                    <a:pt x="11499" y="-1635"/>
                    <a:pt x="17030" y="1444"/>
                  </a:cubicBezTo>
                  <a:cubicBezTo>
                    <a:pt x="204125" y="105078"/>
                    <a:pt x="356591" y="293870"/>
                    <a:pt x="435400" y="519426"/>
                  </a:cubicBezTo>
                  <a:cubicBezTo>
                    <a:pt x="504406" y="716953"/>
                    <a:pt x="521940" y="942196"/>
                    <a:pt x="487500" y="1188932"/>
                  </a:cubicBezTo>
                  <a:cubicBezTo>
                    <a:pt x="486683" y="1194651"/>
                    <a:pt x="481781" y="1198799"/>
                    <a:pt x="476188" y="11987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3773480" y="3543929"/>
              <a:ext cx="520149" cy="346528"/>
            </a:xfrm>
            <a:custGeom>
              <a:rect b="b" l="l" r="r" t="t"/>
              <a:pathLst>
                <a:path extrusionOk="0" h="572774" w="859751">
                  <a:moveTo>
                    <a:pt x="121058" y="572775"/>
                  </a:moveTo>
                  <a:cubicBezTo>
                    <a:pt x="89697" y="572775"/>
                    <a:pt x="59594" y="564227"/>
                    <a:pt x="33890" y="542734"/>
                  </a:cubicBezTo>
                  <a:cubicBezTo>
                    <a:pt x="-12491" y="503832"/>
                    <a:pt x="-11234" y="431747"/>
                    <a:pt x="37472" y="334272"/>
                  </a:cubicBezTo>
                  <a:cubicBezTo>
                    <a:pt x="68581" y="272116"/>
                    <a:pt x="117099" y="212098"/>
                    <a:pt x="181768" y="155976"/>
                  </a:cubicBezTo>
                  <a:cubicBezTo>
                    <a:pt x="214574" y="127506"/>
                    <a:pt x="250082" y="102493"/>
                    <a:pt x="287413" y="81565"/>
                  </a:cubicBezTo>
                  <a:lnTo>
                    <a:pt x="287413" y="81565"/>
                  </a:lnTo>
                  <a:cubicBezTo>
                    <a:pt x="418260" y="8223"/>
                    <a:pt x="577639" y="-17230"/>
                    <a:pt x="724826" y="11617"/>
                  </a:cubicBezTo>
                  <a:cubicBezTo>
                    <a:pt x="761277" y="18781"/>
                    <a:pt x="813000" y="32985"/>
                    <a:pt x="840904" y="73709"/>
                  </a:cubicBezTo>
                  <a:cubicBezTo>
                    <a:pt x="865854" y="110035"/>
                    <a:pt x="866043" y="163391"/>
                    <a:pt x="841407" y="206441"/>
                  </a:cubicBezTo>
                  <a:cubicBezTo>
                    <a:pt x="821359" y="241447"/>
                    <a:pt x="786165" y="270608"/>
                    <a:pt x="739595" y="290781"/>
                  </a:cubicBezTo>
                  <a:cubicBezTo>
                    <a:pt x="645388" y="331569"/>
                    <a:pt x="539365" y="325473"/>
                    <a:pt x="444907" y="319062"/>
                  </a:cubicBezTo>
                  <a:cubicBezTo>
                    <a:pt x="444404" y="320068"/>
                    <a:pt x="443776" y="321199"/>
                    <a:pt x="443147" y="322393"/>
                  </a:cubicBezTo>
                  <a:cubicBezTo>
                    <a:pt x="414992" y="376316"/>
                    <a:pt x="402171" y="400324"/>
                    <a:pt x="398715" y="405100"/>
                  </a:cubicBezTo>
                  <a:cubicBezTo>
                    <a:pt x="377598" y="434763"/>
                    <a:pt x="352648" y="461787"/>
                    <a:pt x="324556" y="485355"/>
                  </a:cubicBezTo>
                  <a:cubicBezTo>
                    <a:pt x="280563" y="522309"/>
                    <a:pt x="197166" y="572712"/>
                    <a:pt x="120995" y="572712"/>
                  </a:cubicBezTo>
                  <a:close/>
                  <a:moveTo>
                    <a:pt x="298600" y="101613"/>
                  </a:moveTo>
                  <a:cubicBezTo>
                    <a:pt x="262652" y="121724"/>
                    <a:pt x="228400" y="145857"/>
                    <a:pt x="196788" y="173321"/>
                  </a:cubicBezTo>
                  <a:cubicBezTo>
                    <a:pt x="134444" y="227432"/>
                    <a:pt x="87749" y="285063"/>
                    <a:pt x="57960" y="344516"/>
                  </a:cubicBezTo>
                  <a:cubicBezTo>
                    <a:pt x="33135" y="394101"/>
                    <a:pt x="-1053" y="483532"/>
                    <a:pt x="48596" y="525137"/>
                  </a:cubicBezTo>
                  <a:cubicBezTo>
                    <a:pt x="125017" y="589241"/>
                    <a:pt x="252911" y="515710"/>
                    <a:pt x="309850" y="467821"/>
                  </a:cubicBezTo>
                  <a:cubicBezTo>
                    <a:pt x="336434" y="445510"/>
                    <a:pt x="360064" y="419932"/>
                    <a:pt x="380049" y="391839"/>
                  </a:cubicBezTo>
                  <a:cubicBezTo>
                    <a:pt x="382689" y="388068"/>
                    <a:pt x="397081" y="361170"/>
                    <a:pt x="422785" y="311835"/>
                  </a:cubicBezTo>
                  <a:cubicBezTo>
                    <a:pt x="430075" y="297821"/>
                    <a:pt x="431395" y="295369"/>
                    <a:pt x="438811" y="295747"/>
                  </a:cubicBezTo>
                  <a:cubicBezTo>
                    <a:pt x="532641" y="302157"/>
                    <a:pt x="638852" y="309447"/>
                    <a:pt x="730420" y="269791"/>
                  </a:cubicBezTo>
                  <a:cubicBezTo>
                    <a:pt x="759706" y="257096"/>
                    <a:pt x="799237" y="233842"/>
                    <a:pt x="821421" y="195129"/>
                  </a:cubicBezTo>
                  <a:cubicBezTo>
                    <a:pt x="841784" y="159558"/>
                    <a:pt x="841972" y="116005"/>
                    <a:pt x="821924" y="86718"/>
                  </a:cubicBezTo>
                  <a:cubicBezTo>
                    <a:pt x="798734" y="52907"/>
                    <a:pt x="752856" y="40526"/>
                    <a:pt x="720301" y="34179"/>
                  </a:cubicBezTo>
                  <a:cubicBezTo>
                    <a:pt x="578393" y="6338"/>
                    <a:pt x="424670" y="30910"/>
                    <a:pt x="298474" y="101613"/>
                  </a:cubicBezTo>
                  <a:lnTo>
                    <a:pt x="298474" y="101613"/>
                  </a:lnTo>
                  <a:close/>
                  <a:moveTo>
                    <a:pt x="293007" y="91621"/>
                  </a:moveTo>
                  <a:lnTo>
                    <a:pt x="293007" y="91621"/>
                  </a:lnTo>
                  <a:lnTo>
                    <a:pt x="293007" y="916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3"/>
            <p:cNvSpPr/>
            <p:nvPr/>
          </p:nvSpPr>
          <p:spPr>
            <a:xfrm>
              <a:off x="3727388" y="3580907"/>
              <a:ext cx="478894" cy="562214"/>
            </a:xfrm>
            <a:custGeom>
              <a:rect b="b" l="l" r="r" t="t"/>
              <a:pathLst>
                <a:path extrusionOk="0" h="929280" w="791560">
                  <a:moveTo>
                    <a:pt x="11459" y="929280"/>
                  </a:moveTo>
                  <a:cubicBezTo>
                    <a:pt x="11459" y="929280"/>
                    <a:pt x="11019" y="929280"/>
                    <a:pt x="10830" y="929280"/>
                  </a:cubicBezTo>
                  <a:cubicBezTo>
                    <a:pt x="4483" y="928966"/>
                    <a:pt x="-356" y="923561"/>
                    <a:pt x="21" y="917213"/>
                  </a:cubicBezTo>
                  <a:cubicBezTo>
                    <a:pt x="9071" y="748470"/>
                    <a:pt x="38169" y="605306"/>
                    <a:pt x="88886" y="479549"/>
                  </a:cubicBezTo>
                  <a:cubicBezTo>
                    <a:pt x="149219" y="330100"/>
                    <a:pt x="241289" y="206606"/>
                    <a:pt x="355104" y="122391"/>
                  </a:cubicBezTo>
                  <a:cubicBezTo>
                    <a:pt x="482558" y="28121"/>
                    <a:pt x="638040" y="-14803"/>
                    <a:pt x="781645" y="4554"/>
                  </a:cubicBezTo>
                  <a:cubicBezTo>
                    <a:pt x="787930" y="5371"/>
                    <a:pt x="792329" y="11153"/>
                    <a:pt x="791449" y="17437"/>
                  </a:cubicBezTo>
                  <a:cubicBezTo>
                    <a:pt x="790632" y="23722"/>
                    <a:pt x="784787" y="28059"/>
                    <a:pt x="778565" y="27242"/>
                  </a:cubicBezTo>
                  <a:cubicBezTo>
                    <a:pt x="640806" y="8639"/>
                    <a:pt x="491419" y="50055"/>
                    <a:pt x="368742" y="140806"/>
                  </a:cubicBezTo>
                  <a:cubicBezTo>
                    <a:pt x="258258" y="222506"/>
                    <a:pt x="168827" y="342606"/>
                    <a:pt x="110128" y="488096"/>
                  </a:cubicBezTo>
                  <a:cubicBezTo>
                    <a:pt x="60354" y="611464"/>
                    <a:pt x="31821" y="752178"/>
                    <a:pt x="22897" y="918407"/>
                  </a:cubicBezTo>
                  <a:cubicBezTo>
                    <a:pt x="22583" y="924504"/>
                    <a:pt x="17492" y="929280"/>
                    <a:pt x="11459" y="9292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33"/>
            <p:cNvSpPr/>
            <p:nvPr/>
          </p:nvSpPr>
          <p:spPr>
            <a:xfrm>
              <a:off x="3061959" y="1101471"/>
              <a:ext cx="1138538" cy="1138538"/>
            </a:xfrm>
            <a:custGeom>
              <a:rect b="b" l="l" r="r" t="t"/>
              <a:pathLst>
                <a:path extrusionOk="0" h="1881881" w="1881881">
                  <a:moveTo>
                    <a:pt x="1791885" y="0"/>
                  </a:moveTo>
                  <a:cubicBezTo>
                    <a:pt x="1245559" y="12192"/>
                    <a:pt x="678241" y="12192"/>
                    <a:pt x="89996" y="0"/>
                  </a:cubicBezTo>
                  <a:cubicBezTo>
                    <a:pt x="40285" y="0"/>
                    <a:pt x="0" y="40285"/>
                    <a:pt x="0" y="89996"/>
                  </a:cubicBezTo>
                  <a:cubicBezTo>
                    <a:pt x="8610" y="696656"/>
                    <a:pt x="10118" y="1270760"/>
                    <a:pt x="0" y="1791885"/>
                  </a:cubicBezTo>
                  <a:cubicBezTo>
                    <a:pt x="0" y="1841596"/>
                    <a:pt x="40285" y="1881881"/>
                    <a:pt x="89996" y="1881881"/>
                  </a:cubicBezTo>
                  <a:cubicBezTo>
                    <a:pt x="634437" y="1864661"/>
                    <a:pt x="1200811" y="1863907"/>
                    <a:pt x="1791885" y="1881881"/>
                  </a:cubicBezTo>
                  <a:cubicBezTo>
                    <a:pt x="1841596" y="1881881"/>
                    <a:pt x="1881881" y="1841596"/>
                    <a:pt x="1881881" y="1791885"/>
                  </a:cubicBezTo>
                  <a:cubicBezTo>
                    <a:pt x="1865792" y="1211244"/>
                    <a:pt x="1865290" y="643487"/>
                    <a:pt x="1881881" y="89996"/>
                  </a:cubicBezTo>
                  <a:cubicBezTo>
                    <a:pt x="1881881" y="40285"/>
                    <a:pt x="1841596" y="0"/>
                    <a:pt x="1791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3"/>
            <p:cNvSpPr/>
            <p:nvPr/>
          </p:nvSpPr>
          <p:spPr>
            <a:xfrm rot="-2700000">
              <a:off x="3234329" y="1281491"/>
              <a:ext cx="786367" cy="786367"/>
            </a:xfrm>
            <a:custGeom>
              <a:rect b="b" l="l" r="r" t="t"/>
              <a:pathLst>
                <a:path extrusionOk="0" h="1308342" w="1308342">
                  <a:moveTo>
                    <a:pt x="1308343" y="654171"/>
                  </a:moveTo>
                  <a:cubicBezTo>
                    <a:pt x="1308343" y="1015460"/>
                    <a:pt x="1015460" y="1308343"/>
                    <a:pt x="654171" y="1308343"/>
                  </a:cubicBezTo>
                  <a:cubicBezTo>
                    <a:pt x="292883" y="1308343"/>
                    <a:pt x="0" y="1015460"/>
                    <a:pt x="0" y="654171"/>
                  </a:cubicBezTo>
                  <a:cubicBezTo>
                    <a:pt x="0" y="292882"/>
                    <a:pt x="292882" y="0"/>
                    <a:pt x="654171" y="0"/>
                  </a:cubicBezTo>
                  <a:cubicBezTo>
                    <a:pt x="1015460" y="0"/>
                    <a:pt x="1308343" y="292882"/>
                    <a:pt x="1308343" y="6541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33"/>
            <p:cNvSpPr/>
            <p:nvPr/>
          </p:nvSpPr>
          <p:spPr>
            <a:xfrm rot="-2700000">
              <a:off x="3348065" y="1394811"/>
              <a:ext cx="559726" cy="559726"/>
            </a:xfrm>
            <a:custGeom>
              <a:rect b="b" l="l" r="r" t="t"/>
              <a:pathLst>
                <a:path extrusionOk="0" h="931262" w="931262">
                  <a:moveTo>
                    <a:pt x="931263" y="465631"/>
                  </a:moveTo>
                  <a:cubicBezTo>
                    <a:pt x="931263" y="722792"/>
                    <a:pt x="722793" y="931262"/>
                    <a:pt x="465631" y="931262"/>
                  </a:cubicBezTo>
                  <a:cubicBezTo>
                    <a:pt x="208470" y="931262"/>
                    <a:pt x="0" y="722792"/>
                    <a:pt x="0" y="465631"/>
                  </a:cubicBezTo>
                  <a:cubicBezTo>
                    <a:pt x="0" y="208470"/>
                    <a:pt x="208470" y="0"/>
                    <a:pt x="465631" y="0"/>
                  </a:cubicBezTo>
                  <a:cubicBezTo>
                    <a:pt x="722792" y="0"/>
                    <a:pt x="931263" y="208470"/>
                    <a:pt x="931263" y="4656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3457262" y="1502948"/>
              <a:ext cx="344785" cy="344785"/>
            </a:xfrm>
            <a:custGeom>
              <a:rect b="b" l="l" r="r" t="t"/>
              <a:pathLst>
                <a:path extrusionOk="0" h="569893" w="569893">
                  <a:moveTo>
                    <a:pt x="569894" y="284947"/>
                  </a:moveTo>
                  <a:cubicBezTo>
                    <a:pt x="569894" y="442319"/>
                    <a:pt x="442319" y="569894"/>
                    <a:pt x="284947" y="569894"/>
                  </a:cubicBezTo>
                  <a:cubicBezTo>
                    <a:pt x="127575" y="569894"/>
                    <a:pt x="0" y="442319"/>
                    <a:pt x="0" y="284947"/>
                  </a:cubicBezTo>
                  <a:cubicBezTo>
                    <a:pt x="0" y="127575"/>
                    <a:pt x="127575" y="0"/>
                    <a:pt x="284947" y="0"/>
                  </a:cubicBezTo>
                  <a:cubicBezTo>
                    <a:pt x="442319" y="0"/>
                    <a:pt x="569894" y="127575"/>
                    <a:pt x="569894" y="2849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3"/>
            <p:cNvSpPr/>
            <p:nvPr/>
          </p:nvSpPr>
          <p:spPr>
            <a:xfrm>
              <a:off x="3558228" y="1603913"/>
              <a:ext cx="142051" cy="142051"/>
            </a:xfrm>
            <a:custGeom>
              <a:rect b="b" l="l" r="r" t="t"/>
              <a:pathLst>
                <a:path extrusionOk="0" h="234795" w="234795">
                  <a:moveTo>
                    <a:pt x="234795" y="117398"/>
                  </a:moveTo>
                  <a:cubicBezTo>
                    <a:pt x="234795" y="182235"/>
                    <a:pt x="182234" y="234795"/>
                    <a:pt x="117398" y="234795"/>
                  </a:cubicBezTo>
                  <a:cubicBezTo>
                    <a:pt x="52561" y="234795"/>
                    <a:pt x="0" y="182235"/>
                    <a:pt x="0" y="117398"/>
                  </a:cubicBezTo>
                  <a:cubicBezTo>
                    <a:pt x="0" y="52561"/>
                    <a:pt x="52561" y="0"/>
                    <a:pt x="117398" y="0"/>
                  </a:cubicBezTo>
                  <a:cubicBezTo>
                    <a:pt x="182234" y="0"/>
                    <a:pt x="234795" y="52561"/>
                    <a:pt x="234795" y="1173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33"/>
            <p:cNvSpPr/>
            <p:nvPr/>
          </p:nvSpPr>
          <p:spPr>
            <a:xfrm>
              <a:off x="3619068" y="1332885"/>
              <a:ext cx="353074" cy="353093"/>
            </a:xfrm>
            <a:custGeom>
              <a:rect b="b" l="l" r="r" t="t"/>
              <a:pathLst>
                <a:path extrusionOk="0" h="583625" w="583594">
                  <a:moveTo>
                    <a:pt x="16434" y="583626"/>
                  </a:moveTo>
                  <a:cubicBezTo>
                    <a:pt x="12224" y="583626"/>
                    <a:pt x="8013" y="581992"/>
                    <a:pt x="4808" y="578787"/>
                  </a:cubicBezTo>
                  <a:cubicBezTo>
                    <a:pt x="-1603" y="572376"/>
                    <a:pt x="-1603" y="561944"/>
                    <a:pt x="4808" y="555533"/>
                  </a:cubicBezTo>
                  <a:lnTo>
                    <a:pt x="555533" y="4808"/>
                  </a:lnTo>
                  <a:cubicBezTo>
                    <a:pt x="561944" y="-1603"/>
                    <a:pt x="572376" y="-1603"/>
                    <a:pt x="578786" y="4808"/>
                  </a:cubicBezTo>
                  <a:cubicBezTo>
                    <a:pt x="585197" y="11218"/>
                    <a:pt x="585197" y="21651"/>
                    <a:pt x="578786" y="28061"/>
                  </a:cubicBezTo>
                  <a:lnTo>
                    <a:pt x="28061" y="578787"/>
                  </a:lnTo>
                  <a:cubicBezTo>
                    <a:pt x="24856" y="581992"/>
                    <a:pt x="20645" y="583626"/>
                    <a:pt x="16434" y="5836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3"/>
            <p:cNvSpPr/>
            <p:nvPr/>
          </p:nvSpPr>
          <p:spPr>
            <a:xfrm>
              <a:off x="3916758" y="2060304"/>
              <a:ext cx="176651" cy="19847"/>
            </a:xfrm>
            <a:custGeom>
              <a:rect b="b" l="l" r="r" t="t"/>
              <a:pathLst>
                <a:path extrusionOk="0" h="32805" w="291985">
                  <a:moveTo>
                    <a:pt x="275583" y="32806"/>
                  </a:moveTo>
                  <a:lnTo>
                    <a:pt x="16403" y="32806"/>
                  </a:lnTo>
                  <a:cubicBezTo>
                    <a:pt x="7353" y="32806"/>
                    <a:pt x="0" y="25453"/>
                    <a:pt x="0" y="16403"/>
                  </a:cubicBezTo>
                  <a:cubicBezTo>
                    <a:pt x="0" y="7353"/>
                    <a:pt x="7353" y="0"/>
                    <a:pt x="16403" y="0"/>
                  </a:cubicBezTo>
                  <a:lnTo>
                    <a:pt x="275583" y="0"/>
                  </a:lnTo>
                  <a:cubicBezTo>
                    <a:pt x="284633" y="0"/>
                    <a:pt x="291986" y="7353"/>
                    <a:pt x="291986" y="16403"/>
                  </a:cubicBezTo>
                  <a:cubicBezTo>
                    <a:pt x="291986" y="25453"/>
                    <a:pt x="284633" y="32806"/>
                    <a:pt x="275583" y="32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3"/>
            <p:cNvSpPr/>
            <p:nvPr/>
          </p:nvSpPr>
          <p:spPr>
            <a:xfrm>
              <a:off x="3865101" y="2106394"/>
              <a:ext cx="228513" cy="19847"/>
            </a:xfrm>
            <a:custGeom>
              <a:rect b="b" l="l" r="r" t="t"/>
              <a:pathLst>
                <a:path extrusionOk="0" h="32805" w="377708">
                  <a:moveTo>
                    <a:pt x="361306" y="32806"/>
                  </a:moveTo>
                  <a:lnTo>
                    <a:pt x="16403" y="32806"/>
                  </a:lnTo>
                  <a:cubicBezTo>
                    <a:pt x="7353" y="32806"/>
                    <a:pt x="0" y="25453"/>
                    <a:pt x="0" y="16403"/>
                  </a:cubicBezTo>
                  <a:cubicBezTo>
                    <a:pt x="0" y="7353"/>
                    <a:pt x="7353" y="0"/>
                    <a:pt x="16403" y="0"/>
                  </a:cubicBezTo>
                  <a:lnTo>
                    <a:pt x="361306" y="0"/>
                  </a:lnTo>
                  <a:cubicBezTo>
                    <a:pt x="370356" y="0"/>
                    <a:pt x="377709" y="7353"/>
                    <a:pt x="377709" y="16403"/>
                  </a:cubicBezTo>
                  <a:cubicBezTo>
                    <a:pt x="377709" y="25453"/>
                    <a:pt x="370356" y="32806"/>
                    <a:pt x="361306" y="32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1118012" y="1029136"/>
              <a:ext cx="1329866" cy="1740050"/>
            </a:xfrm>
            <a:custGeom>
              <a:rect b="b" l="l" r="r" t="t"/>
              <a:pathLst>
                <a:path extrusionOk="0" h="2876115" w="2198125">
                  <a:moveTo>
                    <a:pt x="2073312" y="0"/>
                  </a:moveTo>
                  <a:cubicBezTo>
                    <a:pt x="2142245" y="0"/>
                    <a:pt x="2198126" y="55881"/>
                    <a:pt x="2198126" y="124814"/>
                  </a:cubicBezTo>
                  <a:lnTo>
                    <a:pt x="2198126" y="2751302"/>
                  </a:lnTo>
                  <a:cubicBezTo>
                    <a:pt x="2198126" y="2820235"/>
                    <a:pt x="2142245" y="2876116"/>
                    <a:pt x="2073312" y="2876116"/>
                  </a:cubicBezTo>
                  <a:lnTo>
                    <a:pt x="124814" y="2876116"/>
                  </a:lnTo>
                  <a:cubicBezTo>
                    <a:pt x="55881" y="2876116"/>
                    <a:pt x="0" y="2820235"/>
                    <a:pt x="0" y="2751302"/>
                  </a:cubicBezTo>
                  <a:lnTo>
                    <a:pt x="0" y="124814"/>
                  </a:lnTo>
                  <a:cubicBezTo>
                    <a:pt x="0" y="55881"/>
                    <a:pt x="55881" y="0"/>
                    <a:pt x="124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3"/>
            <p:cNvSpPr/>
            <p:nvPr/>
          </p:nvSpPr>
          <p:spPr>
            <a:xfrm>
              <a:off x="1215380" y="1111015"/>
              <a:ext cx="1134356" cy="1484274"/>
            </a:xfrm>
            <a:custGeom>
              <a:rect b="b" l="l" r="r" t="t"/>
              <a:pathLst>
                <a:path extrusionOk="0" h="2453345" w="1874968">
                  <a:moveTo>
                    <a:pt x="1768506" y="0"/>
                  </a:moveTo>
                  <a:cubicBezTo>
                    <a:pt x="1827303" y="0"/>
                    <a:pt x="1874968" y="47665"/>
                    <a:pt x="1874968" y="106462"/>
                  </a:cubicBezTo>
                  <a:lnTo>
                    <a:pt x="1874968" y="2346884"/>
                  </a:lnTo>
                  <a:cubicBezTo>
                    <a:pt x="1874968" y="2405681"/>
                    <a:pt x="1827303" y="2453346"/>
                    <a:pt x="1768506" y="2453346"/>
                  </a:cubicBezTo>
                  <a:lnTo>
                    <a:pt x="106462" y="2453346"/>
                  </a:lnTo>
                  <a:cubicBezTo>
                    <a:pt x="47665" y="2453346"/>
                    <a:pt x="0" y="2405681"/>
                    <a:pt x="0" y="2346884"/>
                  </a:cubicBezTo>
                  <a:lnTo>
                    <a:pt x="0" y="106462"/>
                  </a:lnTo>
                  <a:cubicBezTo>
                    <a:pt x="0" y="47665"/>
                    <a:pt x="47665" y="0"/>
                    <a:pt x="106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3"/>
            <p:cNvSpPr/>
            <p:nvPr/>
          </p:nvSpPr>
          <p:spPr>
            <a:xfrm>
              <a:off x="1593224" y="903744"/>
              <a:ext cx="375622" cy="125207"/>
            </a:xfrm>
            <a:custGeom>
              <a:rect b="b" l="l" r="r" t="t"/>
              <a:pathLst>
                <a:path extrusionOk="0" h="206954" w="620862">
                  <a:moveTo>
                    <a:pt x="96533" y="0"/>
                  </a:moveTo>
                  <a:lnTo>
                    <a:pt x="524393" y="0"/>
                  </a:lnTo>
                  <a:cubicBezTo>
                    <a:pt x="577624" y="0"/>
                    <a:pt x="620862" y="43239"/>
                    <a:pt x="620862" y="96470"/>
                  </a:cubicBezTo>
                  <a:lnTo>
                    <a:pt x="620862" y="206954"/>
                  </a:lnTo>
                  <a:lnTo>
                    <a:pt x="0" y="206954"/>
                  </a:lnTo>
                  <a:lnTo>
                    <a:pt x="0" y="96470"/>
                  </a:lnTo>
                  <a:cubicBezTo>
                    <a:pt x="0" y="43239"/>
                    <a:pt x="43239" y="0"/>
                    <a:pt x="964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1469042" y="990810"/>
              <a:ext cx="625012" cy="169199"/>
            </a:xfrm>
            <a:custGeom>
              <a:rect b="b" l="l" r="r" t="t"/>
              <a:pathLst>
                <a:path extrusionOk="0" h="279667" w="1033078">
                  <a:moveTo>
                    <a:pt x="978840" y="279668"/>
                  </a:moveTo>
                  <a:lnTo>
                    <a:pt x="54176" y="279668"/>
                  </a:lnTo>
                  <a:cubicBezTo>
                    <a:pt x="17662" y="279668"/>
                    <a:pt x="-8419" y="244222"/>
                    <a:pt x="2516" y="209342"/>
                  </a:cubicBezTo>
                  <a:lnTo>
                    <a:pt x="56250" y="37959"/>
                  </a:lnTo>
                  <a:cubicBezTo>
                    <a:pt x="63352" y="15397"/>
                    <a:pt x="84217" y="0"/>
                    <a:pt x="107910" y="0"/>
                  </a:cubicBezTo>
                  <a:lnTo>
                    <a:pt x="925168" y="0"/>
                  </a:lnTo>
                  <a:cubicBezTo>
                    <a:pt x="948799" y="0"/>
                    <a:pt x="969727" y="15397"/>
                    <a:pt x="976828" y="37959"/>
                  </a:cubicBezTo>
                  <a:lnTo>
                    <a:pt x="1030562" y="209342"/>
                  </a:lnTo>
                  <a:cubicBezTo>
                    <a:pt x="1041498" y="244222"/>
                    <a:pt x="1015416" y="279668"/>
                    <a:pt x="978902" y="2796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1317026" y="1318172"/>
              <a:ext cx="283950" cy="283949"/>
            </a:xfrm>
            <a:custGeom>
              <a:rect b="b" l="l" r="r" t="t"/>
              <a:pathLst>
                <a:path extrusionOk="0" h="469338" w="469339">
                  <a:moveTo>
                    <a:pt x="402470" y="469339"/>
                  </a:moveTo>
                  <a:lnTo>
                    <a:pt x="66869" y="469339"/>
                  </a:lnTo>
                  <a:cubicBezTo>
                    <a:pt x="29978" y="469339"/>
                    <a:pt x="0" y="439361"/>
                    <a:pt x="0" y="402470"/>
                  </a:cubicBezTo>
                  <a:lnTo>
                    <a:pt x="0" y="66869"/>
                  </a:lnTo>
                  <a:cubicBezTo>
                    <a:pt x="0" y="29978"/>
                    <a:pt x="29978" y="0"/>
                    <a:pt x="66869" y="0"/>
                  </a:cubicBezTo>
                  <a:lnTo>
                    <a:pt x="402470" y="0"/>
                  </a:lnTo>
                  <a:cubicBezTo>
                    <a:pt x="439361" y="0"/>
                    <a:pt x="469339" y="29978"/>
                    <a:pt x="469339" y="66869"/>
                  </a:cubicBezTo>
                  <a:lnTo>
                    <a:pt x="469339" y="402470"/>
                  </a:lnTo>
                  <a:cubicBezTo>
                    <a:pt x="469339" y="439361"/>
                    <a:pt x="439361" y="469339"/>
                    <a:pt x="402470" y="469339"/>
                  </a:cubicBezTo>
                  <a:close/>
                  <a:moveTo>
                    <a:pt x="66869" y="21871"/>
                  </a:moveTo>
                  <a:cubicBezTo>
                    <a:pt x="42044" y="21871"/>
                    <a:pt x="21871" y="42044"/>
                    <a:pt x="21871" y="66869"/>
                  </a:cubicBezTo>
                  <a:lnTo>
                    <a:pt x="21871" y="402470"/>
                  </a:lnTo>
                  <a:cubicBezTo>
                    <a:pt x="21871" y="427295"/>
                    <a:pt x="42044" y="447468"/>
                    <a:pt x="66869" y="447468"/>
                  </a:cubicBezTo>
                  <a:lnTo>
                    <a:pt x="402470" y="447468"/>
                  </a:lnTo>
                  <a:cubicBezTo>
                    <a:pt x="427295" y="447468"/>
                    <a:pt x="447468" y="427295"/>
                    <a:pt x="447468" y="402470"/>
                  </a:cubicBezTo>
                  <a:lnTo>
                    <a:pt x="447468" y="66869"/>
                  </a:lnTo>
                  <a:cubicBezTo>
                    <a:pt x="447468" y="42044"/>
                    <a:pt x="427295" y="21871"/>
                    <a:pt x="402470" y="21871"/>
                  </a:cubicBezTo>
                  <a:lnTo>
                    <a:pt x="66869" y="21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1371069" y="1388393"/>
              <a:ext cx="164971" cy="164971"/>
            </a:xfrm>
            <a:custGeom>
              <a:rect b="b" l="l" r="r" t="t"/>
              <a:pathLst>
                <a:path extrusionOk="0" h="272679" w="272679">
                  <a:moveTo>
                    <a:pt x="266093" y="234594"/>
                  </a:moveTo>
                  <a:lnTo>
                    <a:pt x="38085" y="6586"/>
                  </a:lnTo>
                  <a:cubicBezTo>
                    <a:pt x="24007" y="-7491"/>
                    <a:pt x="0" y="2501"/>
                    <a:pt x="0" y="22361"/>
                  </a:cubicBezTo>
                  <a:lnTo>
                    <a:pt x="0" y="250368"/>
                  </a:lnTo>
                  <a:cubicBezTo>
                    <a:pt x="0" y="262686"/>
                    <a:pt x="9993" y="272679"/>
                    <a:pt x="22311" y="272679"/>
                  </a:cubicBezTo>
                  <a:lnTo>
                    <a:pt x="250318" y="272679"/>
                  </a:lnTo>
                  <a:cubicBezTo>
                    <a:pt x="270178" y="272679"/>
                    <a:pt x="280171" y="248672"/>
                    <a:pt x="266093" y="2345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33"/>
            <p:cNvSpPr/>
            <p:nvPr/>
          </p:nvSpPr>
          <p:spPr>
            <a:xfrm rot="-4606388">
              <a:off x="1458335" y="1374924"/>
              <a:ext cx="92227" cy="92227"/>
            </a:xfrm>
            <a:custGeom>
              <a:rect b="b" l="l" r="r" t="t"/>
              <a:pathLst>
                <a:path extrusionOk="0" h="153471" w="153471">
                  <a:moveTo>
                    <a:pt x="153472" y="76736"/>
                  </a:moveTo>
                  <a:cubicBezTo>
                    <a:pt x="153472" y="119116"/>
                    <a:pt x="119116" y="153472"/>
                    <a:pt x="76736" y="153472"/>
                  </a:cubicBezTo>
                  <a:cubicBezTo>
                    <a:pt x="34356" y="153472"/>
                    <a:pt x="0" y="119116"/>
                    <a:pt x="0" y="76736"/>
                  </a:cubicBezTo>
                  <a:cubicBezTo>
                    <a:pt x="0" y="34356"/>
                    <a:pt x="34356" y="0"/>
                    <a:pt x="76736" y="0"/>
                  </a:cubicBezTo>
                  <a:cubicBezTo>
                    <a:pt x="119116" y="0"/>
                    <a:pt x="153472" y="34356"/>
                    <a:pt x="153472" y="767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1691122" y="1566345"/>
              <a:ext cx="554668" cy="13231"/>
            </a:xfrm>
            <a:custGeom>
              <a:rect b="b" l="l" r="r" t="t"/>
              <a:pathLst>
                <a:path extrusionOk="0" h="21870" w="916807">
                  <a:moveTo>
                    <a:pt x="905872" y="21871"/>
                  </a:moveTo>
                  <a:lnTo>
                    <a:pt x="10935" y="21871"/>
                  </a:lnTo>
                  <a:cubicBezTo>
                    <a:pt x="4902" y="21871"/>
                    <a:pt x="0" y="16969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905872" y="0"/>
                  </a:lnTo>
                  <a:cubicBezTo>
                    <a:pt x="911905" y="0"/>
                    <a:pt x="916808" y="4902"/>
                    <a:pt x="916808" y="10935"/>
                  </a:cubicBezTo>
                  <a:cubicBezTo>
                    <a:pt x="916808" y="16969"/>
                    <a:pt x="911905" y="21871"/>
                    <a:pt x="905872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3"/>
            <p:cNvSpPr/>
            <p:nvPr/>
          </p:nvSpPr>
          <p:spPr>
            <a:xfrm>
              <a:off x="1691122" y="1452995"/>
              <a:ext cx="554668" cy="13231"/>
            </a:xfrm>
            <a:custGeom>
              <a:rect b="b" l="l" r="r" t="t"/>
              <a:pathLst>
                <a:path extrusionOk="0" h="21870" w="916807">
                  <a:moveTo>
                    <a:pt x="905872" y="21871"/>
                  </a:moveTo>
                  <a:lnTo>
                    <a:pt x="10935" y="21871"/>
                  </a:lnTo>
                  <a:cubicBezTo>
                    <a:pt x="4902" y="21871"/>
                    <a:pt x="0" y="16969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905872" y="0"/>
                  </a:lnTo>
                  <a:cubicBezTo>
                    <a:pt x="911905" y="0"/>
                    <a:pt x="916808" y="4902"/>
                    <a:pt x="916808" y="10935"/>
                  </a:cubicBezTo>
                  <a:cubicBezTo>
                    <a:pt x="916808" y="16969"/>
                    <a:pt x="911905" y="21871"/>
                    <a:pt x="905872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3"/>
            <p:cNvSpPr/>
            <p:nvPr/>
          </p:nvSpPr>
          <p:spPr>
            <a:xfrm>
              <a:off x="1946187" y="1339645"/>
              <a:ext cx="298589" cy="13231"/>
            </a:xfrm>
            <a:custGeom>
              <a:rect b="b" l="l" r="r" t="t"/>
              <a:pathLst>
                <a:path extrusionOk="0" h="21870" w="493535">
                  <a:moveTo>
                    <a:pt x="482600" y="21871"/>
                  </a:moveTo>
                  <a:lnTo>
                    <a:pt x="10935" y="21871"/>
                  </a:lnTo>
                  <a:cubicBezTo>
                    <a:pt x="4902" y="21871"/>
                    <a:pt x="0" y="16969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482600" y="0"/>
                  </a:lnTo>
                  <a:cubicBezTo>
                    <a:pt x="488633" y="0"/>
                    <a:pt x="493535" y="4902"/>
                    <a:pt x="493535" y="10935"/>
                  </a:cubicBezTo>
                  <a:cubicBezTo>
                    <a:pt x="493535" y="16969"/>
                    <a:pt x="488633" y="21871"/>
                    <a:pt x="482600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3"/>
            <p:cNvSpPr/>
            <p:nvPr/>
          </p:nvSpPr>
          <p:spPr>
            <a:xfrm>
              <a:off x="1317026" y="1732753"/>
              <a:ext cx="283950" cy="283950"/>
            </a:xfrm>
            <a:custGeom>
              <a:rect b="b" l="l" r="r" t="t"/>
              <a:pathLst>
                <a:path extrusionOk="0" h="469339" w="469339">
                  <a:moveTo>
                    <a:pt x="402470" y="469339"/>
                  </a:moveTo>
                  <a:lnTo>
                    <a:pt x="66869" y="469339"/>
                  </a:lnTo>
                  <a:cubicBezTo>
                    <a:pt x="29978" y="469339"/>
                    <a:pt x="0" y="439361"/>
                    <a:pt x="0" y="402470"/>
                  </a:cubicBezTo>
                  <a:lnTo>
                    <a:pt x="0" y="66869"/>
                  </a:lnTo>
                  <a:cubicBezTo>
                    <a:pt x="0" y="29978"/>
                    <a:pt x="29978" y="0"/>
                    <a:pt x="66869" y="0"/>
                  </a:cubicBezTo>
                  <a:lnTo>
                    <a:pt x="402470" y="0"/>
                  </a:lnTo>
                  <a:cubicBezTo>
                    <a:pt x="439361" y="0"/>
                    <a:pt x="469339" y="29978"/>
                    <a:pt x="469339" y="66869"/>
                  </a:cubicBezTo>
                  <a:lnTo>
                    <a:pt x="469339" y="402470"/>
                  </a:lnTo>
                  <a:cubicBezTo>
                    <a:pt x="469339" y="439361"/>
                    <a:pt x="439361" y="469339"/>
                    <a:pt x="402470" y="469339"/>
                  </a:cubicBezTo>
                  <a:close/>
                  <a:moveTo>
                    <a:pt x="66869" y="21871"/>
                  </a:moveTo>
                  <a:cubicBezTo>
                    <a:pt x="42044" y="21871"/>
                    <a:pt x="21871" y="42044"/>
                    <a:pt x="21871" y="66869"/>
                  </a:cubicBezTo>
                  <a:lnTo>
                    <a:pt x="21871" y="402470"/>
                  </a:lnTo>
                  <a:cubicBezTo>
                    <a:pt x="21871" y="427295"/>
                    <a:pt x="42044" y="447468"/>
                    <a:pt x="66869" y="447468"/>
                  </a:cubicBezTo>
                  <a:lnTo>
                    <a:pt x="402470" y="447468"/>
                  </a:lnTo>
                  <a:cubicBezTo>
                    <a:pt x="427295" y="447468"/>
                    <a:pt x="447468" y="427295"/>
                    <a:pt x="447468" y="402470"/>
                  </a:cubicBezTo>
                  <a:lnTo>
                    <a:pt x="447468" y="66869"/>
                  </a:lnTo>
                  <a:cubicBezTo>
                    <a:pt x="447468" y="42044"/>
                    <a:pt x="427295" y="21871"/>
                    <a:pt x="402470" y="21871"/>
                  </a:cubicBezTo>
                  <a:lnTo>
                    <a:pt x="66869" y="21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1371069" y="1802974"/>
              <a:ext cx="164971" cy="164971"/>
            </a:xfrm>
            <a:custGeom>
              <a:rect b="b" l="l" r="r" t="t"/>
              <a:pathLst>
                <a:path extrusionOk="0" h="272679" w="272679">
                  <a:moveTo>
                    <a:pt x="266093" y="234594"/>
                  </a:moveTo>
                  <a:lnTo>
                    <a:pt x="38085" y="6586"/>
                  </a:lnTo>
                  <a:cubicBezTo>
                    <a:pt x="24007" y="-7491"/>
                    <a:pt x="0" y="2501"/>
                    <a:pt x="0" y="22361"/>
                  </a:cubicBezTo>
                  <a:lnTo>
                    <a:pt x="0" y="250369"/>
                  </a:lnTo>
                  <a:cubicBezTo>
                    <a:pt x="0" y="262686"/>
                    <a:pt x="9993" y="272679"/>
                    <a:pt x="22311" y="272679"/>
                  </a:cubicBezTo>
                  <a:lnTo>
                    <a:pt x="250318" y="272679"/>
                  </a:lnTo>
                  <a:cubicBezTo>
                    <a:pt x="270178" y="272679"/>
                    <a:pt x="280171" y="248672"/>
                    <a:pt x="266093" y="2345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33"/>
            <p:cNvSpPr/>
            <p:nvPr/>
          </p:nvSpPr>
          <p:spPr>
            <a:xfrm rot="-4606388">
              <a:off x="1458344" y="1789453"/>
              <a:ext cx="92227" cy="92227"/>
            </a:xfrm>
            <a:custGeom>
              <a:rect b="b" l="l" r="r" t="t"/>
              <a:pathLst>
                <a:path extrusionOk="0" h="153471" w="153471">
                  <a:moveTo>
                    <a:pt x="153472" y="76736"/>
                  </a:moveTo>
                  <a:cubicBezTo>
                    <a:pt x="153472" y="119116"/>
                    <a:pt x="119116" y="153471"/>
                    <a:pt x="76736" y="153471"/>
                  </a:cubicBezTo>
                  <a:cubicBezTo>
                    <a:pt x="34356" y="153471"/>
                    <a:pt x="0" y="119116"/>
                    <a:pt x="0" y="76736"/>
                  </a:cubicBezTo>
                  <a:cubicBezTo>
                    <a:pt x="0" y="34356"/>
                    <a:pt x="34356" y="0"/>
                    <a:pt x="76736" y="0"/>
                  </a:cubicBezTo>
                  <a:cubicBezTo>
                    <a:pt x="119116" y="0"/>
                    <a:pt x="153472" y="34356"/>
                    <a:pt x="153472" y="767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3"/>
            <p:cNvSpPr/>
            <p:nvPr/>
          </p:nvSpPr>
          <p:spPr>
            <a:xfrm>
              <a:off x="1691122" y="1980925"/>
              <a:ext cx="554668" cy="13231"/>
            </a:xfrm>
            <a:custGeom>
              <a:rect b="b" l="l" r="r" t="t"/>
              <a:pathLst>
                <a:path extrusionOk="0" h="21870" w="916807">
                  <a:moveTo>
                    <a:pt x="905872" y="21871"/>
                  </a:moveTo>
                  <a:lnTo>
                    <a:pt x="10935" y="21871"/>
                  </a:lnTo>
                  <a:cubicBezTo>
                    <a:pt x="4902" y="21871"/>
                    <a:pt x="0" y="16969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905872" y="0"/>
                  </a:lnTo>
                  <a:cubicBezTo>
                    <a:pt x="911905" y="0"/>
                    <a:pt x="916808" y="4902"/>
                    <a:pt x="916808" y="10935"/>
                  </a:cubicBezTo>
                  <a:cubicBezTo>
                    <a:pt x="916808" y="16969"/>
                    <a:pt x="911905" y="21871"/>
                    <a:pt x="905872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3"/>
            <p:cNvSpPr/>
            <p:nvPr/>
          </p:nvSpPr>
          <p:spPr>
            <a:xfrm>
              <a:off x="1691122" y="1867575"/>
              <a:ext cx="554668" cy="13231"/>
            </a:xfrm>
            <a:custGeom>
              <a:rect b="b" l="l" r="r" t="t"/>
              <a:pathLst>
                <a:path extrusionOk="0" h="21870" w="916807">
                  <a:moveTo>
                    <a:pt x="905872" y="21871"/>
                  </a:moveTo>
                  <a:lnTo>
                    <a:pt x="10935" y="21871"/>
                  </a:lnTo>
                  <a:cubicBezTo>
                    <a:pt x="4902" y="21871"/>
                    <a:pt x="0" y="16969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905872" y="0"/>
                  </a:lnTo>
                  <a:cubicBezTo>
                    <a:pt x="911905" y="0"/>
                    <a:pt x="916808" y="4902"/>
                    <a:pt x="916808" y="10935"/>
                  </a:cubicBezTo>
                  <a:cubicBezTo>
                    <a:pt x="916808" y="16969"/>
                    <a:pt x="911905" y="21871"/>
                    <a:pt x="905872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3"/>
            <p:cNvSpPr/>
            <p:nvPr/>
          </p:nvSpPr>
          <p:spPr>
            <a:xfrm>
              <a:off x="1946187" y="1754226"/>
              <a:ext cx="298589" cy="13231"/>
            </a:xfrm>
            <a:custGeom>
              <a:rect b="b" l="l" r="r" t="t"/>
              <a:pathLst>
                <a:path extrusionOk="0" h="21870" w="493535">
                  <a:moveTo>
                    <a:pt x="482600" y="21871"/>
                  </a:moveTo>
                  <a:lnTo>
                    <a:pt x="10935" y="21871"/>
                  </a:lnTo>
                  <a:cubicBezTo>
                    <a:pt x="4902" y="21871"/>
                    <a:pt x="0" y="16968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482600" y="0"/>
                  </a:lnTo>
                  <a:cubicBezTo>
                    <a:pt x="488633" y="0"/>
                    <a:pt x="493535" y="4902"/>
                    <a:pt x="493535" y="10935"/>
                  </a:cubicBezTo>
                  <a:cubicBezTo>
                    <a:pt x="493535" y="16968"/>
                    <a:pt x="488633" y="21871"/>
                    <a:pt x="482600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1317026" y="2147295"/>
              <a:ext cx="283950" cy="283949"/>
            </a:xfrm>
            <a:custGeom>
              <a:rect b="b" l="l" r="r" t="t"/>
              <a:pathLst>
                <a:path extrusionOk="0" h="469338" w="469339">
                  <a:moveTo>
                    <a:pt x="402470" y="469339"/>
                  </a:moveTo>
                  <a:lnTo>
                    <a:pt x="66869" y="469339"/>
                  </a:lnTo>
                  <a:cubicBezTo>
                    <a:pt x="29978" y="469339"/>
                    <a:pt x="0" y="439361"/>
                    <a:pt x="0" y="402470"/>
                  </a:cubicBezTo>
                  <a:lnTo>
                    <a:pt x="0" y="66869"/>
                  </a:lnTo>
                  <a:cubicBezTo>
                    <a:pt x="0" y="29978"/>
                    <a:pt x="29978" y="0"/>
                    <a:pt x="66869" y="0"/>
                  </a:cubicBezTo>
                  <a:lnTo>
                    <a:pt x="402470" y="0"/>
                  </a:lnTo>
                  <a:cubicBezTo>
                    <a:pt x="439361" y="0"/>
                    <a:pt x="469339" y="29978"/>
                    <a:pt x="469339" y="66869"/>
                  </a:cubicBezTo>
                  <a:lnTo>
                    <a:pt x="469339" y="402470"/>
                  </a:lnTo>
                  <a:cubicBezTo>
                    <a:pt x="469339" y="439361"/>
                    <a:pt x="439361" y="469339"/>
                    <a:pt x="402470" y="469339"/>
                  </a:cubicBezTo>
                  <a:close/>
                  <a:moveTo>
                    <a:pt x="66869" y="21871"/>
                  </a:moveTo>
                  <a:cubicBezTo>
                    <a:pt x="42044" y="21871"/>
                    <a:pt x="21871" y="42044"/>
                    <a:pt x="21871" y="66869"/>
                  </a:cubicBezTo>
                  <a:lnTo>
                    <a:pt x="21871" y="402470"/>
                  </a:lnTo>
                  <a:cubicBezTo>
                    <a:pt x="21871" y="427295"/>
                    <a:pt x="42044" y="447468"/>
                    <a:pt x="66869" y="447468"/>
                  </a:cubicBezTo>
                  <a:lnTo>
                    <a:pt x="402470" y="447468"/>
                  </a:lnTo>
                  <a:cubicBezTo>
                    <a:pt x="427295" y="447468"/>
                    <a:pt x="447468" y="427295"/>
                    <a:pt x="447468" y="402470"/>
                  </a:cubicBezTo>
                  <a:lnTo>
                    <a:pt x="447468" y="66869"/>
                  </a:lnTo>
                  <a:cubicBezTo>
                    <a:pt x="447468" y="42044"/>
                    <a:pt x="427295" y="21871"/>
                    <a:pt x="402470" y="21871"/>
                  </a:cubicBezTo>
                  <a:lnTo>
                    <a:pt x="66869" y="218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3"/>
            <p:cNvSpPr/>
            <p:nvPr/>
          </p:nvSpPr>
          <p:spPr>
            <a:xfrm>
              <a:off x="1371069" y="2217517"/>
              <a:ext cx="164971" cy="164971"/>
            </a:xfrm>
            <a:custGeom>
              <a:rect b="b" l="l" r="r" t="t"/>
              <a:pathLst>
                <a:path extrusionOk="0" h="272679" w="272679">
                  <a:moveTo>
                    <a:pt x="266093" y="234594"/>
                  </a:moveTo>
                  <a:lnTo>
                    <a:pt x="38085" y="6586"/>
                  </a:lnTo>
                  <a:cubicBezTo>
                    <a:pt x="24007" y="-7491"/>
                    <a:pt x="0" y="2501"/>
                    <a:pt x="0" y="22361"/>
                  </a:cubicBezTo>
                  <a:lnTo>
                    <a:pt x="0" y="250368"/>
                  </a:lnTo>
                  <a:cubicBezTo>
                    <a:pt x="0" y="262687"/>
                    <a:pt x="9993" y="272679"/>
                    <a:pt x="22311" y="272679"/>
                  </a:cubicBezTo>
                  <a:lnTo>
                    <a:pt x="250318" y="272679"/>
                  </a:lnTo>
                  <a:cubicBezTo>
                    <a:pt x="270178" y="272679"/>
                    <a:pt x="280171" y="248672"/>
                    <a:pt x="266093" y="2345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33"/>
            <p:cNvSpPr/>
            <p:nvPr/>
          </p:nvSpPr>
          <p:spPr>
            <a:xfrm>
              <a:off x="1458401" y="2203875"/>
              <a:ext cx="92850" cy="92850"/>
            </a:xfrm>
            <a:custGeom>
              <a:rect b="b" l="l" r="r" t="t"/>
              <a:pathLst>
                <a:path extrusionOk="0" h="153471" w="153471">
                  <a:moveTo>
                    <a:pt x="153472" y="76736"/>
                  </a:moveTo>
                  <a:cubicBezTo>
                    <a:pt x="153472" y="119116"/>
                    <a:pt x="119116" y="153472"/>
                    <a:pt x="76736" y="153472"/>
                  </a:cubicBezTo>
                  <a:cubicBezTo>
                    <a:pt x="34356" y="153472"/>
                    <a:pt x="0" y="119116"/>
                    <a:pt x="0" y="76736"/>
                  </a:cubicBezTo>
                  <a:cubicBezTo>
                    <a:pt x="0" y="34356"/>
                    <a:pt x="34356" y="0"/>
                    <a:pt x="76736" y="0"/>
                  </a:cubicBezTo>
                  <a:cubicBezTo>
                    <a:pt x="119116" y="0"/>
                    <a:pt x="153472" y="34356"/>
                    <a:pt x="153472" y="767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3"/>
            <p:cNvSpPr/>
            <p:nvPr/>
          </p:nvSpPr>
          <p:spPr>
            <a:xfrm>
              <a:off x="1691122" y="2395468"/>
              <a:ext cx="554668" cy="13231"/>
            </a:xfrm>
            <a:custGeom>
              <a:rect b="b" l="l" r="r" t="t"/>
              <a:pathLst>
                <a:path extrusionOk="0" h="21870" w="916807">
                  <a:moveTo>
                    <a:pt x="905872" y="21871"/>
                  </a:moveTo>
                  <a:lnTo>
                    <a:pt x="10935" y="21871"/>
                  </a:lnTo>
                  <a:cubicBezTo>
                    <a:pt x="4902" y="21871"/>
                    <a:pt x="0" y="16968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905872" y="0"/>
                  </a:lnTo>
                  <a:cubicBezTo>
                    <a:pt x="911905" y="0"/>
                    <a:pt x="916808" y="4902"/>
                    <a:pt x="916808" y="10935"/>
                  </a:cubicBezTo>
                  <a:cubicBezTo>
                    <a:pt x="916808" y="16968"/>
                    <a:pt x="911905" y="21871"/>
                    <a:pt x="905872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3"/>
            <p:cNvSpPr/>
            <p:nvPr/>
          </p:nvSpPr>
          <p:spPr>
            <a:xfrm>
              <a:off x="1691122" y="2282117"/>
              <a:ext cx="554668" cy="13231"/>
            </a:xfrm>
            <a:custGeom>
              <a:rect b="b" l="l" r="r" t="t"/>
              <a:pathLst>
                <a:path extrusionOk="0" h="21870" w="916807">
                  <a:moveTo>
                    <a:pt x="905872" y="21871"/>
                  </a:moveTo>
                  <a:lnTo>
                    <a:pt x="10935" y="21871"/>
                  </a:lnTo>
                  <a:cubicBezTo>
                    <a:pt x="4902" y="21871"/>
                    <a:pt x="0" y="16969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905872" y="0"/>
                  </a:lnTo>
                  <a:cubicBezTo>
                    <a:pt x="911905" y="0"/>
                    <a:pt x="916808" y="4902"/>
                    <a:pt x="916808" y="10935"/>
                  </a:cubicBezTo>
                  <a:cubicBezTo>
                    <a:pt x="916808" y="16969"/>
                    <a:pt x="911905" y="21871"/>
                    <a:pt x="905872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3"/>
            <p:cNvSpPr/>
            <p:nvPr/>
          </p:nvSpPr>
          <p:spPr>
            <a:xfrm>
              <a:off x="1946187" y="2168768"/>
              <a:ext cx="298589" cy="13231"/>
            </a:xfrm>
            <a:custGeom>
              <a:rect b="b" l="l" r="r" t="t"/>
              <a:pathLst>
                <a:path extrusionOk="0" h="21870" w="493535">
                  <a:moveTo>
                    <a:pt x="482600" y="21871"/>
                  </a:moveTo>
                  <a:lnTo>
                    <a:pt x="10935" y="21871"/>
                  </a:lnTo>
                  <a:cubicBezTo>
                    <a:pt x="4902" y="21871"/>
                    <a:pt x="0" y="16969"/>
                    <a:pt x="0" y="10935"/>
                  </a:cubicBezTo>
                  <a:cubicBezTo>
                    <a:pt x="0" y="4902"/>
                    <a:pt x="4902" y="0"/>
                    <a:pt x="10935" y="0"/>
                  </a:cubicBezTo>
                  <a:lnTo>
                    <a:pt x="482600" y="0"/>
                  </a:lnTo>
                  <a:cubicBezTo>
                    <a:pt x="488633" y="0"/>
                    <a:pt x="493535" y="4902"/>
                    <a:pt x="493535" y="10935"/>
                  </a:cubicBezTo>
                  <a:cubicBezTo>
                    <a:pt x="493535" y="16969"/>
                    <a:pt x="488633" y="21871"/>
                    <a:pt x="482600" y="2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3"/>
            <p:cNvSpPr/>
            <p:nvPr/>
          </p:nvSpPr>
          <p:spPr>
            <a:xfrm>
              <a:off x="1831739" y="1668484"/>
              <a:ext cx="1576706" cy="2472054"/>
            </a:xfrm>
            <a:custGeom>
              <a:rect b="b" l="l" r="r" t="t"/>
              <a:pathLst>
                <a:path extrusionOk="0" h="4086039" w="2606126">
                  <a:moveTo>
                    <a:pt x="2358008" y="0"/>
                  </a:moveTo>
                  <a:cubicBezTo>
                    <a:pt x="2495040" y="0"/>
                    <a:pt x="2606126" y="111087"/>
                    <a:pt x="2606126" y="248119"/>
                  </a:cubicBezTo>
                  <a:lnTo>
                    <a:pt x="2606126" y="3837921"/>
                  </a:lnTo>
                  <a:cubicBezTo>
                    <a:pt x="2606126" y="3974953"/>
                    <a:pt x="2495040" y="4086040"/>
                    <a:pt x="2358008" y="4086040"/>
                  </a:cubicBezTo>
                  <a:lnTo>
                    <a:pt x="248119" y="4086040"/>
                  </a:lnTo>
                  <a:cubicBezTo>
                    <a:pt x="111087" y="4086040"/>
                    <a:pt x="0" y="3974953"/>
                    <a:pt x="0" y="3837921"/>
                  </a:cubicBezTo>
                  <a:lnTo>
                    <a:pt x="0" y="248119"/>
                  </a:lnTo>
                  <a:cubicBezTo>
                    <a:pt x="0" y="111086"/>
                    <a:pt x="111087" y="0"/>
                    <a:pt x="248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3"/>
            <p:cNvSpPr/>
            <p:nvPr/>
          </p:nvSpPr>
          <p:spPr>
            <a:xfrm>
              <a:off x="1883244" y="1668484"/>
              <a:ext cx="1576706" cy="2472054"/>
            </a:xfrm>
            <a:custGeom>
              <a:rect b="b" l="l" r="r" t="t"/>
              <a:pathLst>
                <a:path extrusionOk="0" h="4086039" w="2606126">
                  <a:moveTo>
                    <a:pt x="2358008" y="0"/>
                  </a:moveTo>
                  <a:cubicBezTo>
                    <a:pt x="2495040" y="0"/>
                    <a:pt x="2606126" y="111087"/>
                    <a:pt x="2606126" y="248119"/>
                  </a:cubicBezTo>
                  <a:lnTo>
                    <a:pt x="2606126" y="3837921"/>
                  </a:lnTo>
                  <a:cubicBezTo>
                    <a:pt x="2606126" y="3974953"/>
                    <a:pt x="2495040" y="4086040"/>
                    <a:pt x="2358008" y="4086040"/>
                  </a:cubicBezTo>
                  <a:lnTo>
                    <a:pt x="248119" y="4086040"/>
                  </a:lnTo>
                  <a:cubicBezTo>
                    <a:pt x="111086" y="4086040"/>
                    <a:pt x="0" y="3974953"/>
                    <a:pt x="0" y="3837921"/>
                  </a:cubicBezTo>
                  <a:lnTo>
                    <a:pt x="0" y="248119"/>
                  </a:lnTo>
                  <a:cubicBezTo>
                    <a:pt x="0" y="111086"/>
                    <a:pt x="111086" y="0"/>
                    <a:pt x="2481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3"/>
            <p:cNvSpPr/>
            <p:nvPr/>
          </p:nvSpPr>
          <p:spPr>
            <a:xfrm>
              <a:off x="1934787" y="1760777"/>
              <a:ext cx="1473248" cy="2165215"/>
            </a:xfrm>
            <a:custGeom>
              <a:rect b="b" l="l" r="r" t="t"/>
              <a:pathLst>
                <a:path extrusionOk="0" h="3578867" w="2435120">
                  <a:moveTo>
                    <a:pt x="162585" y="0"/>
                  </a:moveTo>
                  <a:lnTo>
                    <a:pt x="2272536" y="0"/>
                  </a:lnTo>
                  <a:cubicBezTo>
                    <a:pt x="2362282" y="0"/>
                    <a:pt x="2435121" y="72839"/>
                    <a:pt x="2435121" y="162585"/>
                  </a:cubicBezTo>
                  <a:lnTo>
                    <a:pt x="2435121" y="3416283"/>
                  </a:lnTo>
                  <a:cubicBezTo>
                    <a:pt x="2435121" y="3506028"/>
                    <a:pt x="2362282" y="3578868"/>
                    <a:pt x="2272536" y="3578868"/>
                  </a:cubicBezTo>
                  <a:lnTo>
                    <a:pt x="162585" y="3578868"/>
                  </a:lnTo>
                  <a:cubicBezTo>
                    <a:pt x="72839" y="3578868"/>
                    <a:pt x="0" y="3506028"/>
                    <a:pt x="0" y="3416283"/>
                  </a:cubicBezTo>
                  <a:lnTo>
                    <a:pt x="0" y="162585"/>
                  </a:lnTo>
                  <a:cubicBezTo>
                    <a:pt x="0" y="72839"/>
                    <a:pt x="72839" y="0"/>
                    <a:pt x="1625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3"/>
            <p:cNvSpPr/>
            <p:nvPr/>
          </p:nvSpPr>
          <p:spPr>
            <a:xfrm>
              <a:off x="2498847" y="1698744"/>
              <a:ext cx="340679" cy="29048"/>
            </a:xfrm>
            <a:custGeom>
              <a:rect b="b" l="l" r="r" t="t"/>
              <a:pathLst>
                <a:path extrusionOk="0" h="48014" w="563106">
                  <a:moveTo>
                    <a:pt x="539099" y="48015"/>
                  </a:moveTo>
                  <a:lnTo>
                    <a:pt x="24007" y="48015"/>
                  </a:lnTo>
                  <a:cubicBezTo>
                    <a:pt x="10747" y="48015"/>
                    <a:pt x="0" y="37268"/>
                    <a:pt x="0" y="24007"/>
                  </a:cubicBezTo>
                  <a:lnTo>
                    <a:pt x="0" y="24007"/>
                  </a:lnTo>
                  <a:cubicBezTo>
                    <a:pt x="0" y="10747"/>
                    <a:pt x="10747" y="0"/>
                    <a:pt x="24007" y="0"/>
                  </a:cubicBezTo>
                  <a:lnTo>
                    <a:pt x="539099" y="0"/>
                  </a:lnTo>
                  <a:cubicBezTo>
                    <a:pt x="552360" y="0"/>
                    <a:pt x="563106" y="10747"/>
                    <a:pt x="563106" y="24007"/>
                  </a:cubicBezTo>
                  <a:lnTo>
                    <a:pt x="563106" y="24007"/>
                  </a:lnTo>
                  <a:cubicBezTo>
                    <a:pt x="563106" y="37268"/>
                    <a:pt x="552360" y="48015"/>
                    <a:pt x="539099" y="48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3"/>
            <p:cNvSpPr/>
            <p:nvPr/>
          </p:nvSpPr>
          <p:spPr>
            <a:xfrm>
              <a:off x="2501460" y="3954451"/>
              <a:ext cx="335432" cy="105626"/>
            </a:xfrm>
            <a:custGeom>
              <a:rect b="b" l="l" r="r" t="t"/>
              <a:pathLst>
                <a:path extrusionOk="0" h="174588" w="554433">
                  <a:moveTo>
                    <a:pt x="467139" y="0"/>
                  </a:moveTo>
                  <a:cubicBezTo>
                    <a:pt x="515351" y="0"/>
                    <a:pt x="554434" y="39083"/>
                    <a:pt x="554434" y="87294"/>
                  </a:cubicBezTo>
                  <a:lnTo>
                    <a:pt x="554434" y="87294"/>
                  </a:lnTo>
                  <a:cubicBezTo>
                    <a:pt x="554434" y="135505"/>
                    <a:pt x="515351" y="174588"/>
                    <a:pt x="467139" y="174588"/>
                  </a:cubicBezTo>
                  <a:lnTo>
                    <a:pt x="87294" y="174588"/>
                  </a:lnTo>
                  <a:cubicBezTo>
                    <a:pt x="39083" y="174588"/>
                    <a:pt x="0" y="135505"/>
                    <a:pt x="0" y="87294"/>
                  </a:cubicBezTo>
                  <a:lnTo>
                    <a:pt x="0" y="87294"/>
                  </a:lnTo>
                  <a:cubicBezTo>
                    <a:pt x="0" y="39083"/>
                    <a:pt x="39083" y="0"/>
                    <a:pt x="87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3"/>
            <p:cNvSpPr/>
            <p:nvPr/>
          </p:nvSpPr>
          <p:spPr>
            <a:xfrm>
              <a:off x="2322529" y="2091078"/>
              <a:ext cx="694635" cy="694529"/>
            </a:xfrm>
            <a:custGeom>
              <a:rect b="b" l="l" r="r" t="t"/>
              <a:pathLst>
                <a:path extrusionOk="0" h="1147982" w="1148157">
                  <a:moveTo>
                    <a:pt x="1147685" y="574381"/>
                  </a:moveTo>
                  <a:cubicBezTo>
                    <a:pt x="1161008" y="890876"/>
                    <a:pt x="890893" y="1147982"/>
                    <a:pt x="574083" y="1147982"/>
                  </a:cubicBezTo>
                  <a:cubicBezTo>
                    <a:pt x="257273" y="1147982"/>
                    <a:pt x="-12968" y="890876"/>
                    <a:pt x="481" y="574381"/>
                  </a:cubicBezTo>
                  <a:cubicBezTo>
                    <a:pt x="13993" y="256753"/>
                    <a:pt x="257713" y="17245"/>
                    <a:pt x="574083" y="779"/>
                  </a:cubicBezTo>
                  <a:cubicBezTo>
                    <a:pt x="888191" y="-15561"/>
                    <a:pt x="1133042" y="226776"/>
                    <a:pt x="1147685" y="5743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3"/>
            <p:cNvSpPr/>
            <p:nvPr/>
          </p:nvSpPr>
          <p:spPr>
            <a:xfrm>
              <a:off x="2538536" y="2244693"/>
              <a:ext cx="326811" cy="386550"/>
            </a:xfrm>
            <a:custGeom>
              <a:rect b="b" l="l" r="r" t="t"/>
              <a:pathLst>
                <a:path extrusionOk="0" h="638925" w="540183">
                  <a:moveTo>
                    <a:pt x="0" y="103333"/>
                  </a:moveTo>
                  <a:lnTo>
                    <a:pt x="0" y="535592"/>
                  </a:lnTo>
                  <a:cubicBezTo>
                    <a:pt x="0" y="617356"/>
                    <a:pt x="90562" y="666628"/>
                    <a:pt x="159253" y="622195"/>
                  </a:cubicBezTo>
                  <a:lnTo>
                    <a:pt x="493095" y="406066"/>
                  </a:lnTo>
                  <a:cubicBezTo>
                    <a:pt x="555879" y="365404"/>
                    <a:pt x="555879" y="273522"/>
                    <a:pt x="493095" y="232860"/>
                  </a:cubicBezTo>
                  <a:lnTo>
                    <a:pt x="159253" y="16730"/>
                  </a:lnTo>
                  <a:cubicBezTo>
                    <a:pt x="90625" y="-27702"/>
                    <a:pt x="0" y="21570"/>
                    <a:pt x="0" y="1033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3"/>
            <p:cNvSpPr/>
            <p:nvPr/>
          </p:nvSpPr>
          <p:spPr>
            <a:xfrm>
              <a:off x="2140316" y="2950248"/>
              <a:ext cx="1060554" cy="19847"/>
            </a:xfrm>
            <a:custGeom>
              <a:rect b="b" l="l" r="r" t="t"/>
              <a:pathLst>
                <a:path extrusionOk="0" h="32805" w="1752982">
                  <a:moveTo>
                    <a:pt x="1736580" y="32806"/>
                  </a:moveTo>
                  <a:lnTo>
                    <a:pt x="16403" y="32806"/>
                  </a:lnTo>
                  <a:cubicBezTo>
                    <a:pt x="7353" y="32806"/>
                    <a:pt x="0" y="25453"/>
                    <a:pt x="0" y="16403"/>
                  </a:cubicBezTo>
                  <a:cubicBezTo>
                    <a:pt x="0" y="7353"/>
                    <a:pt x="7353" y="0"/>
                    <a:pt x="16403" y="0"/>
                  </a:cubicBezTo>
                  <a:lnTo>
                    <a:pt x="1736580" y="0"/>
                  </a:lnTo>
                  <a:cubicBezTo>
                    <a:pt x="1745629" y="0"/>
                    <a:pt x="1752982" y="7353"/>
                    <a:pt x="1752982" y="16403"/>
                  </a:cubicBezTo>
                  <a:cubicBezTo>
                    <a:pt x="1752982" y="25453"/>
                    <a:pt x="1745629" y="32806"/>
                    <a:pt x="1736580" y="32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3"/>
            <p:cNvSpPr/>
            <p:nvPr/>
          </p:nvSpPr>
          <p:spPr>
            <a:xfrm>
              <a:off x="2300210" y="2912756"/>
              <a:ext cx="95055" cy="95055"/>
            </a:xfrm>
            <a:custGeom>
              <a:rect b="b" l="l" r="r" t="t"/>
              <a:pathLst>
                <a:path extrusionOk="0" h="157116" w="157116">
                  <a:moveTo>
                    <a:pt x="157117" y="78558"/>
                  </a:moveTo>
                  <a:cubicBezTo>
                    <a:pt x="157117" y="121945"/>
                    <a:pt x="121945" y="157117"/>
                    <a:pt x="78558" y="157117"/>
                  </a:cubicBezTo>
                  <a:cubicBezTo>
                    <a:pt x="35172" y="157117"/>
                    <a:pt x="0" y="121945"/>
                    <a:pt x="0" y="78558"/>
                  </a:cubicBezTo>
                  <a:cubicBezTo>
                    <a:pt x="0" y="35172"/>
                    <a:pt x="35172" y="0"/>
                    <a:pt x="78558" y="0"/>
                  </a:cubicBezTo>
                  <a:cubicBezTo>
                    <a:pt x="121945" y="0"/>
                    <a:pt x="157117" y="35172"/>
                    <a:pt x="157117" y="785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3"/>
            <p:cNvSpPr/>
            <p:nvPr/>
          </p:nvSpPr>
          <p:spPr>
            <a:xfrm>
              <a:off x="2337665" y="3229059"/>
              <a:ext cx="664286" cy="19848"/>
            </a:xfrm>
            <a:custGeom>
              <a:rect b="b" l="l" r="r" t="t"/>
              <a:pathLst>
                <a:path extrusionOk="0" h="32806" w="1097994">
                  <a:moveTo>
                    <a:pt x="1081592" y="32806"/>
                  </a:moveTo>
                  <a:lnTo>
                    <a:pt x="16403" y="32806"/>
                  </a:lnTo>
                  <a:cubicBezTo>
                    <a:pt x="7353" y="32806"/>
                    <a:pt x="0" y="25453"/>
                    <a:pt x="0" y="16403"/>
                  </a:cubicBezTo>
                  <a:cubicBezTo>
                    <a:pt x="0" y="7353"/>
                    <a:pt x="7353" y="0"/>
                    <a:pt x="16403" y="0"/>
                  </a:cubicBezTo>
                  <a:lnTo>
                    <a:pt x="1081592" y="0"/>
                  </a:lnTo>
                  <a:cubicBezTo>
                    <a:pt x="1090641" y="0"/>
                    <a:pt x="1097994" y="7353"/>
                    <a:pt x="1097994" y="16403"/>
                  </a:cubicBezTo>
                  <a:cubicBezTo>
                    <a:pt x="1097994" y="25453"/>
                    <a:pt x="1090641" y="32806"/>
                    <a:pt x="1081592" y="32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3"/>
            <p:cNvSpPr/>
            <p:nvPr/>
          </p:nvSpPr>
          <p:spPr>
            <a:xfrm>
              <a:off x="2154822" y="3355361"/>
              <a:ext cx="1031391" cy="19848"/>
            </a:xfrm>
            <a:custGeom>
              <a:rect b="b" l="l" r="r" t="t"/>
              <a:pathLst>
                <a:path extrusionOk="0" h="32806" w="1704779">
                  <a:moveTo>
                    <a:pt x="1688376" y="32806"/>
                  </a:moveTo>
                  <a:lnTo>
                    <a:pt x="16403" y="32806"/>
                  </a:lnTo>
                  <a:cubicBezTo>
                    <a:pt x="7353" y="32806"/>
                    <a:pt x="0" y="25453"/>
                    <a:pt x="0" y="16403"/>
                  </a:cubicBezTo>
                  <a:cubicBezTo>
                    <a:pt x="0" y="7353"/>
                    <a:pt x="7353" y="0"/>
                    <a:pt x="16403" y="0"/>
                  </a:cubicBezTo>
                  <a:lnTo>
                    <a:pt x="1688376" y="0"/>
                  </a:lnTo>
                  <a:cubicBezTo>
                    <a:pt x="1697426" y="0"/>
                    <a:pt x="1704779" y="7353"/>
                    <a:pt x="1704779" y="16403"/>
                  </a:cubicBezTo>
                  <a:cubicBezTo>
                    <a:pt x="1704779" y="25453"/>
                    <a:pt x="1697426" y="32806"/>
                    <a:pt x="1688376" y="32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2154822" y="3481625"/>
              <a:ext cx="1031391" cy="19847"/>
            </a:xfrm>
            <a:custGeom>
              <a:rect b="b" l="l" r="r" t="t"/>
              <a:pathLst>
                <a:path extrusionOk="0" h="32805" w="1704779">
                  <a:moveTo>
                    <a:pt x="1688376" y="32806"/>
                  </a:moveTo>
                  <a:lnTo>
                    <a:pt x="16403" y="32806"/>
                  </a:lnTo>
                  <a:cubicBezTo>
                    <a:pt x="7353" y="32806"/>
                    <a:pt x="0" y="25453"/>
                    <a:pt x="0" y="16403"/>
                  </a:cubicBezTo>
                  <a:cubicBezTo>
                    <a:pt x="0" y="7353"/>
                    <a:pt x="7353" y="0"/>
                    <a:pt x="16403" y="0"/>
                  </a:cubicBezTo>
                  <a:lnTo>
                    <a:pt x="1688376" y="0"/>
                  </a:lnTo>
                  <a:cubicBezTo>
                    <a:pt x="1697426" y="0"/>
                    <a:pt x="1704779" y="7353"/>
                    <a:pt x="1704779" y="16403"/>
                  </a:cubicBezTo>
                  <a:cubicBezTo>
                    <a:pt x="1704779" y="25453"/>
                    <a:pt x="1697426" y="32806"/>
                    <a:pt x="1688376" y="32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3"/>
            <p:cNvSpPr/>
            <p:nvPr/>
          </p:nvSpPr>
          <p:spPr>
            <a:xfrm>
              <a:off x="2154822" y="3607889"/>
              <a:ext cx="1031391" cy="19847"/>
            </a:xfrm>
            <a:custGeom>
              <a:rect b="b" l="l" r="r" t="t"/>
              <a:pathLst>
                <a:path extrusionOk="0" h="32805" w="1704779">
                  <a:moveTo>
                    <a:pt x="1688376" y="32806"/>
                  </a:moveTo>
                  <a:lnTo>
                    <a:pt x="16403" y="32806"/>
                  </a:lnTo>
                  <a:cubicBezTo>
                    <a:pt x="7353" y="32806"/>
                    <a:pt x="0" y="25453"/>
                    <a:pt x="0" y="16403"/>
                  </a:cubicBezTo>
                  <a:cubicBezTo>
                    <a:pt x="0" y="7353"/>
                    <a:pt x="7353" y="0"/>
                    <a:pt x="16403" y="0"/>
                  </a:cubicBezTo>
                  <a:lnTo>
                    <a:pt x="1688376" y="0"/>
                  </a:lnTo>
                  <a:cubicBezTo>
                    <a:pt x="1697426" y="0"/>
                    <a:pt x="1704779" y="7353"/>
                    <a:pt x="1704779" y="16403"/>
                  </a:cubicBezTo>
                  <a:cubicBezTo>
                    <a:pt x="1704779" y="25453"/>
                    <a:pt x="1697426" y="32806"/>
                    <a:pt x="1688376" y="328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3"/>
            <p:cNvSpPr/>
            <p:nvPr/>
          </p:nvSpPr>
          <p:spPr>
            <a:xfrm>
              <a:off x="3188715" y="2987930"/>
              <a:ext cx="982418" cy="630104"/>
            </a:xfrm>
            <a:custGeom>
              <a:rect b="b" l="l" r="r" t="t"/>
              <a:pathLst>
                <a:path extrusionOk="0" h="1041495" w="1623832">
                  <a:moveTo>
                    <a:pt x="1567271" y="0"/>
                  </a:moveTo>
                  <a:cubicBezTo>
                    <a:pt x="1223813" y="7667"/>
                    <a:pt x="426352" y="7667"/>
                    <a:pt x="56562" y="0"/>
                  </a:cubicBezTo>
                  <a:cubicBezTo>
                    <a:pt x="25327" y="0"/>
                    <a:pt x="0" y="25327"/>
                    <a:pt x="0" y="56562"/>
                  </a:cubicBezTo>
                  <a:cubicBezTo>
                    <a:pt x="5405" y="437916"/>
                    <a:pt x="6348" y="657313"/>
                    <a:pt x="0" y="984933"/>
                  </a:cubicBezTo>
                  <a:cubicBezTo>
                    <a:pt x="0" y="1016168"/>
                    <a:pt x="25327" y="1041495"/>
                    <a:pt x="56562" y="1041495"/>
                  </a:cubicBezTo>
                  <a:cubicBezTo>
                    <a:pt x="398825" y="1030686"/>
                    <a:pt x="1195721" y="1030183"/>
                    <a:pt x="1567271" y="1041495"/>
                  </a:cubicBezTo>
                  <a:cubicBezTo>
                    <a:pt x="1598505" y="1041495"/>
                    <a:pt x="1623833" y="1016168"/>
                    <a:pt x="1623833" y="984933"/>
                  </a:cubicBezTo>
                  <a:cubicBezTo>
                    <a:pt x="1613715" y="619920"/>
                    <a:pt x="1613400" y="404544"/>
                    <a:pt x="1623833" y="56562"/>
                  </a:cubicBezTo>
                  <a:cubicBezTo>
                    <a:pt x="1623833" y="25327"/>
                    <a:pt x="1598505" y="0"/>
                    <a:pt x="1567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3"/>
            <p:cNvSpPr/>
            <p:nvPr/>
          </p:nvSpPr>
          <p:spPr>
            <a:xfrm>
              <a:off x="3294983" y="3196717"/>
              <a:ext cx="352618" cy="325166"/>
            </a:xfrm>
            <a:custGeom>
              <a:rect b="b" l="l" r="r" t="t"/>
              <a:pathLst>
                <a:path extrusionOk="0" h="537464" w="582840">
                  <a:moveTo>
                    <a:pt x="582840" y="0"/>
                  </a:moveTo>
                  <a:lnTo>
                    <a:pt x="582840" y="246045"/>
                  </a:lnTo>
                  <a:cubicBezTo>
                    <a:pt x="582840" y="406744"/>
                    <a:pt x="452119" y="537465"/>
                    <a:pt x="291420" y="537465"/>
                  </a:cubicBezTo>
                  <a:cubicBezTo>
                    <a:pt x="130721" y="537465"/>
                    <a:pt x="0" y="406744"/>
                    <a:pt x="0" y="246045"/>
                  </a:cubicBezTo>
                  <a:lnTo>
                    <a:pt x="0" y="0"/>
                  </a:lnTo>
                  <a:lnTo>
                    <a:pt x="143416" y="0"/>
                  </a:lnTo>
                  <a:lnTo>
                    <a:pt x="143416" y="246045"/>
                  </a:lnTo>
                  <a:cubicBezTo>
                    <a:pt x="143416" y="327620"/>
                    <a:pt x="209845" y="394048"/>
                    <a:pt x="291420" y="394048"/>
                  </a:cubicBezTo>
                  <a:cubicBezTo>
                    <a:pt x="372995" y="394048"/>
                    <a:pt x="439424" y="327620"/>
                    <a:pt x="439424" y="246045"/>
                  </a:cubicBezTo>
                  <a:lnTo>
                    <a:pt x="439424" y="0"/>
                  </a:lnTo>
                  <a:lnTo>
                    <a:pt x="5828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3"/>
            <p:cNvSpPr/>
            <p:nvPr/>
          </p:nvSpPr>
          <p:spPr>
            <a:xfrm>
              <a:off x="3321190" y="3196717"/>
              <a:ext cx="352618" cy="325166"/>
            </a:xfrm>
            <a:custGeom>
              <a:rect b="b" l="l" r="r" t="t"/>
              <a:pathLst>
                <a:path extrusionOk="0" h="537464" w="582840">
                  <a:moveTo>
                    <a:pt x="582841" y="0"/>
                  </a:moveTo>
                  <a:lnTo>
                    <a:pt x="582841" y="246045"/>
                  </a:lnTo>
                  <a:cubicBezTo>
                    <a:pt x="582841" y="406744"/>
                    <a:pt x="452119" y="537465"/>
                    <a:pt x="291420" y="537465"/>
                  </a:cubicBezTo>
                  <a:cubicBezTo>
                    <a:pt x="130721" y="537465"/>
                    <a:pt x="0" y="406744"/>
                    <a:pt x="0" y="246045"/>
                  </a:cubicBezTo>
                  <a:lnTo>
                    <a:pt x="0" y="0"/>
                  </a:lnTo>
                  <a:lnTo>
                    <a:pt x="143416" y="0"/>
                  </a:lnTo>
                  <a:lnTo>
                    <a:pt x="143416" y="246045"/>
                  </a:lnTo>
                  <a:cubicBezTo>
                    <a:pt x="143416" y="327620"/>
                    <a:pt x="209845" y="394048"/>
                    <a:pt x="291420" y="394048"/>
                  </a:cubicBezTo>
                  <a:cubicBezTo>
                    <a:pt x="372995" y="394048"/>
                    <a:pt x="439424" y="327620"/>
                    <a:pt x="439424" y="246045"/>
                  </a:cubicBezTo>
                  <a:lnTo>
                    <a:pt x="439424" y="0"/>
                  </a:lnTo>
                  <a:lnTo>
                    <a:pt x="5828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3"/>
            <p:cNvSpPr/>
            <p:nvPr/>
          </p:nvSpPr>
          <p:spPr>
            <a:xfrm>
              <a:off x="3321228" y="3196717"/>
              <a:ext cx="86767" cy="80911"/>
            </a:xfrm>
            <a:custGeom>
              <a:rect b="b" l="l" r="r" t="t"/>
              <a:pathLst>
                <a:path extrusionOk="0" h="133737" w="143416">
                  <a:moveTo>
                    <a:pt x="0" y="0"/>
                  </a:moveTo>
                  <a:lnTo>
                    <a:pt x="143416" y="0"/>
                  </a:lnTo>
                  <a:lnTo>
                    <a:pt x="143416" y="133738"/>
                  </a:lnTo>
                  <a:lnTo>
                    <a:pt x="0" y="13373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3"/>
            <p:cNvSpPr/>
            <p:nvPr/>
          </p:nvSpPr>
          <p:spPr>
            <a:xfrm>
              <a:off x="3585988" y="3196717"/>
              <a:ext cx="86767" cy="80911"/>
            </a:xfrm>
            <a:custGeom>
              <a:rect b="b" l="l" r="r" t="t"/>
              <a:pathLst>
                <a:path extrusionOk="0" h="133737" w="143416">
                  <a:moveTo>
                    <a:pt x="0" y="0"/>
                  </a:moveTo>
                  <a:lnTo>
                    <a:pt x="143416" y="0"/>
                  </a:lnTo>
                  <a:lnTo>
                    <a:pt x="143416" y="133738"/>
                  </a:lnTo>
                  <a:lnTo>
                    <a:pt x="0" y="13373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3"/>
            <p:cNvSpPr/>
            <p:nvPr/>
          </p:nvSpPr>
          <p:spPr>
            <a:xfrm>
              <a:off x="3595721" y="3051971"/>
              <a:ext cx="67223" cy="110226"/>
            </a:xfrm>
            <a:custGeom>
              <a:rect b="b" l="l" r="r" t="t"/>
              <a:pathLst>
                <a:path extrusionOk="0" h="182192" w="111112">
                  <a:moveTo>
                    <a:pt x="65046" y="0"/>
                  </a:moveTo>
                  <a:lnTo>
                    <a:pt x="0" y="98795"/>
                  </a:lnTo>
                  <a:lnTo>
                    <a:pt x="52728" y="98795"/>
                  </a:lnTo>
                  <a:lnTo>
                    <a:pt x="26333" y="182192"/>
                  </a:lnTo>
                  <a:lnTo>
                    <a:pt x="111113" y="66680"/>
                  </a:lnTo>
                  <a:lnTo>
                    <a:pt x="50214" y="66680"/>
                  </a:lnTo>
                  <a:lnTo>
                    <a:pt x="650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3"/>
            <p:cNvSpPr/>
            <p:nvPr/>
          </p:nvSpPr>
          <p:spPr>
            <a:xfrm>
              <a:off x="3340694" y="3051971"/>
              <a:ext cx="67223" cy="110226"/>
            </a:xfrm>
            <a:custGeom>
              <a:rect b="b" l="l" r="r" t="t"/>
              <a:pathLst>
                <a:path extrusionOk="0" h="182192" w="111112">
                  <a:moveTo>
                    <a:pt x="64984" y="0"/>
                  </a:moveTo>
                  <a:lnTo>
                    <a:pt x="0" y="98795"/>
                  </a:lnTo>
                  <a:lnTo>
                    <a:pt x="52666" y="98795"/>
                  </a:lnTo>
                  <a:lnTo>
                    <a:pt x="26333" y="182192"/>
                  </a:lnTo>
                  <a:lnTo>
                    <a:pt x="111113" y="66680"/>
                  </a:lnTo>
                  <a:lnTo>
                    <a:pt x="50214" y="66680"/>
                  </a:lnTo>
                  <a:lnTo>
                    <a:pt x="6498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3762431" y="3467839"/>
              <a:ext cx="306497" cy="11710"/>
            </a:xfrm>
            <a:custGeom>
              <a:rect b="b" l="l" r="r" t="t"/>
              <a:pathLst>
                <a:path extrusionOk="0" h="19356" w="506607">
                  <a:moveTo>
                    <a:pt x="496929" y="19357"/>
                  </a:moveTo>
                  <a:lnTo>
                    <a:pt x="9679" y="19357"/>
                  </a:lnTo>
                  <a:cubicBezTo>
                    <a:pt x="4336" y="19357"/>
                    <a:pt x="0" y="15020"/>
                    <a:pt x="0" y="9679"/>
                  </a:cubicBezTo>
                  <a:cubicBezTo>
                    <a:pt x="0" y="4336"/>
                    <a:pt x="4336" y="0"/>
                    <a:pt x="9679" y="0"/>
                  </a:cubicBezTo>
                  <a:lnTo>
                    <a:pt x="496929" y="0"/>
                  </a:lnTo>
                  <a:cubicBezTo>
                    <a:pt x="502271" y="0"/>
                    <a:pt x="506607" y="4336"/>
                    <a:pt x="506607" y="9679"/>
                  </a:cubicBezTo>
                  <a:cubicBezTo>
                    <a:pt x="506607" y="15020"/>
                    <a:pt x="502271" y="19357"/>
                    <a:pt x="496929" y="19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3"/>
            <p:cNvSpPr/>
            <p:nvPr/>
          </p:nvSpPr>
          <p:spPr>
            <a:xfrm>
              <a:off x="3762431" y="3381871"/>
              <a:ext cx="306497" cy="11710"/>
            </a:xfrm>
            <a:custGeom>
              <a:rect b="b" l="l" r="r" t="t"/>
              <a:pathLst>
                <a:path extrusionOk="0" h="19356" w="506607">
                  <a:moveTo>
                    <a:pt x="496929" y="19357"/>
                  </a:moveTo>
                  <a:lnTo>
                    <a:pt x="9679" y="19357"/>
                  </a:lnTo>
                  <a:cubicBezTo>
                    <a:pt x="4336" y="19357"/>
                    <a:pt x="0" y="15020"/>
                    <a:pt x="0" y="9679"/>
                  </a:cubicBezTo>
                  <a:cubicBezTo>
                    <a:pt x="0" y="4336"/>
                    <a:pt x="4336" y="0"/>
                    <a:pt x="9679" y="0"/>
                  </a:cubicBezTo>
                  <a:lnTo>
                    <a:pt x="496929" y="0"/>
                  </a:lnTo>
                  <a:cubicBezTo>
                    <a:pt x="502271" y="0"/>
                    <a:pt x="506607" y="4336"/>
                    <a:pt x="506607" y="9679"/>
                  </a:cubicBezTo>
                  <a:cubicBezTo>
                    <a:pt x="506607" y="15020"/>
                    <a:pt x="502271" y="19357"/>
                    <a:pt x="496929" y="19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3"/>
            <p:cNvSpPr/>
            <p:nvPr/>
          </p:nvSpPr>
          <p:spPr>
            <a:xfrm>
              <a:off x="3762431" y="3295903"/>
              <a:ext cx="306497" cy="11710"/>
            </a:xfrm>
            <a:custGeom>
              <a:rect b="b" l="l" r="r" t="t"/>
              <a:pathLst>
                <a:path extrusionOk="0" h="19356" w="506607">
                  <a:moveTo>
                    <a:pt x="496929" y="19357"/>
                  </a:moveTo>
                  <a:lnTo>
                    <a:pt x="9679" y="19357"/>
                  </a:lnTo>
                  <a:cubicBezTo>
                    <a:pt x="4336" y="19357"/>
                    <a:pt x="0" y="15020"/>
                    <a:pt x="0" y="9678"/>
                  </a:cubicBezTo>
                  <a:cubicBezTo>
                    <a:pt x="0" y="4336"/>
                    <a:pt x="4336" y="0"/>
                    <a:pt x="9679" y="0"/>
                  </a:cubicBezTo>
                  <a:lnTo>
                    <a:pt x="496929" y="0"/>
                  </a:lnTo>
                  <a:cubicBezTo>
                    <a:pt x="502271" y="0"/>
                    <a:pt x="506607" y="4336"/>
                    <a:pt x="506607" y="9678"/>
                  </a:cubicBezTo>
                  <a:cubicBezTo>
                    <a:pt x="506607" y="15020"/>
                    <a:pt x="502271" y="19357"/>
                    <a:pt x="496929" y="19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3762431" y="3209971"/>
              <a:ext cx="306497" cy="11710"/>
            </a:xfrm>
            <a:custGeom>
              <a:rect b="b" l="l" r="r" t="t"/>
              <a:pathLst>
                <a:path extrusionOk="0" h="19356" w="506607">
                  <a:moveTo>
                    <a:pt x="496929" y="19357"/>
                  </a:moveTo>
                  <a:lnTo>
                    <a:pt x="9679" y="19357"/>
                  </a:lnTo>
                  <a:cubicBezTo>
                    <a:pt x="4336" y="19357"/>
                    <a:pt x="0" y="15020"/>
                    <a:pt x="0" y="9678"/>
                  </a:cubicBezTo>
                  <a:cubicBezTo>
                    <a:pt x="0" y="4336"/>
                    <a:pt x="4336" y="0"/>
                    <a:pt x="9679" y="0"/>
                  </a:cubicBezTo>
                  <a:lnTo>
                    <a:pt x="496929" y="0"/>
                  </a:lnTo>
                  <a:cubicBezTo>
                    <a:pt x="502271" y="0"/>
                    <a:pt x="506607" y="4336"/>
                    <a:pt x="506607" y="9678"/>
                  </a:cubicBezTo>
                  <a:cubicBezTo>
                    <a:pt x="506607" y="15020"/>
                    <a:pt x="502271" y="19357"/>
                    <a:pt x="496929" y="19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3"/>
            <p:cNvSpPr/>
            <p:nvPr/>
          </p:nvSpPr>
          <p:spPr>
            <a:xfrm>
              <a:off x="3880477" y="3124003"/>
              <a:ext cx="187981" cy="11710"/>
            </a:xfrm>
            <a:custGeom>
              <a:rect b="b" l="l" r="r" t="t"/>
              <a:pathLst>
                <a:path extrusionOk="0" h="19356" w="310713">
                  <a:moveTo>
                    <a:pt x="301035" y="19357"/>
                  </a:moveTo>
                  <a:lnTo>
                    <a:pt x="9678" y="19357"/>
                  </a:lnTo>
                  <a:cubicBezTo>
                    <a:pt x="4336" y="19357"/>
                    <a:pt x="0" y="15020"/>
                    <a:pt x="0" y="9678"/>
                  </a:cubicBezTo>
                  <a:cubicBezTo>
                    <a:pt x="0" y="4336"/>
                    <a:pt x="4336" y="0"/>
                    <a:pt x="9678" y="0"/>
                  </a:cubicBezTo>
                  <a:lnTo>
                    <a:pt x="301035" y="0"/>
                  </a:lnTo>
                  <a:cubicBezTo>
                    <a:pt x="306378" y="0"/>
                    <a:pt x="310714" y="4336"/>
                    <a:pt x="310714" y="9678"/>
                  </a:cubicBezTo>
                  <a:cubicBezTo>
                    <a:pt x="310714" y="15020"/>
                    <a:pt x="306378" y="19357"/>
                    <a:pt x="301035" y="19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3"/>
            <p:cNvSpPr/>
            <p:nvPr/>
          </p:nvSpPr>
          <p:spPr>
            <a:xfrm>
              <a:off x="1198754" y="3316504"/>
              <a:ext cx="1011163" cy="648545"/>
            </a:xfrm>
            <a:custGeom>
              <a:rect b="b" l="l" r="r" t="t"/>
              <a:pathLst>
                <a:path extrusionOk="0" h="1071975" w="1671344">
                  <a:moveTo>
                    <a:pt x="1613086" y="0"/>
                  </a:moveTo>
                  <a:cubicBezTo>
                    <a:pt x="1259636" y="7918"/>
                    <a:pt x="438858" y="7918"/>
                    <a:pt x="58259" y="0"/>
                  </a:cubicBezTo>
                  <a:cubicBezTo>
                    <a:pt x="26081" y="0"/>
                    <a:pt x="0" y="26081"/>
                    <a:pt x="0" y="58259"/>
                  </a:cubicBezTo>
                  <a:cubicBezTo>
                    <a:pt x="5593" y="450736"/>
                    <a:pt x="6536" y="676544"/>
                    <a:pt x="0" y="1013717"/>
                  </a:cubicBezTo>
                  <a:cubicBezTo>
                    <a:pt x="0" y="1045894"/>
                    <a:pt x="26081" y="1071976"/>
                    <a:pt x="58259" y="1071976"/>
                  </a:cubicBezTo>
                  <a:cubicBezTo>
                    <a:pt x="410515" y="1060852"/>
                    <a:pt x="1230664" y="1060349"/>
                    <a:pt x="1613086" y="1071976"/>
                  </a:cubicBezTo>
                  <a:cubicBezTo>
                    <a:pt x="1645263" y="1071976"/>
                    <a:pt x="1671345" y="1045894"/>
                    <a:pt x="1671345" y="1013717"/>
                  </a:cubicBezTo>
                  <a:cubicBezTo>
                    <a:pt x="1660912" y="638019"/>
                    <a:pt x="1660598" y="416359"/>
                    <a:pt x="1671345" y="58259"/>
                  </a:cubicBezTo>
                  <a:cubicBezTo>
                    <a:pt x="1671345" y="26081"/>
                    <a:pt x="1645263" y="0"/>
                    <a:pt x="16130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3"/>
            <p:cNvSpPr/>
            <p:nvPr/>
          </p:nvSpPr>
          <p:spPr>
            <a:xfrm>
              <a:off x="1272338" y="3426597"/>
              <a:ext cx="427484" cy="427484"/>
            </a:xfrm>
            <a:custGeom>
              <a:rect b="b" l="l" r="r" t="t"/>
              <a:pathLst>
                <a:path extrusionOk="0" h="706585" w="706585">
                  <a:moveTo>
                    <a:pt x="610807" y="706586"/>
                  </a:moveTo>
                  <a:lnTo>
                    <a:pt x="95778" y="706586"/>
                  </a:lnTo>
                  <a:cubicBezTo>
                    <a:pt x="42987" y="706586"/>
                    <a:pt x="0" y="663598"/>
                    <a:pt x="0" y="610807"/>
                  </a:cubicBezTo>
                  <a:lnTo>
                    <a:pt x="0" y="95779"/>
                  </a:lnTo>
                  <a:cubicBezTo>
                    <a:pt x="0" y="42987"/>
                    <a:pt x="42987" y="0"/>
                    <a:pt x="95778" y="0"/>
                  </a:cubicBezTo>
                  <a:lnTo>
                    <a:pt x="610807" y="0"/>
                  </a:lnTo>
                  <a:cubicBezTo>
                    <a:pt x="663598" y="0"/>
                    <a:pt x="706585" y="42987"/>
                    <a:pt x="706585" y="95779"/>
                  </a:cubicBezTo>
                  <a:lnTo>
                    <a:pt x="706585" y="610807"/>
                  </a:lnTo>
                  <a:cubicBezTo>
                    <a:pt x="706585" y="663598"/>
                    <a:pt x="663598" y="706586"/>
                    <a:pt x="610807" y="706586"/>
                  </a:cubicBezTo>
                  <a:close/>
                  <a:moveTo>
                    <a:pt x="95778" y="19923"/>
                  </a:moveTo>
                  <a:cubicBezTo>
                    <a:pt x="53922" y="19923"/>
                    <a:pt x="19922" y="53985"/>
                    <a:pt x="19922" y="95779"/>
                  </a:cubicBezTo>
                  <a:lnTo>
                    <a:pt x="19922" y="610807"/>
                  </a:lnTo>
                  <a:cubicBezTo>
                    <a:pt x="19922" y="652663"/>
                    <a:pt x="53985" y="686663"/>
                    <a:pt x="95778" y="686663"/>
                  </a:cubicBezTo>
                  <a:lnTo>
                    <a:pt x="610807" y="686663"/>
                  </a:lnTo>
                  <a:cubicBezTo>
                    <a:pt x="652663" y="686663"/>
                    <a:pt x="686663" y="652600"/>
                    <a:pt x="686663" y="610807"/>
                  </a:cubicBezTo>
                  <a:lnTo>
                    <a:pt x="686663" y="95779"/>
                  </a:lnTo>
                  <a:cubicBezTo>
                    <a:pt x="686663" y="53923"/>
                    <a:pt x="652600" y="19923"/>
                    <a:pt x="610807" y="19923"/>
                  </a:cubicBezTo>
                  <a:lnTo>
                    <a:pt x="95778" y="1992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33"/>
            <p:cNvSpPr/>
            <p:nvPr/>
          </p:nvSpPr>
          <p:spPr>
            <a:xfrm>
              <a:off x="1351149" y="3530269"/>
              <a:ext cx="253151" cy="253134"/>
            </a:xfrm>
            <a:custGeom>
              <a:rect b="b" l="l" r="r" t="t"/>
              <a:pathLst>
                <a:path extrusionOk="0" h="418404" w="418432">
                  <a:moveTo>
                    <a:pt x="408315" y="359957"/>
                  </a:moveTo>
                  <a:lnTo>
                    <a:pt x="58447" y="10090"/>
                  </a:lnTo>
                  <a:cubicBezTo>
                    <a:pt x="36891" y="-11466"/>
                    <a:pt x="0" y="3805"/>
                    <a:pt x="0" y="34286"/>
                  </a:cubicBezTo>
                  <a:lnTo>
                    <a:pt x="0" y="384153"/>
                  </a:lnTo>
                  <a:cubicBezTo>
                    <a:pt x="0" y="403070"/>
                    <a:pt x="15335" y="418405"/>
                    <a:pt x="34251" y="418405"/>
                  </a:cubicBezTo>
                  <a:lnTo>
                    <a:pt x="384119" y="418405"/>
                  </a:lnTo>
                  <a:cubicBezTo>
                    <a:pt x="414600" y="418405"/>
                    <a:pt x="429934" y="381514"/>
                    <a:pt x="408315" y="3599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3"/>
            <p:cNvSpPr/>
            <p:nvPr/>
          </p:nvSpPr>
          <p:spPr>
            <a:xfrm rot="-2700000">
              <a:off x="1485155" y="3509532"/>
              <a:ext cx="141499" cy="141499"/>
            </a:xfrm>
            <a:custGeom>
              <a:rect b="b" l="l" r="r" t="t"/>
              <a:pathLst>
                <a:path extrusionOk="0" h="235423" w="235423">
                  <a:moveTo>
                    <a:pt x="235424" y="117712"/>
                  </a:moveTo>
                  <a:cubicBezTo>
                    <a:pt x="235424" y="182722"/>
                    <a:pt x="182722" y="235424"/>
                    <a:pt x="117712" y="235424"/>
                  </a:cubicBezTo>
                  <a:cubicBezTo>
                    <a:pt x="52701" y="235424"/>
                    <a:pt x="0" y="182722"/>
                    <a:pt x="0" y="117712"/>
                  </a:cubicBezTo>
                  <a:cubicBezTo>
                    <a:pt x="0" y="52701"/>
                    <a:pt x="52701" y="0"/>
                    <a:pt x="117712" y="0"/>
                  </a:cubicBezTo>
                  <a:cubicBezTo>
                    <a:pt x="182722" y="0"/>
                    <a:pt x="235424" y="52701"/>
                    <a:pt x="235424" y="1177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3"/>
            <p:cNvSpPr/>
            <p:nvPr/>
          </p:nvSpPr>
          <p:spPr>
            <a:xfrm>
              <a:off x="1808637" y="3816258"/>
              <a:ext cx="315394" cy="12015"/>
            </a:xfrm>
            <a:custGeom>
              <a:rect b="b" l="l" r="r" t="t"/>
              <a:pathLst>
                <a:path extrusionOk="0" h="19859" w="521313">
                  <a:moveTo>
                    <a:pt x="511383" y="19860"/>
                  </a:moveTo>
                  <a:lnTo>
                    <a:pt x="9930" y="19860"/>
                  </a:lnTo>
                  <a:cubicBezTo>
                    <a:pt x="4462" y="19860"/>
                    <a:pt x="0" y="15398"/>
                    <a:pt x="0" y="9930"/>
                  </a:cubicBezTo>
                  <a:cubicBezTo>
                    <a:pt x="0" y="4462"/>
                    <a:pt x="4462" y="0"/>
                    <a:pt x="9930" y="0"/>
                  </a:cubicBezTo>
                  <a:lnTo>
                    <a:pt x="511383" y="0"/>
                  </a:lnTo>
                  <a:cubicBezTo>
                    <a:pt x="516851" y="0"/>
                    <a:pt x="521313" y="4462"/>
                    <a:pt x="521313" y="9930"/>
                  </a:cubicBezTo>
                  <a:cubicBezTo>
                    <a:pt x="521313" y="15398"/>
                    <a:pt x="516851" y="19860"/>
                    <a:pt x="511383" y="198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3"/>
            <p:cNvSpPr/>
            <p:nvPr/>
          </p:nvSpPr>
          <p:spPr>
            <a:xfrm>
              <a:off x="1808637" y="3727790"/>
              <a:ext cx="315394" cy="12015"/>
            </a:xfrm>
            <a:custGeom>
              <a:rect b="b" l="l" r="r" t="t"/>
              <a:pathLst>
                <a:path extrusionOk="0" h="19859" w="521313">
                  <a:moveTo>
                    <a:pt x="511383" y="19859"/>
                  </a:moveTo>
                  <a:lnTo>
                    <a:pt x="9930" y="19859"/>
                  </a:lnTo>
                  <a:cubicBezTo>
                    <a:pt x="4462" y="19859"/>
                    <a:pt x="0" y="15398"/>
                    <a:pt x="0" y="9930"/>
                  </a:cubicBezTo>
                  <a:cubicBezTo>
                    <a:pt x="0" y="4462"/>
                    <a:pt x="4462" y="0"/>
                    <a:pt x="9930" y="0"/>
                  </a:cubicBezTo>
                  <a:lnTo>
                    <a:pt x="511383" y="0"/>
                  </a:lnTo>
                  <a:cubicBezTo>
                    <a:pt x="516851" y="0"/>
                    <a:pt x="521313" y="4462"/>
                    <a:pt x="521313" y="9930"/>
                  </a:cubicBezTo>
                  <a:cubicBezTo>
                    <a:pt x="521313" y="15398"/>
                    <a:pt x="516851" y="19859"/>
                    <a:pt x="511383" y="198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3"/>
            <p:cNvSpPr/>
            <p:nvPr/>
          </p:nvSpPr>
          <p:spPr>
            <a:xfrm>
              <a:off x="1808637" y="3639322"/>
              <a:ext cx="315394" cy="12015"/>
            </a:xfrm>
            <a:custGeom>
              <a:rect b="b" l="l" r="r" t="t"/>
              <a:pathLst>
                <a:path extrusionOk="0" h="19859" w="521313">
                  <a:moveTo>
                    <a:pt x="511383" y="19859"/>
                  </a:moveTo>
                  <a:lnTo>
                    <a:pt x="9930" y="19859"/>
                  </a:lnTo>
                  <a:cubicBezTo>
                    <a:pt x="4462" y="19859"/>
                    <a:pt x="0" y="15398"/>
                    <a:pt x="0" y="9930"/>
                  </a:cubicBezTo>
                  <a:cubicBezTo>
                    <a:pt x="0" y="4462"/>
                    <a:pt x="4462" y="0"/>
                    <a:pt x="9930" y="0"/>
                  </a:cubicBezTo>
                  <a:lnTo>
                    <a:pt x="511383" y="0"/>
                  </a:lnTo>
                  <a:cubicBezTo>
                    <a:pt x="516851" y="0"/>
                    <a:pt x="521313" y="4462"/>
                    <a:pt x="521313" y="9930"/>
                  </a:cubicBezTo>
                  <a:cubicBezTo>
                    <a:pt x="521313" y="15398"/>
                    <a:pt x="516851" y="19859"/>
                    <a:pt x="511383" y="198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3"/>
            <p:cNvSpPr/>
            <p:nvPr/>
          </p:nvSpPr>
          <p:spPr>
            <a:xfrm>
              <a:off x="1808637" y="3550854"/>
              <a:ext cx="315394" cy="12015"/>
            </a:xfrm>
            <a:custGeom>
              <a:rect b="b" l="l" r="r" t="t"/>
              <a:pathLst>
                <a:path extrusionOk="0" h="19859" w="521313">
                  <a:moveTo>
                    <a:pt x="511383" y="19859"/>
                  </a:moveTo>
                  <a:lnTo>
                    <a:pt x="9930" y="19859"/>
                  </a:lnTo>
                  <a:cubicBezTo>
                    <a:pt x="4462" y="19859"/>
                    <a:pt x="0" y="15397"/>
                    <a:pt x="0" y="9930"/>
                  </a:cubicBezTo>
                  <a:cubicBezTo>
                    <a:pt x="0" y="4462"/>
                    <a:pt x="4462" y="0"/>
                    <a:pt x="9930" y="0"/>
                  </a:cubicBezTo>
                  <a:lnTo>
                    <a:pt x="511383" y="0"/>
                  </a:lnTo>
                  <a:cubicBezTo>
                    <a:pt x="516851" y="0"/>
                    <a:pt x="521313" y="4462"/>
                    <a:pt x="521313" y="9930"/>
                  </a:cubicBezTo>
                  <a:cubicBezTo>
                    <a:pt x="521313" y="15397"/>
                    <a:pt x="516851" y="19859"/>
                    <a:pt x="511383" y="198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3"/>
            <p:cNvSpPr/>
            <p:nvPr/>
          </p:nvSpPr>
          <p:spPr>
            <a:xfrm>
              <a:off x="1930129" y="3462423"/>
              <a:ext cx="193419" cy="12015"/>
            </a:xfrm>
            <a:custGeom>
              <a:rect b="b" l="l" r="r" t="t"/>
              <a:pathLst>
                <a:path extrusionOk="0" h="19859" w="319701">
                  <a:moveTo>
                    <a:pt x="309771" y="19860"/>
                  </a:moveTo>
                  <a:lnTo>
                    <a:pt x="9930" y="19860"/>
                  </a:lnTo>
                  <a:cubicBezTo>
                    <a:pt x="4462" y="19860"/>
                    <a:pt x="0" y="15398"/>
                    <a:pt x="0" y="9930"/>
                  </a:cubicBezTo>
                  <a:cubicBezTo>
                    <a:pt x="0" y="4462"/>
                    <a:pt x="4462" y="0"/>
                    <a:pt x="9930" y="0"/>
                  </a:cubicBezTo>
                  <a:lnTo>
                    <a:pt x="309771" y="0"/>
                  </a:lnTo>
                  <a:cubicBezTo>
                    <a:pt x="315239" y="0"/>
                    <a:pt x="319701" y="4462"/>
                    <a:pt x="319701" y="9930"/>
                  </a:cubicBezTo>
                  <a:cubicBezTo>
                    <a:pt x="319701" y="15398"/>
                    <a:pt x="315239" y="19860"/>
                    <a:pt x="309771" y="198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3"/>
            <p:cNvSpPr/>
            <p:nvPr/>
          </p:nvSpPr>
          <p:spPr>
            <a:xfrm>
              <a:off x="1118012" y="3225006"/>
              <a:ext cx="234065" cy="228247"/>
            </a:xfrm>
            <a:custGeom>
              <a:rect b="b" l="l" r="r" t="t"/>
              <a:pathLst>
                <a:path extrusionOk="0" h="377268" w="386884">
                  <a:moveTo>
                    <a:pt x="386884" y="188603"/>
                  </a:moveTo>
                  <a:lnTo>
                    <a:pt x="341132" y="222352"/>
                  </a:lnTo>
                  <a:lnTo>
                    <a:pt x="367779" y="272566"/>
                  </a:lnTo>
                  <a:lnTo>
                    <a:pt x="311845" y="282999"/>
                  </a:lnTo>
                  <a:lnTo>
                    <a:pt x="314045" y="339875"/>
                  </a:lnTo>
                  <a:lnTo>
                    <a:pt x="259180" y="325106"/>
                  </a:lnTo>
                  <a:lnTo>
                    <a:pt x="236492" y="377269"/>
                  </a:lnTo>
                  <a:lnTo>
                    <a:pt x="193442" y="340063"/>
                  </a:lnTo>
                  <a:lnTo>
                    <a:pt x="150392" y="377269"/>
                  </a:lnTo>
                  <a:lnTo>
                    <a:pt x="127704" y="325106"/>
                  </a:lnTo>
                  <a:lnTo>
                    <a:pt x="72839" y="339875"/>
                  </a:lnTo>
                  <a:lnTo>
                    <a:pt x="75039" y="282999"/>
                  </a:lnTo>
                  <a:lnTo>
                    <a:pt x="19105" y="272566"/>
                  </a:lnTo>
                  <a:lnTo>
                    <a:pt x="45752" y="222352"/>
                  </a:lnTo>
                  <a:lnTo>
                    <a:pt x="0" y="188603"/>
                  </a:lnTo>
                  <a:lnTo>
                    <a:pt x="45752" y="154854"/>
                  </a:lnTo>
                  <a:lnTo>
                    <a:pt x="19105" y="104640"/>
                  </a:lnTo>
                  <a:lnTo>
                    <a:pt x="75039" y="94207"/>
                  </a:lnTo>
                  <a:lnTo>
                    <a:pt x="72839" y="37394"/>
                  </a:lnTo>
                  <a:lnTo>
                    <a:pt x="127704" y="52100"/>
                  </a:lnTo>
                  <a:lnTo>
                    <a:pt x="150392" y="0"/>
                  </a:lnTo>
                  <a:lnTo>
                    <a:pt x="193442" y="37143"/>
                  </a:lnTo>
                  <a:lnTo>
                    <a:pt x="236492" y="0"/>
                  </a:lnTo>
                  <a:lnTo>
                    <a:pt x="259180" y="52100"/>
                  </a:lnTo>
                  <a:lnTo>
                    <a:pt x="314045" y="37394"/>
                  </a:lnTo>
                  <a:lnTo>
                    <a:pt x="311845" y="94207"/>
                  </a:lnTo>
                  <a:lnTo>
                    <a:pt x="367779" y="104640"/>
                  </a:lnTo>
                  <a:lnTo>
                    <a:pt x="341132" y="154854"/>
                  </a:lnTo>
                  <a:lnTo>
                    <a:pt x="386884" y="1886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6" name="Google Shape;756;p33"/>
          <p:cNvSpPr txBox="1"/>
          <p:nvPr>
            <p:ph type="title"/>
          </p:nvPr>
        </p:nvSpPr>
        <p:spPr>
          <a:xfrm>
            <a:off x="4730475" y="2390325"/>
            <a:ext cx="3166200" cy="8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500"/>
              <a:t>Analysis</a:t>
            </a:r>
            <a:endParaRPr b="1" sz="4500"/>
          </a:p>
        </p:txBody>
      </p:sp>
      <p:sp>
        <p:nvSpPr>
          <p:cNvPr id="757" name="Google Shape;757;p33"/>
          <p:cNvSpPr txBox="1"/>
          <p:nvPr>
            <p:ph idx="4294967295" type="title"/>
          </p:nvPr>
        </p:nvSpPr>
        <p:spPr>
          <a:xfrm>
            <a:off x="6766648" y="1437225"/>
            <a:ext cx="1079700" cy="9531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/>
              <a:t>03</a:t>
            </a:r>
            <a:endParaRPr sz="5000"/>
          </a:p>
        </p:txBody>
      </p:sp>
      <p:sp>
        <p:nvSpPr>
          <p:cNvPr id="758" name="Google Shape;758;p33"/>
          <p:cNvSpPr txBox="1"/>
          <p:nvPr>
            <p:ph type="title"/>
          </p:nvPr>
        </p:nvSpPr>
        <p:spPr>
          <a:xfrm>
            <a:off x="5783724" y="3377685"/>
            <a:ext cx="2062500" cy="5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3"/>
          <p:cNvSpPr txBox="1"/>
          <p:nvPr>
            <p:ph type="title"/>
          </p:nvPr>
        </p:nvSpPr>
        <p:spPr>
          <a:xfrm>
            <a:off x="4596149" y="3047850"/>
            <a:ext cx="3250200" cy="5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EDA &amp; Forecast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400" y="552175"/>
            <a:ext cx="8481199" cy="33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34"/>
          <p:cNvSpPr txBox="1"/>
          <p:nvPr>
            <p:ph type="title"/>
          </p:nvPr>
        </p:nvSpPr>
        <p:spPr>
          <a:xfrm>
            <a:off x="720000" y="40762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000">
                <a:latin typeface="Roboto"/>
                <a:ea typeface="Roboto"/>
                <a:cs typeface="Roboto"/>
                <a:sym typeface="Roboto"/>
              </a:rPr>
              <a:t>Model Multiplicative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5"/>
          <p:cNvSpPr txBox="1"/>
          <p:nvPr>
            <p:ph type="title"/>
          </p:nvPr>
        </p:nvSpPr>
        <p:spPr>
          <a:xfrm>
            <a:off x="720000" y="621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EDA </a:t>
            </a:r>
            <a:r>
              <a:rPr lang="pt-PT"/>
              <a:t>- </a:t>
            </a:r>
            <a:r>
              <a:rPr lang="pt-PT"/>
              <a:t>Vegetables &amp; Fruits</a:t>
            </a:r>
            <a:endParaRPr/>
          </a:p>
        </p:txBody>
      </p:sp>
      <p:sp>
        <p:nvSpPr>
          <p:cNvPr id="771" name="Google Shape;771;p35"/>
          <p:cNvSpPr txBox="1"/>
          <p:nvPr>
            <p:ph idx="2" type="subTitle"/>
          </p:nvPr>
        </p:nvSpPr>
        <p:spPr>
          <a:xfrm>
            <a:off x="5338538" y="2159688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Fira Sans"/>
                <a:ea typeface="Fira Sans"/>
                <a:cs typeface="Fira Sans"/>
                <a:sym typeface="Fira Sans"/>
              </a:rPr>
              <a:t>Model Forecast Comparison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2" name="Google Shape;772;p35"/>
          <p:cNvSpPr txBox="1"/>
          <p:nvPr>
            <p:ph idx="2" type="subTitle"/>
          </p:nvPr>
        </p:nvSpPr>
        <p:spPr>
          <a:xfrm>
            <a:off x="5338538" y="2159688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Fira Sans"/>
                <a:ea typeface="Fira Sans"/>
                <a:cs typeface="Fira Sans"/>
                <a:sym typeface="Fira Sans"/>
              </a:rPr>
              <a:t>Model Forecast Comparison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3" name="Google Shape;773;p35"/>
          <p:cNvSpPr txBox="1"/>
          <p:nvPr>
            <p:ph idx="4" type="subTitle"/>
          </p:nvPr>
        </p:nvSpPr>
        <p:spPr>
          <a:xfrm>
            <a:off x="6975650" y="2486038"/>
            <a:ext cx="12000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1"/>
                </a:solidFill>
              </a:rPr>
              <a:t>Holt-Winters</a:t>
            </a:r>
            <a:endParaRPr b="1" sz="11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123409</a:t>
            </a:r>
            <a:endParaRPr b="1" sz="1100"/>
          </a:p>
        </p:txBody>
      </p:sp>
      <p:graphicFrame>
        <p:nvGraphicFramePr>
          <p:cNvPr id="774" name="Google Shape;774;p35"/>
          <p:cNvGraphicFramePr/>
          <p:nvPr/>
        </p:nvGraphicFramePr>
        <p:xfrm>
          <a:off x="5238575" y="300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{6B78FC03-6FF3-4DCF-B913-51B2805F0D10}</a:tableStyleId>
              </a:tblPr>
              <a:tblGrid>
                <a:gridCol w="1553775"/>
                <a:gridCol w="1553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6.38%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18.94%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93.62%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81.06%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75" name="Google Shape;775;p35"/>
          <p:cNvSpPr txBox="1"/>
          <p:nvPr>
            <p:ph idx="4" type="subTitle"/>
          </p:nvPr>
        </p:nvSpPr>
        <p:spPr>
          <a:xfrm>
            <a:off x="5238575" y="2486047"/>
            <a:ext cx="15537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3"/>
                </a:solidFill>
              </a:rPr>
              <a:t>Sensasional Naive</a:t>
            </a:r>
            <a:endParaRPr b="1" sz="11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125297</a:t>
            </a:r>
            <a:endParaRPr b="1" sz="1100"/>
          </a:p>
        </p:txBody>
      </p:sp>
      <p:pic>
        <p:nvPicPr>
          <p:cNvPr id="776" name="Google Shape;77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50" y="1784725"/>
            <a:ext cx="4456924" cy="2326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2425" y="449650"/>
            <a:ext cx="812349" cy="81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6"/>
          <p:cNvSpPr txBox="1"/>
          <p:nvPr>
            <p:ph type="title"/>
          </p:nvPr>
        </p:nvSpPr>
        <p:spPr>
          <a:xfrm>
            <a:off x="720000" y="621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EDA </a:t>
            </a:r>
            <a:r>
              <a:rPr lang="pt-PT"/>
              <a:t>- </a:t>
            </a:r>
            <a:r>
              <a:rPr lang="pt-PT"/>
              <a:t>Milk &amp; Dairy Products</a:t>
            </a:r>
            <a:endParaRPr/>
          </a:p>
        </p:txBody>
      </p:sp>
      <p:sp>
        <p:nvSpPr>
          <p:cNvPr id="783" name="Google Shape;783;p36"/>
          <p:cNvSpPr txBox="1"/>
          <p:nvPr>
            <p:ph idx="2" type="subTitle"/>
          </p:nvPr>
        </p:nvSpPr>
        <p:spPr>
          <a:xfrm>
            <a:off x="5338538" y="2159688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Fira Sans"/>
                <a:ea typeface="Fira Sans"/>
                <a:cs typeface="Fira Sans"/>
                <a:sym typeface="Fira Sans"/>
              </a:rPr>
              <a:t>Model Forecast Comparison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4" name="Google Shape;784;p36"/>
          <p:cNvSpPr txBox="1"/>
          <p:nvPr>
            <p:ph idx="2" type="subTitle"/>
          </p:nvPr>
        </p:nvSpPr>
        <p:spPr>
          <a:xfrm>
            <a:off x="5338538" y="2159688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Fira Sans"/>
                <a:ea typeface="Fira Sans"/>
                <a:cs typeface="Fira Sans"/>
                <a:sym typeface="Fira Sans"/>
              </a:rPr>
              <a:t>Model Forecast Comparison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5" name="Google Shape;785;p36"/>
          <p:cNvSpPr txBox="1"/>
          <p:nvPr>
            <p:ph idx="4" type="subTitle"/>
          </p:nvPr>
        </p:nvSpPr>
        <p:spPr>
          <a:xfrm>
            <a:off x="6975650" y="2486038"/>
            <a:ext cx="12000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1"/>
                </a:solidFill>
              </a:rPr>
              <a:t>Holt-Winters</a:t>
            </a:r>
            <a:endParaRPr b="1" sz="11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67108</a:t>
            </a:r>
            <a:endParaRPr b="1" sz="1100"/>
          </a:p>
        </p:txBody>
      </p:sp>
      <p:graphicFrame>
        <p:nvGraphicFramePr>
          <p:cNvPr id="786" name="Google Shape;786;p36"/>
          <p:cNvGraphicFramePr/>
          <p:nvPr/>
        </p:nvGraphicFramePr>
        <p:xfrm>
          <a:off x="5238575" y="300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{6B78FC03-6FF3-4DCF-B913-51B2805F0D10}</a:tableStyleId>
              </a:tblPr>
              <a:tblGrid>
                <a:gridCol w="1553775"/>
                <a:gridCol w="1553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8.25%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3.69%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91.75%</a:t>
                      </a:r>
                      <a:r>
                        <a:rPr b="1" lang="pt-PT" sz="1300"/>
                        <a:t>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96.31%</a:t>
                      </a:r>
                      <a:r>
                        <a:rPr b="1" lang="pt-PT" sz="1300"/>
                        <a:t> 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87" name="Google Shape;787;p36"/>
          <p:cNvSpPr txBox="1"/>
          <p:nvPr>
            <p:ph idx="4" type="subTitle"/>
          </p:nvPr>
        </p:nvSpPr>
        <p:spPr>
          <a:xfrm>
            <a:off x="5238575" y="2486047"/>
            <a:ext cx="15537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3"/>
                </a:solidFill>
              </a:rPr>
              <a:t>Sensasional Naive</a:t>
            </a:r>
            <a:endParaRPr b="1" sz="11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59641</a:t>
            </a:r>
            <a:endParaRPr b="1" sz="1100"/>
          </a:p>
        </p:txBody>
      </p:sp>
      <p:pic>
        <p:nvPicPr>
          <p:cNvPr id="788" name="Google Shape;7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275" y="526625"/>
            <a:ext cx="761999" cy="76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450" y="1780010"/>
            <a:ext cx="4456926" cy="2326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7"/>
          <p:cNvSpPr txBox="1"/>
          <p:nvPr>
            <p:ph type="title"/>
          </p:nvPr>
        </p:nvSpPr>
        <p:spPr>
          <a:xfrm>
            <a:off x="720000" y="621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EDA </a:t>
            </a:r>
            <a:r>
              <a:rPr lang="pt-PT"/>
              <a:t>- </a:t>
            </a:r>
            <a:r>
              <a:rPr lang="pt-PT"/>
              <a:t>Cooking Ingredients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&amp; Seasonings</a:t>
            </a:r>
            <a:endParaRPr/>
          </a:p>
        </p:txBody>
      </p:sp>
      <p:sp>
        <p:nvSpPr>
          <p:cNvPr id="795" name="Google Shape;795;p37"/>
          <p:cNvSpPr txBox="1"/>
          <p:nvPr>
            <p:ph idx="2" type="subTitle"/>
          </p:nvPr>
        </p:nvSpPr>
        <p:spPr>
          <a:xfrm>
            <a:off x="5338538" y="2159688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Fira Sans"/>
                <a:ea typeface="Fira Sans"/>
                <a:cs typeface="Fira Sans"/>
                <a:sym typeface="Fira Sans"/>
              </a:rPr>
              <a:t>Model Forecast Comparison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6" name="Google Shape;796;p37"/>
          <p:cNvSpPr txBox="1"/>
          <p:nvPr>
            <p:ph idx="4" type="subTitle"/>
          </p:nvPr>
        </p:nvSpPr>
        <p:spPr>
          <a:xfrm>
            <a:off x="6975650" y="2486038"/>
            <a:ext cx="12000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1"/>
                </a:solidFill>
              </a:rPr>
              <a:t>Holt-Winters</a:t>
            </a:r>
            <a:endParaRPr b="1" sz="11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59547</a:t>
            </a:r>
            <a:endParaRPr b="1" sz="1100"/>
          </a:p>
        </p:txBody>
      </p:sp>
      <p:pic>
        <p:nvPicPr>
          <p:cNvPr id="797" name="Google Shape;7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350" y="797700"/>
            <a:ext cx="706650" cy="70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525" y="1988369"/>
            <a:ext cx="4182291" cy="2165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9" name="Google Shape;799;p37"/>
          <p:cNvGraphicFramePr/>
          <p:nvPr/>
        </p:nvGraphicFramePr>
        <p:xfrm>
          <a:off x="5238575" y="300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{6B78FC03-6FF3-4DCF-B913-51B2805F0D10}</a:tableStyleId>
              </a:tblPr>
              <a:tblGrid>
                <a:gridCol w="1553775"/>
                <a:gridCol w="1553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9.08%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5.49%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90.92%</a:t>
                      </a:r>
                      <a:r>
                        <a:rPr b="1" lang="pt-PT" sz="1300"/>
                        <a:t> 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94.51%</a:t>
                      </a:r>
                      <a:r>
                        <a:rPr b="1" lang="pt-PT" sz="1300"/>
                        <a:t> 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00" name="Google Shape;800;p37"/>
          <p:cNvSpPr txBox="1"/>
          <p:nvPr>
            <p:ph idx="4" type="subTitle"/>
          </p:nvPr>
        </p:nvSpPr>
        <p:spPr>
          <a:xfrm>
            <a:off x="5238575" y="2486047"/>
            <a:ext cx="15537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3"/>
                </a:solidFill>
              </a:rPr>
              <a:t>Sensasional Naive</a:t>
            </a:r>
            <a:endParaRPr b="1" sz="11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49246</a:t>
            </a:r>
            <a:endParaRPr b="1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 txBox="1"/>
          <p:nvPr>
            <p:ph type="title"/>
          </p:nvPr>
        </p:nvSpPr>
        <p:spPr>
          <a:xfrm>
            <a:off x="720000" y="621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EDA </a:t>
            </a:r>
            <a:r>
              <a:rPr lang="pt-PT"/>
              <a:t>- </a:t>
            </a:r>
            <a:r>
              <a:rPr lang="pt-PT"/>
              <a:t>Cooking Kits</a:t>
            </a:r>
            <a:endParaRPr/>
          </a:p>
        </p:txBody>
      </p:sp>
      <p:sp>
        <p:nvSpPr>
          <p:cNvPr id="806" name="Google Shape;806;p38"/>
          <p:cNvSpPr txBox="1"/>
          <p:nvPr>
            <p:ph idx="2" type="subTitle"/>
          </p:nvPr>
        </p:nvSpPr>
        <p:spPr>
          <a:xfrm>
            <a:off x="5338538" y="2159688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Fira Sans"/>
                <a:ea typeface="Fira Sans"/>
                <a:cs typeface="Fira Sans"/>
                <a:sym typeface="Fira Sans"/>
              </a:rPr>
              <a:t>Model Forecast Comparison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7" name="Google Shape;807;p38"/>
          <p:cNvSpPr txBox="1"/>
          <p:nvPr>
            <p:ph idx="4" type="subTitle"/>
          </p:nvPr>
        </p:nvSpPr>
        <p:spPr>
          <a:xfrm>
            <a:off x="6975650" y="2486038"/>
            <a:ext cx="12000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1"/>
                </a:solidFill>
              </a:rPr>
              <a:t>Holt-Winters</a:t>
            </a:r>
            <a:endParaRPr b="1" sz="11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42636</a:t>
            </a:r>
            <a:endParaRPr b="1" sz="1100"/>
          </a:p>
        </p:txBody>
      </p:sp>
      <p:graphicFrame>
        <p:nvGraphicFramePr>
          <p:cNvPr id="808" name="Google Shape;808;p38"/>
          <p:cNvGraphicFramePr/>
          <p:nvPr/>
        </p:nvGraphicFramePr>
        <p:xfrm>
          <a:off x="5238575" y="300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{6B78FC03-6FF3-4DCF-B913-51B2805F0D10}</a:tableStyleId>
              </a:tblPr>
              <a:tblGrid>
                <a:gridCol w="1553775"/>
                <a:gridCol w="1553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0.99%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7.43%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99.01%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92.57%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09" name="Google Shape;809;p38"/>
          <p:cNvSpPr txBox="1"/>
          <p:nvPr>
            <p:ph idx="4" type="subTitle"/>
          </p:nvPr>
        </p:nvSpPr>
        <p:spPr>
          <a:xfrm>
            <a:off x="5238575" y="2486047"/>
            <a:ext cx="15537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3"/>
                </a:solidFill>
              </a:rPr>
              <a:t>Sensasional Naive</a:t>
            </a:r>
            <a:endParaRPr b="1" sz="11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36740</a:t>
            </a:r>
            <a:endParaRPr b="1" sz="1100"/>
          </a:p>
        </p:txBody>
      </p:sp>
      <p:pic>
        <p:nvPicPr>
          <p:cNvPr id="810" name="Google Shape;8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582" y="1922819"/>
            <a:ext cx="4157244" cy="21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38"/>
          <p:cNvPicPr preferRelativeResize="0"/>
          <p:nvPr/>
        </p:nvPicPr>
        <p:blipFill rotWithShape="1">
          <a:blip r:embed="rId4">
            <a:alphaModFix/>
          </a:blip>
          <a:srcRect b="18813" l="13137" r="14284" t="14118"/>
          <a:stretch/>
        </p:blipFill>
        <p:spPr>
          <a:xfrm>
            <a:off x="2216875" y="408750"/>
            <a:ext cx="683400" cy="6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9"/>
          <p:cNvSpPr txBox="1"/>
          <p:nvPr>
            <p:ph type="title"/>
          </p:nvPr>
        </p:nvSpPr>
        <p:spPr>
          <a:xfrm>
            <a:off x="720000" y="621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EDA </a:t>
            </a:r>
            <a:r>
              <a:rPr lang="pt-PT"/>
              <a:t>- Snacks</a:t>
            </a:r>
            <a:endParaRPr/>
          </a:p>
        </p:txBody>
      </p:sp>
      <p:sp>
        <p:nvSpPr>
          <p:cNvPr id="817" name="Google Shape;817;p39"/>
          <p:cNvSpPr txBox="1"/>
          <p:nvPr>
            <p:ph idx="2" type="subTitle"/>
          </p:nvPr>
        </p:nvSpPr>
        <p:spPr>
          <a:xfrm>
            <a:off x="5338538" y="2159688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Fira Sans"/>
                <a:ea typeface="Fira Sans"/>
                <a:cs typeface="Fira Sans"/>
                <a:sym typeface="Fira Sans"/>
              </a:rPr>
              <a:t>Model Forecast Comparison 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8" name="Google Shape;818;p39"/>
          <p:cNvSpPr txBox="1"/>
          <p:nvPr>
            <p:ph idx="4" type="subTitle"/>
          </p:nvPr>
        </p:nvSpPr>
        <p:spPr>
          <a:xfrm>
            <a:off x="6975650" y="2486038"/>
            <a:ext cx="12000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1"/>
                </a:solidFill>
              </a:rPr>
              <a:t>Holt-Winters</a:t>
            </a:r>
            <a:endParaRPr b="1" sz="1100">
              <a:solidFill>
                <a:schemeClr val="accen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29206</a:t>
            </a:r>
            <a:endParaRPr b="1" sz="1100"/>
          </a:p>
        </p:txBody>
      </p:sp>
      <p:graphicFrame>
        <p:nvGraphicFramePr>
          <p:cNvPr id="819" name="Google Shape;819;p39"/>
          <p:cNvGraphicFramePr/>
          <p:nvPr/>
        </p:nvGraphicFramePr>
        <p:xfrm>
          <a:off x="5238575" y="300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{6B78FC03-6FF3-4DCF-B913-51B2805F0D10}</a:tableStyleId>
              </a:tblPr>
              <a:tblGrid>
                <a:gridCol w="1553775"/>
                <a:gridCol w="1553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2.91%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MAPE </a:t>
                      </a:r>
                      <a:r>
                        <a:rPr lang="pt-PT" sz="1300"/>
                        <a:t>5.56%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97.09%</a:t>
                      </a:r>
                      <a:endParaRPr sz="13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300"/>
                        <a:t>Accuracy </a:t>
                      </a:r>
                      <a:r>
                        <a:rPr lang="pt-PT" sz="1300"/>
                        <a:t>94.44%</a:t>
                      </a:r>
                      <a:endParaRPr sz="13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0" name="Google Shape;820;p39"/>
          <p:cNvSpPr txBox="1"/>
          <p:nvPr>
            <p:ph idx="4" type="subTitle"/>
          </p:nvPr>
        </p:nvSpPr>
        <p:spPr>
          <a:xfrm>
            <a:off x="5238575" y="2486047"/>
            <a:ext cx="1553700" cy="3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>
                <a:solidFill>
                  <a:schemeClr val="accent3"/>
                </a:solidFill>
              </a:rPr>
              <a:t>Sensasional Naive</a:t>
            </a:r>
            <a:endParaRPr b="1" sz="11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25319</a:t>
            </a:r>
            <a:endParaRPr b="1" sz="1100"/>
          </a:p>
        </p:txBody>
      </p:sp>
      <p:pic>
        <p:nvPicPr>
          <p:cNvPr id="821" name="Google Shape;8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6100" y="394200"/>
            <a:ext cx="898799" cy="89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431" y="1911766"/>
            <a:ext cx="4235898" cy="21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781" y="1635550"/>
            <a:ext cx="4933773" cy="2688493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0"/>
          <p:cNvSpPr txBox="1"/>
          <p:nvPr>
            <p:ph type="title"/>
          </p:nvPr>
        </p:nvSpPr>
        <p:spPr>
          <a:xfrm>
            <a:off x="720000" y="621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Clustering</a:t>
            </a:r>
            <a:endParaRPr/>
          </a:p>
        </p:txBody>
      </p:sp>
      <p:sp>
        <p:nvSpPr>
          <p:cNvPr id="829" name="Google Shape;829;p40"/>
          <p:cNvSpPr txBox="1"/>
          <p:nvPr>
            <p:ph idx="2" type="subTitle"/>
          </p:nvPr>
        </p:nvSpPr>
        <p:spPr>
          <a:xfrm>
            <a:off x="5484369" y="1632688"/>
            <a:ext cx="2907600" cy="3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Fira Sans"/>
                <a:ea typeface="Fira Sans"/>
                <a:cs typeface="Fira Sans"/>
                <a:sym typeface="Fira Sans"/>
              </a:rPr>
              <a:t>Matrix</a:t>
            </a:r>
            <a:endParaRPr b="1"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830" name="Google Shape;830;p40"/>
          <p:cNvGraphicFramePr/>
          <p:nvPr/>
        </p:nvGraphicFramePr>
        <p:xfrm>
          <a:off x="5448181" y="201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{6B78FC03-6FF3-4DCF-B913-51B2805F0D10}</a:tableStyleId>
              </a:tblPr>
              <a:tblGrid>
                <a:gridCol w="1307075"/>
                <a:gridCol w="1928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000"/>
                        <a:t>AX 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000"/>
                        <a:t>(</a:t>
                      </a:r>
                      <a:r>
                        <a:rPr b="1" lang="pt-PT" sz="1000"/>
                        <a:t>Hot Items + Stable</a:t>
                      </a:r>
                      <a:r>
                        <a:rPr b="1" lang="pt-PT" sz="1000"/>
                        <a:t>)</a:t>
                      </a:r>
                      <a:endParaRPr b="1" sz="1000"/>
                    </a:p>
                  </a:txBody>
                  <a:tcPr marT="90000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Vegetables &amp; Fruits, Milk &amp; Dairy Products, Cooking Ingredients &amp; Seasonings, Cooking Kits, Snacks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0000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000"/>
                        <a:t>BZ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000"/>
                        <a:t>(Safety Stock)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Frozen Meat, Beverages, Frozen Foods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000"/>
                        <a:t>CY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000"/>
                        <a:t>(Small Seasonal)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Protein (Chicken &amp; Eggs)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000"/>
                        <a:t>CZ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PT" sz="1000"/>
                        <a:t>(Problem Child)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Staple Foods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1"/>
          <p:cNvSpPr txBox="1"/>
          <p:nvPr>
            <p:ph idx="4294967295" type="title"/>
          </p:nvPr>
        </p:nvSpPr>
        <p:spPr>
          <a:xfrm>
            <a:off x="523298" y="2166875"/>
            <a:ext cx="1079700" cy="9531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5000"/>
              <a:t>04</a:t>
            </a:r>
            <a:endParaRPr sz="5000"/>
          </a:p>
        </p:txBody>
      </p:sp>
      <p:sp>
        <p:nvSpPr>
          <p:cNvPr id="836" name="Google Shape;836;p41"/>
          <p:cNvSpPr txBox="1"/>
          <p:nvPr>
            <p:ph type="title"/>
          </p:nvPr>
        </p:nvSpPr>
        <p:spPr>
          <a:xfrm>
            <a:off x="523300" y="3849650"/>
            <a:ext cx="4866600" cy="85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4500"/>
              <a:t>Result &amp; Recommendation</a:t>
            </a:r>
            <a:endParaRPr b="1" sz="4500"/>
          </a:p>
        </p:txBody>
      </p:sp>
      <p:grpSp>
        <p:nvGrpSpPr>
          <p:cNvPr id="837" name="Google Shape;837;p41"/>
          <p:cNvGrpSpPr/>
          <p:nvPr/>
        </p:nvGrpSpPr>
        <p:grpSpPr>
          <a:xfrm>
            <a:off x="4966335" y="692502"/>
            <a:ext cx="3447357" cy="3263476"/>
            <a:chOff x="4572000" y="987450"/>
            <a:chExt cx="3856967" cy="3651238"/>
          </a:xfrm>
        </p:grpSpPr>
        <p:sp>
          <p:nvSpPr>
            <p:cNvPr id="838" name="Google Shape;838;p41"/>
            <p:cNvSpPr/>
            <p:nvPr/>
          </p:nvSpPr>
          <p:spPr>
            <a:xfrm>
              <a:off x="7008151" y="4567909"/>
              <a:ext cx="485337" cy="65193"/>
            </a:xfrm>
            <a:custGeom>
              <a:rect b="b" l="l" r="r" t="t"/>
              <a:pathLst>
                <a:path extrusionOk="0" h="66865" w="497782">
                  <a:moveTo>
                    <a:pt x="497687" y="95"/>
                  </a:moveTo>
                  <a:cubicBezTo>
                    <a:pt x="495306" y="52864"/>
                    <a:pt x="456634" y="66866"/>
                    <a:pt x="456634" y="66866"/>
                  </a:cubicBezTo>
                  <a:lnTo>
                    <a:pt x="12293" y="66866"/>
                  </a:lnTo>
                  <a:cubicBezTo>
                    <a:pt x="-1899" y="66866"/>
                    <a:pt x="-4757" y="46863"/>
                    <a:pt x="8769" y="42767"/>
                  </a:cubicBezTo>
                  <a:lnTo>
                    <a:pt x="151453" y="0"/>
                  </a:lnTo>
                  <a:lnTo>
                    <a:pt x="4977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7477461" y="4567909"/>
              <a:ext cx="485337" cy="65193"/>
            </a:xfrm>
            <a:custGeom>
              <a:rect b="b" l="l" r="r" t="t"/>
              <a:pathLst>
                <a:path extrusionOk="0" h="66865" w="497782">
                  <a:moveTo>
                    <a:pt x="497687" y="95"/>
                  </a:moveTo>
                  <a:cubicBezTo>
                    <a:pt x="495306" y="52864"/>
                    <a:pt x="456634" y="66866"/>
                    <a:pt x="456634" y="66866"/>
                  </a:cubicBezTo>
                  <a:lnTo>
                    <a:pt x="12293" y="66866"/>
                  </a:lnTo>
                  <a:cubicBezTo>
                    <a:pt x="-1899" y="66866"/>
                    <a:pt x="-4757" y="46863"/>
                    <a:pt x="8769" y="42767"/>
                  </a:cubicBezTo>
                  <a:lnTo>
                    <a:pt x="151453" y="0"/>
                  </a:lnTo>
                  <a:lnTo>
                    <a:pt x="4977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5525012" y="4570881"/>
              <a:ext cx="476985" cy="62222"/>
            </a:xfrm>
            <a:custGeom>
              <a:rect b="b" l="l" r="r" t="t"/>
              <a:pathLst>
                <a:path extrusionOk="0" h="63817" w="489215">
                  <a:moveTo>
                    <a:pt x="95" y="0"/>
                  </a:moveTo>
                  <a:cubicBezTo>
                    <a:pt x="2381" y="50387"/>
                    <a:pt x="39338" y="63818"/>
                    <a:pt x="39338" y="63818"/>
                  </a:cubicBezTo>
                  <a:lnTo>
                    <a:pt x="477488" y="63818"/>
                  </a:lnTo>
                  <a:cubicBezTo>
                    <a:pt x="491014" y="63818"/>
                    <a:pt x="493776" y="44672"/>
                    <a:pt x="480822" y="40862"/>
                  </a:cubicBezTo>
                  <a:lnTo>
                    <a:pt x="344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41"/>
            <p:cNvSpPr/>
            <p:nvPr/>
          </p:nvSpPr>
          <p:spPr>
            <a:xfrm>
              <a:off x="6212169" y="4570881"/>
              <a:ext cx="476985" cy="62222"/>
            </a:xfrm>
            <a:custGeom>
              <a:rect b="b" l="l" r="r" t="t"/>
              <a:pathLst>
                <a:path extrusionOk="0" h="63817" w="489215">
                  <a:moveTo>
                    <a:pt x="95" y="0"/>
                  </a:moveTo>
                  <a:cubicBezTo>
                    <a:pt x="2381" y="50387"/>
                    <a:pt x="39338" y="63818"/>
                    <a:pt x="39338" y="63818"/>
                  </a:cubicBezTo>
                  <a:lnTo>
                    <a:pt x="477488" y="63818"/>
                  </a:lnTo>
                  <a:cubicBezTo>
                    <a:pt x="491014" y="63818"/>
                    <a:pt x="493776" y="44672"/>
                    <a:pt x="480822" y="40862"/>
                  </a:cubicBezTo>
                  <a:lnTo>
                    <a:pt x="344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41"/>
            <p:cNvSpPr/>
            <p:nvPr/>
          </p:nvSpPr>
          <p:spPr>
            <a:xfrm>
              <a:off x="6207898" y="1080123"/>
              <a:ext cx="666890" cy="640887"/>
            </a:xfrm>
            <a:custGeom>
              <a:rect b="b" l="l" r="r" t="t"/>
              <a:pathLst>
                <a:path extrusionOk="0" h="657320" w="683990">
                  <a:moveTo>
                    <a:pt x="648272" y="0"/>
                  </a:moveTo>
                  <a:cubicBezTo>
                    <a:pt x="431483" y="4858"/>
                    <a:pt x="269081" y="4858"/>
                    <a:pt x="35719" y="0"/>
                  </a:cubicBezTo>
                  <a:cubicBezTo>
                    <a:pt x="16002" y="0"/>
                    <a:pt x="0" y="16002"/>
                    <a:pt x="0" y="35719"/>
                  </a:cubicBezTo>
                  <a:cubicBezTo>
                    <a:pt x="3429" y="276416"/>
                    <a:pt x="4000" y="414814"/>
                    <a:pt x="0" y="621602"/>
                  </a:cubicBezTo>
                  <a:cubicBezTo>
                    <a:pt x="0" y="641318"/>
                    <a:pt x="16002" y="657320"/>
                    <a:pt x="35719" y="657320"/>
                  </a:cubicBezTo>
                  <a:cubicBezTo>
                    <a:pt x="251746" y="650462"/>
                    <a:pt x="413766" y="650177"/>
                    <a:pt x="648272" y="657320"/>
                  </a:cubicBezTo>
                  <a:cubicBezTo>
                    <a:pt x="667988" y="657320"/>
                    <a:pt x="683990" y="641318"/>
                    <a:pt x="683990" y="621602"/>
                  </a:cubicBezTo>
                  <a:cubicBezTo>
                    <a:pt x="677609" y="391287"/>
                    <a:pt x="677418" y="255365"/>
                    <a:pt x="683990" y="35719"/>
                  </a:cubicBezTo>
                  <a:cubicBezTo>
                    <a:pt x="683990" y="16002"/>
                    <a:pt x="667988" y="0"/>
                    <a:pt x="6482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6371980" y="1193875"/>
              <a:ext cx="338692" cy="206633"/>
            </a:xfrm>
            <a:custGeom>
              <a:rect b="b" l="l" r="r" t="t"/>
              <a:pathLst>
                <a:path extrusionOk="0" h="211931" w="347376">
                  <a:moveTo>
                    <a:pt x="330137" y="0"/>
                  </a:moveTo>
                  <a:cubicBezTo>
                    <a:pt x="339658" y="0"/>
                    <a:pt x="347377" y="7719"/>
                    <a:pt x="347377" y="17240"/>
                  </a:cubicBezTo>
                  <a:lnTo>
                    <a:pt x="347377" y="194691"/>
                  </a:lnTo>
                  <a:cubicBezTo>
                    <a:pt x="347377" y="204213"/>
                    <a:pt x="339658" y="211931"/>
                    <a:pt x="330137" y="211931"/>
                  </a:cubicBezTo>
                  <a:lnTo>
                    <a:pt x="17240" y="211931"/>
                  </a:lnTo>
                  <a:cubicBezTo>
                    <a:pt x="7719" y="211931"/>
                    <a:pt x="0" y="204213"/>
                    <a:pt x="0" y="194691"/>
                  </a:cubicBezTo>
                  <a:lnTo>
                    <a:pt x="0" y="17240"/>
                  </a:lnTo>
                  <a:cubicBezTo>
                    <a:pt x="0" y="7719"/>
                    <a:pt x="7719" y="0"/>
                    <a:pt x="172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6388725" y="1214770"/>
              <a:ext cx="308291" cy="94445"/>
            </a:xfrm>
            <a:custGeom>
              <a:rect b="b" l="l" r="r" t="t"/>
              <a:pathLst>
                <a:path extrusionOk="0" h="96867" w="316196">
                  <a:moveTo>
                    <a:pt x="156464" y="96867"/>
                  </a:moveTo>
                  <a:cubicBezTo>
                    <a:pt x="155417" y="96867"/>
                    <a:pt x="154369" y="96582"/>
                    <a:pt x="153512" y="96105"/>
                  </a:cubicBezTo>
                  <a:lnTo>
                    <a:pt x="3112" y="11428"/>
                  </a:lnTo>
                  <a:cubicBezTo>
                    <a:pt x="159" y="9809"/>
                    <a:pt x="-889" y="6094"/>
                    <a:pt x="826" y="3141"/>
                  </a:cubicBezTo>
                  <a:cubicBezTo>
                    <a:pt x="2445" y="189"/>
                    <a:pt x="6160" y="-859"/>
                    <a:pt x="9113" y="855"/>
                  </a:cubicBezTo>
                  <a:lnTo>
                    <a:pt x="156560" y="83818"/>
                  </a:lnTo>
                  <a:lnTo>
                    <a:pt x="307150" y="760"/>
                  </a:lnTo>
                  <a:cubicBezTo>
                    <a:pt x="310103" y="-859"/>
                    <a:pt x="313817" y="189"/>
                    <a:pt x="315437" y="3141"/>
                  </a:cubicBezTo>
                  <a:cubicBezTo>
                    <a:pt x="317056" y="6094"/>
                    <a:pt x="316008" y="9809"/>
                    <a:pt x="313055" y="11428"/>
                  </a:cubicBezTo>
                  <a:lnTo>
                    <a:pt x="159512" y="96105"/>
                  </a:lnTo>
                  <a:cubicBezTo>
                    <a:pt x="158560" y="96582"/>
                    <a:pt x="157607" y="96867"/>
                    <a:pt x="156560" y="968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41"/>
            <p:cNvSpPr/>
            <p:nvPr/>
          </p:nvSpPr>
          <p:spPr>
            <a:xfrm>
              <a:off x="6465675" y="1490281"/>
              <a:ext cx="145618" cy="11886"/>
            </a:xfrm>
            <a:custGeom>
              <a:rect b="b" l="l" r="r" t="t"/>
              <a:pathLst>
                <a:path extrusionOk="0" h="12191" w="149352">
                  <a:moveTo>
                    <a:pt x="143256" y="12192"/>
                  </a:moveTo>
                  <a:lnTo>
                    <a:pt x="6096" y="12192"/>
                  </a:lnTo>
                  <a:cubicBezTo>
                    <a:pt x="2762" y="12192"/>
                    <a:pt x="0" y="9430"/>
                    <a:pt x="0" y="6096"/>
                  </a:cubicBezTo>
                  <a:cubicBezTo>
                    <a:pt x="0" y="2762"/>
                    <a:pt x="2762" y="0"/>
                    <a:pt x="6096" y="0"/>
                  </a:cubicBezTo>
                  <a:lnTo>
                    <a:pt x="143256" y="0"/>
                  </a:lnTo>
                  <a:cubicBezTo>
                    <a:pt x="146590" y="0"/>
                    <a:pt x="149352" y="2762"/>
                    <a:pt x="149352" y="6096"/>
                  </a:cubicBezTo>
                  <a:cubicBezTo>
                    <a:pt x="149352" y="9430"/>
                    <a:pt x="146590" y="12192"/>
                    <a:pt x="143256" y="121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41"/>
            <p:cNvSpPr/>
            <p:nvPr/>
          </p:nvSpPr>
          <p:spPr>
            <a:xfrm>
              <a:off x="6368358" y="1541539"/>
              <a:ext cx="340177" cy="11887"/>
            </a:xfrm>
            <a:custGeom>
              <a:rect b="b" l="l" r="r" t="t"/>
              <a:pathLst>
                <a:path extrusionOk="0" h="12192" w="348900">
                  <a:moveTo>
                    <a:pt x="342805" y="12192"/>
                  </a:moveTo>
                  <a:lnTo>
                    <a:pt x="6096" y="12192"/>
                  </a:lnTo>
                  <a:cubicBezTo>
                    <a:pt x="2762" y="12192"/>
                    <a:pt x="0" y="9430"/>
                    <a:pt x="0" y="6096"/>
                  </a:cubicBezTo>
                  <a:cubicBezTo>
                    <a:pt x="0" y="2762"/>
                    <a:pt x="2762" y="0"/>
                    <a:pt x="6096" y="0"/>
                  </a:cubicBezTo>
                  <a:lnTo>
                    <a:pt x="342805" y="0"/>
                  </a:lnTo>
                  <a:cubicBezTo>
                    <a:pt x="346138" y="0"/>
                    <a:pt x="348901" y="2762"/>
                    <a:pt x="348901" y="6096"/>
                  </a:cubicBezTo>
                  <a:cubicBezTo>
                    <a:pt x="348901" y="9430"/>
                    <a:pt x="346138" y="12192"/>
                    <a:pt x="342805" y="121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6368358" y="1592890"/>
              <a:ext cx="340177" cy="11887"/>
            </a:xfrm>
            <a:custGeom>
              <a:rect b="b" l="l" r="r" t="t"/>
              <a:pathLst>
                <a:path extrusionOk="0" h="12192" w="348900">
                  <a:moveTo>
                    <a:pt x="342805" y="12192"/>
                  </a:moveTo>
                  <a:lnTo>
                    <a:pt x="6096" y="12192"/>
                  </a:lnTo>
                  <a:cubicBezTo>
                    <a:pt x="2762" y="12192"/>
                    <a:pt x="0" y="9430"/>
                    <a:pt x="0" y="6096"/>
                  </a:cubicBezTo>
                  <a:cubicBezTo>
                    <a:pt x="0" y="2762"/>
                    <a:pt x="2762" y="0"/>
                    <a:pt x="6096" y="0"/>
                  </a:cubicBezTo>
                  <a:lnTo>
                    <a:pt x="342805" y="0"/>
                  </a:lnTo>
                  <a:cubicBezTo>
                    <a:pt x="346138" y="0"/>
                    <a:pt x="348901" y="2762"/>
                    <a:pt x="348901" y="6096"/>
                  </a:cubicBezTo>
                  <a:cubicBezTo>
                    <a:pt x="348901" y="9430"/>
                    <a:pt x="346138" y="12192"/>
                    <a:pt x="342805" y="121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6741652" y="987450"/>
              <a:ext cx="231335" cy="225578"/>
            </a:xfrm>
            <a:custGeom>
              <a:rect b="b" l="l" r="r" t="t"/>
              <a:pathLst>
                <a:path extrusionOk="0" h="231362" w="237267">
                  <a:moveTo>
                    <a:pt x="237268" y="115634"/>
                  </a:moveTo>
                  <a:lnTo>
                    <a:pt x="209169" y="136303"/>
                  </a:lnTo>
                  <a:lnTo>
                    <a:pt x="225552" y="167164"/>
                  </a:lnTo>
                  <a:lnTo>
                    <a:pt x="191262" y="173546"/>
                  </a:lnTo>
                  <a:lnTo>
                    <a:pt x="192596" y="208407"/>
                  </a:lnTo>
                  <a:lnTo>
                    <a:pt x="158877" y="199358"/>
                  </a:lnTo>
                  <a:lnTo>
                    <a:pt x="144971" y="231362"/>
                  </a:lnTo>
                  <a:lnTo>
                    <a:pt x="118586" y="208502"/>
                  </a:lnTo>
                  <a:lnTo>
                    <a:pt x="92202" y="231362"/>
                  </a:lnTo>
                  <a:lnTo>
                    <a:pt x="78296" y="199358"/>
                  </a:lnTo>
                  <a:lnTo>
                    <a:pt x="44672" y="208407"/>
                  </a:lnTo>
                  <a:lnTo>
                    <a:pt x="46006" y="173546"/>
                  </a:lnTo>
                  <a:lnTo>
                    <a:pt x="11716" y="167164"/>
                  </a:lnTo>
                  <a:lnTo>
                    <a:pt x="28099" y="136303"/>
                  </a:lnTo>
                  <a:lnTo>
                    <a:pt x="0" y="115634"/>
                  </a:lnTo>
                  <a:lnTo>
                    <a:pt x="28099" y="94964"/>
                  </a:lnTo>
                  <a:lnTo>
                    <a:pt x="11716" y="64198"/>
                  </a:lnTo>
                  <a:lnTo>
                    <a:pt x="46006" y="57817"/>
                  </a:lnTo>
                  <a:lnTo>
                    <a:pt x="44672" y="22955"/>
                  </a:lnTo>
                  <a:lnTo>
                    <a:pt x="78296" y="32004"/>
                  </a:lnTo>
                  <a:lnTo>
                    <a:pt x="92202" y="0"/>
                  </a:lnTo>
                  <a:lnTo>
                    <a:pt x="118586" y="22765"/>
                  </a:lnTo>
                  <a:lnTo>
                    <a:pt x="144971" y="0"/>
                  </a:lnTo>
                  <a:lnTo>
                    <a:pt x="158877" y="32004"/>
                  </a:lnTo>
                  <a:lnTo>
                    <a:pt x="192596" y="22955"/>
                  </a:lnTo>
                  <a:lnTo>
                    <a:pt x="191262" y="57817"/>
                  </a:lnTo>
                  <a:lnTo>
                    <a:pt x="225552" y="64198"/>
                  </a:lnTo>
                  <a:lnTo>
                    <a:pt x="209169" y="94964"/>
                  </a:lnTo>
                  <a:lnTo>
                    <a:pt x="237268" y="1156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7083002" y="1596327"/>
              <a:ext cx="940388" cy="940388"/>
            </a:xfrm>
            <a:custGeom>
              <a:rect b="b" l="l" r="r" t="t"/>
              <a:pathLst>
                <a:path extrusionOk="0" h="964501" w="964501">
                  <a:moveTo>
                    <a:pt x="918400" y="0"/>
                  </a:moveTo>
                  <a:cubicBezTo>
                    <a:pt x="638365" y="6287"/>
                    <a:pt x="347567" y="6287"/>
                    <a:pt x="46101" y="0"/>
                  </a:cubicBezTo>
                  <a:cubicBezTo>
                    <a:pt x="20669" y="0"/>
                    <a:pt x="0" y="20669"/>
                    <a:pt x="0" y="46101"/>
                  </a:cubicBezTo>
                  <a:cubicBezTo>
                    <a:pt x="4381" y="356997"/>
                    <a:pt x="5239" y="651320"/>
                    <a:pt x="0" y="918401"/>
                  </a:cubicBezTo>
                  <a:cubicBezTo>
                    <a:pt x="0" y="943928"/>
                    <a:pt x="20669" y="964502"/>
                    <a:pt x="46101" y="964502"/>
                  </a:cubicBezTo>
                  <a:cubicBezTo>
                    <a:pt x="325183" y="955643"/>
                    <a:pt x="615410" y="955262"/>
                    <a:pt x="918400" y="964502"/>
                  </a:cubicBezTo>
                  <a:cubicBezTo>
                    <a:pt x="943832" y="964502"/>
                    <a:pt x="964502" y="943832"/>
                    <a:pt x="964502" y="918401"/>
                  </a:cubicBezTo>
                  <a:cubicBezTo>
                    <a:pt x="956215" y="620744"/>
                    <a:pt x="956024" y="329756"/>
                    <a:pt x="964502" y="46101"/>
                  </a:cubicBezTo>
                  <a:cubicBezTo>
                    <a:pt x="964502" y="20574"/>
                    <a:pt x="943832" y="0"/>
                    <a:pt x="9184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7226283" y="1744715"/>
              <a:ext cx="653795" cy="653795"/>
            </a:xfrm>
            <a:custGeom>
              <a:rect b="b" l="l" r="r" t="t"/>
              <a:pathLst>
                <a:path extrusionOk="0" h="670559" w="670559">
                  <a:moveTo>
                    <a:pt x="670560" y="335280"/>
                  </a:moveTo>
                  <a:cubicBezTo>
                    <a:pt x="670560" y="520450"/>
                    <a:pt x="520450" y="670560"/>
                    <a:pt x="335280" y="670560"/>
                  </a:cubicBezTo>
                  <a:cubicBezTo>
                    <a:pt x="150110" y="670560"/>
                    <a:pt x="0" y="520450"/>
                    <a:pt x="0" y="335280"/>
                  </a:cubicBezTo>
                  <a:cubicBezTo>
                    <a:pt x="0" y="150110"/>
                    <a:pt x="150110" y="0"/>
                    <a:pt x="335280" y="0"/>
                  </a:cubicBezTo>
                  <a:cubicBezTo>
                    <a:pt x="520450" y="0"/>
                    <a:pt x="670560" y="150110"/>
                    <a:pt x="670560" y="33528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7320442" y="1838875"/>
              <a:ext cx="465458" cy="465458"/>
            </a:xfrm>
            <a:custGeom>
              <a:rect b="b" l="l" r="r" t="t"/>
              <a:pathLst>
                <a:path extrusionOk="0" h="477393" w="477393">
                  <a:moveTo>
                    <a:pt x="477393" y="238697"/>
                  </a:moveTo>
                  <a:cubicBezTo>
                    <a:pt x="477393" y="370525"/>
                    <a:pt x="370525" y="477393"/>
                    <a:pt x="238697" y="477393"/>
                  </a:cubicBezTo>
                  <a:cubicBezTo>
                    <a:pt x="106868" y="477393"/>
                    <a:pt x="0" y="370525"/>
                    <a:pt x="0" y="238697"/>
                  </a:cubicBezTo>
                  <a:cubicBezTo>
                    <a:pt x="0" y="106868"/>
                    <a:pt x="106868" y="0"/>
                    <a:pt x="238697" y="0"/>
                  </a:cubicBezTo>
                  <a:cubicBezTo>
                    <a:pt x="370525" y="0"/>
                    <a:pt x="477393" y="106868"/>
                    <a:pt x="477393" y="2386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41"/>
            <p:cNvSpPr/>
            <p:nvPr/>
          </p:nvSpPr>
          <p:spPr>
            <a:xfrm>
              <a:off x="7410794" y="1929226"/>
              <a:ext cx="284735" cy="284735"/>
            </a:xfrm>
            <a:custGeom>
              <a:rect b="b" l="l" r="r" t="t"/>
              <a:pathLst>
                <a:path extrusionOk="0" h="292036" w="292036">
                  <a:moveTo>
                    <a:pt x="292036" y="146018"/>
                  </a:moveTo>
                  <a:cubicBezTo>
                    <a:pt x="292036" y="226662"/>
                    <a:pt x="226662" y="292037"/>
                    <a:pt x="146018" y="292037"/>
                  </a:cubicBezTo>
                  <a:cubicBezTo>
                    <a:pt x="65375" y="292037"/>
                    <a:pt x="0" y="226662"/>
                    <a:pt x="0" y="146018"/>
                  </a:cubicBezTo>
                  <a:cubicBezTo>
                    <a:pt x="0" y="65375"/>
                    <a:pt x="65375" y="0"/>
                    <a:pt x="146018" y="0"/>
                  </a:cubicBezTo>
                  <a:cubicBezTo>
                    <a:pt x="226662" y="0"/>
                    <a:pt x="292036" y="65375"/>
                    <a:pt x="292036" y="1460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41"/>
            <p:cNvSpPr/>
            <p:nvPr/>
          </p:nvSpPr>
          <p:spPr>
            <a:xfrm>
              <a:off x="7494460" y="2012892"/>
              <a:ext cx="117385" cy="117385"/>
            </a:xfrm>
            <a:custGeom>
              <a:rect b="b" l="l" r="r" t="t"/>
              <a:pathLst>
                <a:path extrusionOk="0" h="120395" w="120395">
                  <a:moveTo>
                    <a:pt x="120396" y="60198"/>
                  </a:moveTo>
                  <a:cubicBezTo>
                    <a:pt x="120396" y="93444"/>
                    <a:pt x="93444" y="120396"/>
                    <a:pt x="60198" y="120396"/>
                  </a:cubicBezTo>
                  <a:cubicBezTo>
                    <a:pt x="26951" y="120396"/>
                    <a:pt x="0" y="93444"/>
                    <a:pt x="0" y="60198"/>
                  </a:cubicBezTo>
                  <a:cubicBezTo>
                    <a:pt x="0" y="26952"/>
                    <a:pt x="26951" y="0"/>
                    <a:pt x="60198" y="0"/>
                  </a:cubicBezTo>
                  <a:cubicBezTo>
                    <a:pt x="93444" y="0"/>
                    <a:pt x="120396" y="26952"/>
                    <a:pt x="120396" y="601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41"/>
            <p:cNvSpPr/>
            <p:nvPr/>
          </p:nvSpPr>
          <p:spPr>
            <a:xfrm>
              <a:off x="7544952" y="1788150"/>
              <a:ext cx="291746" cy="291724"/>
            </a:xfrm>
            <a:custGeom>
              <a:rect b="b" l="l" r="r" t="t"/>
              <a:pathLst>
                <a:path extrusionOk="0" h="299204" w="299227">
                  <a:moveTo>
                    <a:pt x="8406" y="299204"/>
                  </a:moveTo>
                  <a:cubicBezTo>
                    <a:pt x="6215" y="299204"/>
                    <a:pt x="4119" y="298347"/>
                    <a:pt x="2500" y="296728"/>
                  </a:cubicBezTo>
                  <a:cubicBezTo>
                    <a:pt x="-833" y="293394"/>
                    <a:pt x="-833" y="288155"/>
                    <a:pt x="2500" y="284821"/>
                  </a:cubicBezTo>
                  <a:lnTo>
                    <a:pt x="284821" y="2500"/>
                  </a:lnTo>
                  <a:cubicBezTo>
                    <a:pt x="288155" y="-833"/>
                    <a:pt x="293394" y="-833"/>
                    <a:pt x="296727" y="2500"/>
                  </a:cubicBezTo>
                  <a:cubicBezTo>
                    <a:pt x="300061" y="5834"/>
                    <a:pt x="300061" y="11073"/>
                    <a:pt x="296727" y="14407"/>
                  </a:cubicBezTo>
                  <a:lnTo>
                    <a:pt x="14407" y="296728"/>
                  </a:lnTo>
                  <a:cubicBezTo>
                    <a:pt x="12787" y="298347"/>
                    <a:pt x="10596" y="299204"/>
                    <a:pt x="8501" y="2992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1"/>
            <p:cNvSpPr/>
            <p:nvPr/>
          </p:nvSpPr>
          <p:spPr>
            <a:xfrm>
              <a:off x="7791795" y="2391478"/>
              <a:ext cx="145896" cy="16345"/>
            </a:xfrm>
            <a:custGeom>
              <a:rect b="b" l="l" r="r" t="t"/>
              <a:pathLst>
                <a:path extrusionOk="0" h="16764" w="149637">
                  <a:moveTo>
                    <a:pt x="141256" y="16764"/>
                  </a:moveTo>
                  <a:lnTo>
                    <a:pt x="8382" y="16764"/>
                  </a:lnTo>
                  <a:cubicBezTo>
                    <a:pt x="3715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2" y="0"/>
                  </a:cubicBezTo>
                  <a:lnTo>
                    <a:pt x="141256" y="0"/>
                  </a:lnTo>
                  <a:cubicBezTo>
                    <a:pt x="145923" y="0"/>
                    <a:pt x="149638" y="3810"/>
                    <a:pt x="149638" y="8382"/>
                  </a:cubicBezTo>
                  <a:cubicBezTo>
                    <a:pt x="149638" y="12954"/>
                    <a:pt x="145828" y="16764"/>
                    <a:pt x="141256" y="167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41"/>
            <p:cNvSpPr/>
            <p:nvPr/>
          </p:nvSpPr>
          <p:spPr>
            <a:xfrm>
              <a:off x="7748987" y="2429643"/>
              <a:ext cx="188709" cy="16345"/>
            </a:xfrm>
            <a:custGeom>
              <a:rect b="b" l="l" r="r" t="t"/>
              <a:pathLst>
                <a:path extrusionOk="0" h="16764" w="193548">
                  <a:moveTo>
                    <a:pt x="185166" y="16764"/>
                  </a:moveTo>
                  <a:lnTo>
                    <a:pt x="8382" y="16764"/>
                  </a:lnTo>
                  <a:cubicBezTo>
                    <a:pt x="3715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2" y="0"/>
                  </a:cubicBezTo>
                  <a:lnTo>
                    <a:pt x="185166" y="0"/>
                  </a:lnTo>
                  <a:cubicBezTo>
                    <a:pt x="189833" y="0"/>
                    <a:pt x="193548" y="3810"/>
                    <a:pt x="193548" y="8382"/>
                  </a:cubicBezTo>
                  <a:cubicBezTo>
                    <a:pt x="193548" y="12954"/>
                    <a:pt x="189738" y="16764"/>
                    <a:pt x="185166" y="167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41"/>
            <p:cNvSpPr/>
            <p:nvPr/>
          </p:nvSpPr>
          <p:spPr>
            <a:xfrm>
              <a:off x="5105475" y="2340406"/>
              <a:ext cx="332377" cy="154626"/>
            </a:xfrm>
            <a:custGeom>
              <a:rect b="b" l="l" r="r" t="t"/>
              <a:pathLst>
                <a:path extrusionOk="0" h="158591" w="340899">
                  <a:moveTo>
                    <a:pt x="170497" y="0"/>
                  </a:moveTo>
                  <a:lnTo>
                    <a:pt x="0" y="0"/>
                  </a:lnTo>
                  <a:lnTo>
                    <a:pt x="15621" y="97441"/>
                  </a:lnTo>
                  <a:lnTo>
                    <a:pt x="102299" y="158591"/>
                  </a:lnTo>
                  <a:lnTo>
                    <a:pt x="170497" y="158591"/>
                  </a:lnTo>
                  <a:lnTo>
                    <a:pt x="238697" y="158591"/>
                  </a:lnTo>
                  <a:lnTo>
                    <a:pt x="325374" y="97441"/>
                  </a:lnTo>
                  <a:lnTo>
                    <a:pt x="340900" y="0"/>
                  </a:lnTo>
                  <a:lnTo>
                    <a:pt x="1704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41"/>
            <p:cNvSpPr/>
            <p:nvPr/>
          </p:nvSpPr>
          <p:spPr>
            <a:xfrm>
              <a:off x="4882013" y="1431061"/>
              <a:ext cx="779610" cy="890309"/>
            </a:xfrm>
            <a:custGeom>
              <a:rect b="b" l="l" r="r" t="t"/>
              <a:pathLst>
                <a:path extrusionOk="0" h="913137" w="799600">
                  <a:moveTo>
                    <a:pt x="799097" y="399930"/>
                  </a:moveTo>
                  <a:cubicBezTo>
                    <a:pt x="788905" y="157900"/>
                    <a:pt x="618407" y="-10883"/>
                    <a:pt x="399713" y="547"/>
                  </a:cubicBezTo>
                  <a:cubicBezTo>
                    <a:pt x="179400" y="11977"/>
                    <a:pt x="9665" y="178760"/>
                    <a:pt x="330" y="399930"/>
                  </a:cubicBezTo>
                  <a:cubicBezTo>
                    <a:pt x="-2527" y="467748"/>
                    <a:pt x="13284" y="531566"/>
                    <a:pt x="43002" y="587573"/>
                  </a:cubicBezTo>
                  <a:cubicBezTo>
                    <a:pt x="43193" y="587954"/>
                    <a:pt x="43288" y="588240"/>
                    <a:pt x="43478" y="588621"/>
                  </a:cubicBezTo>
                  <a:cubicBezTo>
                    <a:pt x="117678" y="735401"/>
                    <a:pt x="221786" y="809982"/>
                    <a:pt x="233502" y="913137"/>
                  </a:cubicBezTo>
                  <a:lnTo>
                    <a:pt x="566020" y="913137"/>
                  </a:lnTo>
                  <a:cubicBezTo>
                    <a:pt x="577736" y="809886"/>
                    <a:pt x="681749" y="735401"/>
                    <a:pt x="756044" y="588621"/>
                  </a:cubicBezTo>
                  <a:cubicBezTo>
                    <a:pt x="756425" y="587763"/>
                    <a:pt x="756806" y="587097"/>
                    <a:pt x="757187" y="586239"/>
                  </a:cubicBezTo>
                  <a:cubicBezTo>
                    <a:pt x="786428" y="530613"/>
                    <a:pt x="802049" y="467177"/>
                    <a:pt x="799287" y="39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41"/>
            <p:cNvSpPr/>
            <p:nvPr/>
          </p:nvSpPr>
          <p:spPr>
            <a:xfrm>
              <a:off x="5083116" y="1812707"/>
              <a:ext cx="127470" cy="494320"/>
            </a:xfrm>
            <a:custGeom>
              <a:rect b="b" l="l" r="r" t="t"/>
              <a:pathLst>
                <a:path extrusionOk="0" h="506995" w="130738">
                  <a:moveTo>
                    <a:pt x="119328" y="506996"/>
                  </a:moveTo>
                  <a:cubicBezTo>
                    <a:pt x="114089" y="506996"/>
                    <a:pt x="109327" y="503376"/>
                    <a:pt x="108184" y="498042"/>
                  </a:cubicBezTo>
                  <a:lnTo>
                    <a:pt x="266" y="13886"/>
                  </a:lnTo>
                  <a:cubicBezTo>
                    <a:pt x="-1068" y="7695"/>
                    <a:pt x="2742" y="1599"/>
                    <a:pt x="8933" y="266"/>
                  </a:cubicBezTo>
                  <a:cubicBezTo>
                    <a:pt x="15029" y="-1068"/>
                    <a:pt x="21221" y="2742"/>
                    <a:pt x="22554" y="8933"/>
                  </a:cubicBezTo>
                  <a:lnTo>
                    <a:pt x="130472" y="493089"/>
                  </a:lnTo>
                  <a:cubicBezTo>
                    <a:pt x="131806" y="499280"/>
                    <a:pt x="127996" y="505376"/>
                    <a:pt x="121805" y="506710"/>
                  </a:cubicBezTo>
                  <a:cubicBezTo>
                    <a:pt x="120947" y="506900"/>
                    <a:pt x="120090" y="506996"/>
                    <a:pt x="119328" y="506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41"/>
            <p:cNvSpPr/>
            <p:nvPr/>
          </p:nvSpPr>
          <p:spPr>
            <a:xfrm>
              <a:off x="5330121" y="1812707"/>
              <a:ext cx="127470" cy="494320"/>
            </a:xfrm>
            <a:custGeom>
              <a:rect b="b" l="l" r="r" t="t"/>
              <a:pathLst>
                <a:path extrusionOk="0" h="506995" w="130738">
                  <a:moveTo>
                    <a:pt x="11410" y="506996"/>
                  </a:moveTo>
                  <a:cubicBezTo>
                    <a:pt x="10553" y="506996"/>
                    <a:pt x="9791" y="506996"/>
                    <a:pt x="8933" y="506710"/>
                  </a:cubicBezTo>
                  <a:cubicBezTo>
                    <a:pt x="2742" y="505376"/>
                    <a:pt x="-1068" y="499185"/>
                    <a:pt x="266" y="493089"/>
                  </a:cubicBezTo>
                  <a:lnTo>
                    <a:pt x="108184" y="8933"/>
                  </a:lnTo>
                  <a:cubicBezTo>
                    <a:pt x="109517" y="2742"/>
                    <a:pt x="115709" y="-1068"/>
                    <a:pt x="121805" y="266"/>
                  </a:cubicBezTo>
                  <a:cubicBezTo>
                    <a:pt x="127996" y="1599"/>
                    <a:pt x="131806" y="7790"/>
                    <a:pt x="130472" y="13886"/>
                  </a:cubicBezTo>
                  <a:lnTo>
                    <a:pt x="22554" y="498042"/>
                  </a:lnTo>
                  <a:cubicBezTo>
                    <a:pt x="21411" y="503376"/>
                    <a:pt x="16649" y="506996"/>
                    <a:pt x="11410" y="506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41"/>
            <p:cNvSpPr/>
            <p:nvPr/>
          </p:nvSpPr>
          <p:spPr>
            <a:xfrm>
              <a:off x="5044917" y="1861163"/>
              <a:ext cx="436318" cy="53583"/>
            </a:xfrm>
            <a:custGeom>
              <a:rect b="b" l="l" r="r" t="t"/>
              <a:pathLst>
                <a:path extrusionOk="0" h="54957" w="447506">
                  <a:moveTo>
                    <a:pt x="11445" y="54957"/>
                  </a:moveTo>
                  <a:cubicBezTo>
                    <a:pt x="6587" y="54957"/>
                    <a:pt x="2015" y="51814"/>
                    <a:pt x="491" y="46861"/>
                  </a:cubicBezTo>
                  <a:cubicBezTo>
                    <a:pt x="-1318" y="40860"/>
                    <a:pt x="2015" y="34383"/>
                    <a:pt x="8111" y="32573"/>
                  </a:cubicBezTo>
                  <a:cubicBezTo>
                    <a:pt x="146986" y="-10099"/>
                    <a:pt x="300148" y="-10861"/>
                    <a:pt x="439308" y="30383"/>
                  </a:cubicBezTo>
                  <a:cubicBezTo>
                    <a:pt x="445404" y="32192"/>
                    <a:pt x="448833" y="38574"/>
                    <a:pt x="447023" y="44575"/>
                  </a:cubicBezTo>
                  <a:cubicBezTo>
                    <a:pt x="445214" y="50576"/>
                    <a:pt x="438832" y="54100"/>
                    <a:pt x="432831" y="52290"/>
                  </a:cubicBezTo>
                  <a:cubicBezTo>
                    <a:pt x="297862" y="12285"/>
                    <a:pt x="149367" y="13047"/>
                    <a:pt x="14779" y="54386"/>
                  </a:cubicBezTo>
                  <a:cubicBezTo>
                    <a:pt x="13636" y="54767"/>
                    <a:pt x="12493" y="54862"/>
                    <a:pt x="11445" y="548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41"/>
            <p:cNvSpPr/>
            <p:nvPr/>
          </p:nvSpPr>
          <p:spPr>
            <a:xfrm>
              <a:off x="5070362" y="2295834"/>
              <a:ext cx="402609" cy="44577"/>
            </a:xfrm>
            <a:custGeom>
              <a:rect b="b" l="l" r="r" t="t"/>
              <a:pathLst>
                <a:path extrusionOk="0" h="45720" w="412932">
                  <a:moveTo>
                    <a:pt x="390823" y="0"/>
                  </a:moveTo>
                  <a:lnTo>
                    <a:pt x="22110" y="0"/>
                  </a:lnTo>
                  <a:cubicBezTo>
                    <a:pt x="-7322" y="0"/>
                    <a:pt x="-7418" y="45720"/>
                    <a:pt x="22110" y="45720"/>
                  </a:cubicBezTo>
                  <a:lnTo>
                    <a:pt x="390823" y="45720"/>
                  </a:lnTo>
                  <a:cubicBezTo>
                    <a:pt x="420255" y="45720"/>
                    <a:pt x="420350" y="0"/>
                    <a:pt x="390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41"/>
            <p:cNvSpPr/>
            <p:nvPr/>
          </p:nvSpPr>
          <p:spPr>
            <a:xfrm>
              <a:off x="5083734" y="2390735"/>
              <a:ext cx="375955" cy="44577"/>
            </a:xfrm>
            <a:custGeom>
              <a:rect b="b" l="l" r="r" t="t"/>
              <a:pathLst>
                <a:path extrusionOk="0" h="45720" w="385595">
                  <a:moveTo>
                    <a:pt x="363486" y="0"/>
                  </a:moveTo>
                  <a:lnTo>
                    <a:pt x="22110" y="0"/>
                  </a:lnTo>
                  <a:cubicBezTo>
                    <a:pt x="-7322" y="0"/>
                    <a:pt x="-7418" y="45720"/>
                    <a:pt x="22110" y="45720"/>
                  </a:cubicBezTo>
                  <a:lnTo>
                    <a:pt x="363486" y="45720"/>
                  </a:lnTo>
                  <a:cubicBezTo>
                    <a:pt x="392918" y="45720"/>
                    <a:pt x="393013" y="0"/>
                    <a:pt x="363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41"/>
            <p:cNvSpPr/>
            <p:nvPr/>
          </p:nvSpPr>
          <p:spPr>
            <a:xfrm>
              <a:off x="4982153" y="1557842"/>
              <a:ext cx="127532" cy="204816"/>
            </a:xfrm>
            <a:custGeom>
              <a:rect b="b" l="l" r="r" t="t"/>
              <a:pathLst>
                <a:path extrusionOk="0" h="210068" w="130802">
                  <a:moveTo>
                    <a:pt x="11435" y="209973"/>
                  </a:moveTo>
                  <a:cubicBezTo>
                    <a:pt x="11435" y="209973"/>
                    <a:pt x="11150" y="209973"/>
                    <a:pt x="11054" y="209973"/>
                  </a:cubicBezTo>
                  <a:cubicBezTo>
                    <a:pt x="4768" y="209782"/>
                    <a:pt x="-185" y="204448"/>
                    <a:pt x="5" y="198162"/>
                  </a:cubicBezTo>
                  <a:cubicBezTo>
                    <a:pt x="2863" y="119104"/>
                    <a:pt x="46297" y="43857"/>
                    <a:pt x="113258" y="1756"/>
                  </a:cubicBezTo>
                  <a:cubicBezTo>
                    <a:pt x="118592" y="-1577"/>
                    <a:pt x="125640" y="-53"/>
                    <a:pt x="129069" y="5376"/>
                  </a:cubicBezTo>
                  <a:cubicBezTo>
                    <a:pt x="132403" y="10710"/>
                    <a:pt x="130784" y="17758"/>
                    <a:pt x="125450" y="21187"/>
                  </a:cubicBezTo>
                  <a:cubicBezTo>
                    <a:pt x="64775" y="59287"/>
                    <a:pt x="25437" y="127486"/>
                    <a:pt x="22865" y="199019"/>
                  </a:cubicBezTo>
                  <a:cubicBezTo>
                    <a:pt x="22675" y="205210"/>
                    <a:pt x="17531" y="210068"/>
                    <a:pt x="11435" y="210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41"/>
            <p:cNvSpPr/>
            <p:nvPr/>
          </p:nvSpPr>
          <p:spPr>
            <a:xfrm>
              <a:off x="4572000" y="3076035"/>
              <a:ext cx="1378729" cy="884203"/>
            </a:xfrm>
            <a:custGeom>
              <a:rect b="b" l="l" r="r" t="t"/>
              <a:pathLst>
                <a:path extrusionOk="0" h="906875" w="1414081">
                  <a:moveTo>
                    <a:pt x="1364837" y="0"/>
                  </a:moveTo>
                  <a:cubicBezTo>
                    <a:pt x="1065752" y="6667"/>
                    <a:pt x="371285" y="6667"/>
                    <a:pt x="49244" y="0"/>
                  </a:cubicBezTo>
                  <a:cubicBezTo>
                    <a:pt x="22003" y="0"/>
                    <a:pt x="0" y="22098"/>
                    <a:pt x="0" y="49244"/>
                  </a:cubicBezTo>
                  <a:cubicBezTo>
                    <a:pt x="4763" y="381286"/>
                    <a:pt x="5525" y="572357"/>
                    <a:pt x="0" y="857631"/>
                  </a:cubicBezTo>
                  <a:cubicBezTo>
                    <a:pt x="0" y="884873"/>
                    <a:pt x="22098" y="906875"/>
                    <a:pt x="49244" y="906875"/>
                  </a:cubicBezTo>
                  <a:cubicBezTo>
                    <a:pt x="347282" y="897446"/>
                    <a:pt x="1041273" y="897065"/>
                    <a:pt x="1364837" y="906875"/>
                  </a:cubicBezTo>
                  <a:cubicBezTo>
                    <a:pt x="1392079" y="906875"/>
                    <a:pt x="1414082" y="884777"/>
                    <a:pt x="1414082" y="857631"/>
                  </a:cubicBezTo>
                  <a:cubicBezTo>
                    <a:pt x="1405223" y="539782"/>
                    <a:pt x="1404938" y="352234"/>
                    <a:pt x="1414082" y="49244"/>
                  </a:cubicBezTo>
                  <a:cubicBezTo>
                    <a:pt x="1414082" y="22003"/>
                    <a:pt x="1391984" y="0"/>
                    <a:pt x="1364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41"/>
            <p:cNvSpPr/>
            <p:nvPr/>
          </p:nvSpPr>
          <p:spPr>
            <a:xfrm>
              <a:off x="4721782" y="3370213"/>
              <a:ext cx="494805" cy="456264"/>
            </a:xfrm>
            <a:custGeom>
              <a:rect b="b" l="l" r="r" t="t"/>
              <a:pathLst>
                <a:path extrusionOk="0" h="467963" w="507492">
                  <a:moveTo>
                    <a:pt x="507492" y="0"/>
                  </a:moveTo>
                  <a:lnTo>
                    <a:pt x="507492" y="214217"/>
                  </a:lnTo>
                  <a:cubicBezTo>
                    <a:pt x="507492" y="354139"/>
                    <a:pt x="393668" y="467963"/>
                    <a:pt x="253746" y="467963"/>
                  </a:cubicBezTo>
                  <a:cubicBezTo>
                    <a:pt x="113824" y="467963"/>
                    <a:pt x="0" y="354139"/>
                    <a:pt x="0" y="214217"/>
                  </a:cubicBezTo>
                  <a:lnTo>
                    <a:pt x="0" y="0"/>
                  </a:lnTo>
                  <a:lnTo>
                    <a:pt x="124873" y="0"/>
                  </a:lnTo>
                  <a:lnTo>
                    <a:pt x="124873" y="214217"/>
                  </a:lnTo>
                  <a:cubicBezTo>
                    <a:pt x="124873" y="285274"/>
                    <a:pt x="182690" y="343090"/>
                    <a:pt x="253746" y="343090"/>
                  </a:cubicBezTo>
                  <a:cubicBezTo>
                    <a:pt x="324803" y="343090"/>
                    <a:pt x="382619" y="285274"/>
                    <a:pt x="382619" y="214217"/>
                  </a:cubicBezTo>
                  <a:lnTo>
                    <a:pt x="382619" y="0"/>
                  </a:lnTo>
                  <a:lnTo>
                    <a:pt x="5074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41"/>
            <p:cNvSpPr/>
            <p:nvPr/>
          </p:nvSpPr>
          <p:spPr>
            <a:xfrm>
              <a:off x="4758739" y="3370213"/>
              <a:ext cx="494804" cy="456264"/>
            </a:xfrm>
            <a:custGeom>
              <a:rect b="b" l="l" r="r" t="t"/>
              <a:pathLst>
                <a:path extrusionOk="0" h="467963" w="507491">
                  <a:moveTo>
                    <a:pt x="507492" y="0"/>
                  </a:moveTo>
                  <a:lnTo>
                    <a:pt x="507492" y="214217"/>
                  </a:lnTo>
                  <a:cubicBezTo>
                    <a:pt x="507492" y="354139"/>
                    <a:pt x="393668" y="467963"/>
                    <a:pt x="253746" y="467963"/>
                  </a:cubicBezTo>
                  <a:cubicBezTo>
                    <a:pt x="113824" y="467963"/>
                    <a:pt x="0" y="354139"/>
                    <a:pt x="0" y="214217"/>
                  </a:cubicBezTo>
                  <a:lnTo>
                    <a:pt x="0" y="0"/>
                  </a:lnTo>
                  <a:lnTo>
                    <a:pt x="124873" y="0"/>
                  </a:lnTo>
                  <a:lnTo>
                    <a:pt x="124873" y="214217"/>
                  </a:lnTo>
                  <a:cubicBezTo>
                    <a:pt x="124873" y="285274"/>
                    <a:pt x="182690" y="343090"/>
                    <a:pt x="253746" y="343090"/>
                  </a:cubicBezTo>
                  <a:cubicBezTo>
                    <a:pt x="324803" y="343090"/>
                    <a:pt x="382619" y="285274"/>
                    <a:pt x="382619" y="214217"/>
                  </a:cubicBezTo>
                  <a:lnTo>
                    <a:pt x="382619" y="0"/>
                  </a:lnTo>
                  <a:lnTo>
                    <a:pt x="50749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41"/>
            <p:cNvSpPr/>
            <p:nvPr/>
          </p:nvSpPr>
          <p:spPr>
            <a:xfrm>
              <a:off x="4758739" y="3370213"/>
              <a:ext cx="121750" cy="113485"/>
            </a:xfrm>
            <a:custGeom>
              <a:rect b="b" l="l" r="r" t="t"/>
              <a:pathLst>
                <a:path extrusionOk="0" h="116395" w="124872">
                  <a:moveTo>
                    <a:pt x="0" y="0"/>
                  </a:moveTo>
                  <a:lnTo>
                    <a:pt x="124873" y="0"/>
                  </a:lnTo>
                  <a:lnTo>
                    <a:pt x="124873" y="116396"/>
                  </a:lnTo>
                  <a:lnTo>
                    <a:pt x="0" y="1163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41"/>
            <p:cNvSpPr/>
            <p:nvPr/>
          </p:nvSpPr>
          <p:spPr>
            <a:xfrm>
              <a:off x="5131755" y="3370213"/>
              <a:ext cx="121750" cy="113485"/>
            </a:xfrm>
            <a:custGeom>
              <a:rect b="b" l="l" r="r" t="t"/>
              <a:pathLst>
                <a:path extrusionOk="0" h="116395" w="124872">
                  <a:moveTo>
                    <a:pt x="0" y="0"/>
                  </a:moveTo>
                  <a:lnTo>
                    <a:pt x="124873" y="0"/>
                  </a:lnTo>
                  <a:lnTo>
                    <a:pt x="124873" y="116396"/>
                  </a:lnTo>
                  <a:lnTo>
                    <a:pt x="0" y="1163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41"/>
            <p:cNvSpPr/>
            <p:nvPr/>
          </p:nvSpPr>
          <p:spPr>
            <a:xfrm>
              <a:off x="5145497" y="3166294"/>
              <a:ext cx="94261" cy="154626"/>
            </a:xfrm>
            <a:custGeom>
              <a:rect b="b" l="l" r="r" t="t"/>
              <a:pathLst>
                <a:path extrusionOk="0" h="158591" w="96678">
                  <a:moveTo>
                    <a:pt x="56578" y="0"/>
                  </a:moveTo>
                  <a:lnTo>
                    <a:pt x="0" y="86011"/>
                  </a:lnTo>
                  <a:lnTo>
                    <a:pt x="45815" y="86011"/>
                  </a:lnTo>
                  <a:lnTo>
                    <a:pt x="22860" y="158591"/>
                  </a:lnTo>
                  <a:lnTo>
                    <a:pt x="96679" y="58007"/>
                  </a:lnTo>
                  <a:lnTo>
                    <a:pt x="43720" y="58007"/>
                  </a:lnTo>
                  <a:lnTo>
                    <a:pt x="56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41"/>
            <p:cNvSpPr/>
            <p:nvPr/>
          </p:nvSpPr>
          <p:spPr>
            <a:xfrm>
              <a:off x="4786133" y="3166294"/>
              <a:ext cx="94355" cy="154626"/>
            </a:xfrm>
            <a:custGeom>
              <a:rect b="b" l="l" r="r" t="t"/>
              <a:pathLst>
                <a:path extrusionOk="0" h="158591" w="96774">
                  <a:moveTo>
                    <a:pt x="56674" y="0"/>
                  </a:moveTo>
                  <a:lnTo>
                    <a:pt x="0" y="86011"/>
                  </a:lnTo>
                  <a:lnTo>
                    <a:pt x="45910" y="86011"/>
                  </a:lnTo>
                  <a:lnTo>
                    <a:pt x="22955" y="158591"/>
                  </a:lnTo>
                  <a:lnTo>
                    <a:pt x="96774" y="58007"/>
                  </a:lnTo>
                  <a:lnTo>
                    <a:pt x="43720" y="58007"/>
                  </a:lnTo>
                  <a:lnTo>
                    <a:pt x="56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41"/>
            <p:cNvSpPr/>
            <p:nvPr/>
          </p:nvSpPr>
          <p:spPr>
            <a:xfrm>
              <a:off x="5380431" y="3752235"/>
              <a:ext cx="429982" cy="16345"/>
            </a:xfrm>
            <a:custGeom>
              <a:rect b="b" l="l" r="r" t="t"/>
              <a:pathLst>
                <a:path extrusionOk="0" h="16764" w="441007">
                  <a:moveTo>
                    <a:pt x="432625" y="16764"/>
                  </a:moveTo>
                  <a:lnTo>
                    <a:pt x="8382" y="16764"/>
                  </a:lnTo>
                  <a:cubicBezTo>
                    <a:pt x="3715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2" y="0"/>
                  </a:cubicBezTo>
                  <a:lnTo>
                    <a:pt x="432625" y="0"/>
                  </a:lnTo>
                  <a:cubicBezTo>
                    <a:pt x="437293" y="0"/>
                    <a:pt x="441008" y="3810"/>
                    <a:pt x="441008" y="8382"/>
                  </a:cubicBezTo>
                  <a:cubicBezTo>
                    <a:pt x="441008" y="12954"/>
                    <a:pt x="437198" y="16764"/>
                    <a:pt x="432625" y="167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41"/>
            <p:cNvSpPr/>
            <p:nvPr/>
          </p:nvSpPr>
          <p:spPr>
            <a:xfrm>
              <a:off x="5380431" y="3631147"/>
              <a:ext cx="429982" cy="16344"/>
            </a:xfrm>
            <a:custGeom>
              <a:rect b="b" l="l" r="r" t="t"/>
              <a:pathLst>
                <a:path extrusionOk="0" h="16763" w="441007">
                  <a:moveTo>
                    <a:pt x="432625" y="16764"/>
                  </a:moveTo>
                  <a:lnTo>
                    <a:pt x="8382" y="16764"/>
                  </a:lnTo>
                  <a:cubicBezTo>
                    <a:pt x="3715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2" y="0"/>
                  </a:cubicBezTo>
                  <a:lnTo>
                    <a:pt x="432625" y="0"/>
                  </a:lnTo>
                  <a:cubicBezTo>
                    <a:pt x="437293" y="0"/>
                    <a:pt x="441008" y="3810"/>
                    <a:pt x="441008" y="8382"/>
                  </a:cubicBezTo>
                  <a:cubicBezTo>
                    <a:pt x="441008" y="12954"/>
                    <a:pt x="437198" y="16764"/>
                    <a:pt x="432625" y="167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41"/>
            <p:cNvSpPr/>
            <p:nvPr/>
          </p:nvSpPr>
          <p:spPr>
            <a:xfrm>
              <a:off x="5380431" y="3510059"/>
              <a:ext cx="429982" cy="16345"/>
            </a:xfrm>
            <a:custGeom>
              <a:rect b="b" l="l" r="r" t="t"/>
              <a:pathLst>
                <a:path extrusionOk="0" h="16764" w="441007">
                  <a:moveTo>
                    <a:pt x="432625" y="16764"/>
                  </a:moveTo>
                  <a:lnTo>
                    <a:pt x="8382" y="16764"/>
                  </a:lnTo>
                  <a:cubicBezTo>
                    <a:pt x="3715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2" y="0"/>
                  </a:cubicBezTo>
                  <a:lnTo>
                    <a:pt x="432625" y="0"/>
                  </a:lnTo>
                  <a:cubicBezTo>
                    <a:pt x="437293" y="0"/>
                    <a:pt x="441008" y="3810"/>
                    <a:pt x="441008" y="8382"/>
                  </a:cubicBezTo>
                  <a:cubicBezTo>
                    <a:pt x="441008" y="12954"/>
                    <a:pt x="437198" y="16764"/>
                    <a:pt x="432625" y="167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41"/>
            <p:cNvSpPr/>
            <p:nvPr/>
          </p:nvSpPr>
          <p:spPr>
            <a:xfrm>
              <a:off x="5380431" y="3388971"/>
              <a:ext cx="429982" cy="16345"/>
            </a:xfrm>
            <a:custGeom>
              <a:rect b="b" l="l" r="r" t="t"/>
              <a:pathLst>
                <a:path extrusionOk="0" h="16764" w="441007">
                  <a:moveTo>
                    <a:pt x="432625" y="16764"/>
                  </a:moveTo>
                  <a:lnTo>
                    <a:pt x="8382" y="16764"/>
                  </a:lnTo>
                  <a:cubicBezTo>
                    <a:pt x="3715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2" y="0"/>
                  </a:cubicBezTo>
                  <a:lnTo>
                    <a:pt x="432625" y="0"/>
                  </a:lnTo>
                  <a:cubicBezTo>
                    <a:pt x="437293" y="0"/>
                    <a:pt x="441008" y="3810"/>
                    <a:pt x="441008" y="8382"/>
                  </a:cubicBezTo>
                  <a:cubicBezTo>
                    <a:pt x="441008" y="12954"/>
                    <a:pt x="437198" y="16764"/>
                    <a:pt x="432625" y="167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1"/>
            <p:cNvSpPr/>
            <p:nvPr/>
          </p:nvSpPr>
          <p:spPr>
            <a:xfrm>
              <a:off x="5546648" y="3267882"/>
              <a:ext cx="263747" cy="16344"/>
            </a:xfrm>
            <a:custGeom>
              <a:rect b="b" l="l" r="r" t="t"/>
              <a:pathLst>
                <a:path extrusionOk="0" h="16763" w="270510">
                  <a:moveTo>
                    <a:pt x="262128" y="16764"/>
                  </a:moveTo>
                  <a:lnTo>
                    <a:pt x="8382" y="16764"/>
                  </a:lnTo>
                  <a:cubicBezTo>
                    <a:pt x="3715" y="16764"/>
                    <a:pt x="0" y="12954"/>
                    <a:pt x="0" y="8382"/>
                  </a:cubicBezTo>
                  <a:cubicBezTo>
                    <a:pt x="0" y="3810"/>
                    <a:pt x="3810" y="0"/>
                    <a:pt x="8382" y="0"/>
                  </a:cubicBezTo>
                  <a:lnTo>
                    <a:pt x="262128" y="0"/>
                  </a:lnTo>
                  <a:cubicBezTo>
                    <a:pt x="266795" y="0"/>
                    <a:pt x="270510" y="3810"/>
                    <a:pt x="270510" y="8382"/>
                  </a:cubicBezTo>
                  <a:cubicBezTo>
                    <a:pt x="270510" y="12954"/>
                    <a:pt x="266700" y="16764"/>
                    <a:pt x="262128" y="167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41"/>
            <p:cNvSpPr/>
            <p:nvPr/>
          </p:nvSpPr>
          <p:spPr>
            <a:xfrm>
              <a:off x="6331122" y="3006670"/>
              <a:ext cx="679613" cy="426174"/>
            </a:xfrm>
            <a:custGeom>
              <a:rect b="b" l="l" r="r" t="t"/>
              <a:pathLst>
                <a:path extrusionOk="0" h="437102" w="697039">
                  <a:moveTo>
                    <a:pt x="78772" y="437102"/>
                  </a:moveTo>
                  <a:lnTo>
                    <a:pt x="697039" y="437102"/>
                  </a:lnTo>
                  <a:lnTo>
                    <a:pt x="618268" y="0"/>
                  </a:lnTo>
                  <a:lnTo>
                    <a:pt x="0" y="0"/>
                  </a:lnTo>
                  <a:lnTo>
                    <a:pt x="78772" y="4371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41"/>
            <p:cNvSpPr/>
            <p:nvPr/>
          </p:nvSpPr>
          <p:spPr>
            <a:xfrm>
              <a:off x="6620099" y="3168988"/>
              <a:ext cx="101598" cy="101598"/>
            </a:xfrm>
            <a:custGeom>
              <a:rect b="b" l="l" r="r" t="t"/>
              <a:pathLst>
                <a:path extrusionOk="0" h="104203" w="104203">
                  <a:moveTo>
                    <a:pt x="0" y="52102"/>
                  </a:moveTo>
                  <a:cubicBezTo>
                    <a:pt x="0" y="80867"/>
                    <a:pt x="23336" y="104204"/>
                    <a:pt x="52102" y="104204"/>
                  </a:cubicBezTo>
                  <a:cubicBezTo>
                    <a:pt x="80867" y="104204"/>
                    <a:pt x="104204" y="80867"/>
                    <a:pt x="104204" y="52102"/>
                  </a:cubicBezTo>
                  <a:cubicBezTo>
                    <a:pt x="104204" y="23336"/>
                    <a:pt x="80867" y="0"/>
                    <a:pt x="52102" y="0"/>
                  </a:cubicBezTo>
                  <a:cubicBezTo>
                    <a:pt x="23336" y="0"/>
                    <a:pt x="0" y="23336"/>
                    <a:pt x="0" y="52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41"/>
            <p:cNvSpPr/>
            <p:nvPr/>
          </p:nvSpPr>
          <p:spPr>
            <a:xfrm rot="10800000">
              <a:off x="6407821" y="3432887"/>
              <a:ext cx="911878" cy="49870"/>
            </a:xfrm>
            <a:custGeom>
              <a:rect b="b" l="l" r="r" t="t"/>
              <a:pathLst>
                <a:path extrusionOk="0" h="51149" w="935259">
                  <a:moveTo>
                    <a:pt x="0" y="0"/>
                  </a:moveTo>
                  <a:lnTo>
                    <a:pt x="935260" y="0"/>
                  </a:lnTo>
                  <a:lnTo>
                    <a:pt x="935260" y="51149"/>
                  </a:lnTo>
                  <a:lnTo>
                    <a:pt x="0" y="511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41"/>
            <p:cNvSpPr/>
            <p:nvPr/>
          </p:nvSpPr>
          <p:spPr>
            <a:xfrm>
              <a:off x="6097488" y="3486658"/>
              <a:ext cx="1156772" cy="67886"/>
            </a:xfrm>
            <a:custGeom>
              <a:rect b="b" l="l" r="r" t="t"/>
              <a:pathLst>
                <a:path extrusionOk="0" h="69627" w="1186433">
                  <a:moveTo>
                    <a:pt x="44101" y="69628"/>
                  </a:moveTo>
                  <a:lnTo>
                    <a:pt x="1142333" y="69628"/>
                  </a:lnTo>
                  <a:lnTo>
                    <a:pt x="1186434" y="0"/>
                  </a:lnTo>
                  <a:lnTo>
                    <a:pt x="0" y="0"/>
                  </a:lnTo>
                  <a:lnTo>
                    <a:pt x="44101" y="6962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41"/>
            <p:cNvSpPr/>
            <p:nvPr/>
          </p:nvSpPr>
          <p:spPr>
            <a:xfrm>
              <a:off x="6559369" y="3551288"/>
              <a:ext cx="766723" cy="1087400"/>
            </a:xfrm>
            <a:custGeom>
              <a:rect b="b" l="l" r="r" t="t"/>
              <a:pathLst>
                <a:path extrusionOk="0" h="1115282" w="786383">
                  <a:moveTo>
                    <a:pt x="786384" y="1115282"/>
                  </a:moveTo>
                  <a:lnTo>
                    <a:pt x="0" y="1115282"/>
                  </a:lnTo>
                  <a:lnTo>
                    <a:pt x="952" y="1108805"/>
                  </a:lnTo>
                  <a:lnTo>
                    <a:pt x="167735" y="0"/>
                  </a:lnTo>
                  <a:lnTo>
                    <a:pt x="178784" y="1619"/>
                  </a:lnTo>
                  <a:lnTo>
                    <a:pt x="13049" y="1104043"/>
                  </a:lnTo>
                  <a:lnTo>
                    <a:pt x="773335" y="1104043"/>
                  </a:lnTo>
                  <a:lnTo>
                    <a:pt x="607504" y="4096"/>
                  </a:lnTo>
                  <a:lnTo>
                    <a:pt x="618649" y="2476"/>
                  </a:lnTo>
                  <a:lnTo>
                    <a:pt x="786384" y="11152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41"/>
            <p:cNvSpPr/>
            <p:nvPr/>
          </p:nvSpPr>
          <p:spPr>
            <a:xfrm>
              <a:off x="6024501" y="3551288"/>
              <a:ext cx="766817" cy="1087400"/>
            </a:xfrm>
            <a:custGeom>
              <a:rect b="b" l="l" r="r" t="t"/>
              <a:pathLst>
                <a:path extrusionOk="0" h="1115282" w="786479">
                  <a:moveTo>
                    <a:pt x="786479" y="1115282"/>
                  </a:moveTo>
                  <a:lnTo>
                    <a:pt x="0" y="1115282"/>
                  </a:lnTo>
                  <a:lnTo>
                    <a:pt x="1048" y="1108805"/>
                  </a:lnTo>
                  <a:lnTo>
                    <a:pt x="167830" y="0"/>
                  </a:lnTo>
                  <a:lnTo>
                    <a:pt x="178879" y="1619"/>
                  </a:lnTo>
                  <a:lnTo>
                    <a:pt x="13049" y="1104043"/>
                  </a:lnTo>
                  <a:lnTo>
                    <a:pt x="773430" y="1104043"/>
                  </a:lnTo>
                  <a:lnTo>
                    <a:pt x="607600" y="4096"/>
                  </a:lnTo>
                  <a:lnTo>
                    <a:pt x="618744" y="2476"/>
                  </a:lnTo>
                  <a:lnTo>
                    <a:pt x="786479" y="11152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41"/>
            <p:cNvSpPr/>
            <p:nvPr/>
          </p:nvSpPr>
          <p:spPr>
            <a:xfrm>
              <a:off x="7641456" y="3681012"/>
              <a:ext cx="712303" cy="56371"/>
            </a:xfrm>
            <a:custGeom>
              <a:rect b="b" l="l" r="r" t="t"/>
              <a:pathLst>
                <a:path extrusionOk="0" h="57816" w="730567">
                  <a:moveTo>
                    <a:pt x="36671" y="57817"/>
                  </a:moveTo>
                  <a:lnTo>
                    <a:pt x="693896" y="57817"/>
                  </a:lnTo>
                  <a:lnTo>
                    <a:pt x="730568" y="0"/>
                  </a:lnTo>
                  <a:lnTo>
                    <a:pt x="0" y="0"/>
                  </a:lnTo>
                  <a:lnTo>
                    <a:pt x="36671" y="578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41"/>
            <p:cNvSpPr/>
            <p:nvPr/>
          </p:nvSpPr>
          <p:spPr>
            <a:xfrm>
              <a:off x="7790030" y="3734499"/>
              <a:ext cx="638937" cy="904170"/>
            </a:xfrm>
            <a:custGeom>
              <a:rect b="b" l="l" r="r" t="t"/>
              <a:pathLst>
                <a:path extrusionOk="0" h="927354" w="655320">
                  <a:moveTo>
                    <a:pt x="655320" y="927354"/>
                  </a:moveTo>
                  <a:lnTo>
                    <a:pt x="0" y="927354"/>
                  </a:lnTo>
                  <a:lnTo>
                    <a:pt x="953" y="920877"/>
                  </a:lnTo>
                  <a:lnTo>
                    <a:pt x="139446" y="0"/>
                  </a:lnTo>
                  <a:lnTo>
                    <a:pt x="150590" y="1715"/>
                  </a:lnTo>
                  <a:lnTo>
                    <a:pt x="13049" y="916115"/>
                  </a:lnTo>
                  <a:lnTo>
                    <a:pt x="642271" y="916115"/>
                  </a:lnTo>
                  <a:lnTo>
                    <a:pt x="504730" y="3715"/>
                  </a:lnTo>
                  <a:lnTo>
                    <a:pt x="515874" y="2096"/>
                  </a:lnTo>
                  <a:lnTo>
                    <a:pt x="655320" y="9273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41"/>
            <p:cNvSpPr/>
            <p:nvPr/>
          </p:nvSpPr>
          <p:spPr>
            <a:xfrm>
              <a:off x="7562433" y="3734499"/>
              <a:ext cx="638936" cy="904170"/>
            </a:xfrm>
            <a:custGeom>
              <a:rect b="b" l="l" r="r" t="t"/>
              <a:pathLst>
                <a:path extrusionOk="0" h="927354" w="655319">
                  <a:moveTo>
                    <a:pt x="655320" y="927354"/>
                  </a:moveTo>
                  <a:lnTo>
                    <a:pt x="0" y="927354"/>
                  </a:lnTo>
                  <a:lnTo>
                    <a:pt x="953" y="920877"/>
                  </a:lnTo>
                  <a:lnTo>
                    <a:pt x="139446" y="0"/>
                  </a:lnTo>
                  <a:lnTo>
                    <a:pt x="150590" y="1715"/>
                  </a:lnTo>
                  <a:lnTo>
                    <a:pt x="13049" y="916115"/>
                  </a:lnTo>
                  <a:lnTo>
                    <a:pt x="642271" y="916115"/>
                  </a:lnTo>
                  <a:lnTo>
                    <a:pt x="504730" y="3715"/>
                  </a:lnTo>
                  <a:lnTo>
                    <a:pt x="515779" y="2096"/>
                  </a:lnTo>
                  <a:lnTo>
                    <a:pt x="655320" y="9273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41"/>
            <p:cNvSpPr/>
            <p:nvPr/>
          </p:nvSpPr>
          <p:spPr>
            <a:xfrm>
              <a:off x="7071766" y="2770714"/>
              <a:ext cx="962862" cy="396489"/>
            </a:xfrm>
            <a:custGeom>
              <a:rect b="b" l="l" r="r" t="t"/>
              <a:pathLst>
                <a:path extrusionOk="0" h="406655" w="987551">
                  <a:moveTo>
                    <a:pt x="306133" y="396431"/>
                  </a:moveTo>
                  <a:cubicBezTo>
                    <a:pt x="376047" y="407575"/>
                    <a:pt x="450247" y="409956"/>
                    <a:pt x="522732" y="401860"/>
                  </a:cubicBezTo>
                  <a:cubicBezTo>
                    <a:pt x="730186" y="379000"/>
                    <a:pt x="895255" y="276511"/>
                    <a:pt x="987552" y="113538"/>
                  </a:cubicBezTo>
                  <a:lnTo>
                    <a:pt x="787146" y="0"/>
                  </a:lnTo>
                  <a:cubicBezTo>
                    <a:pt x="716756" y="124206"/>
                    <a:pt x="590836" y="162592"/>
                    <a:pt x="497491" y="172879"/>
                  </a:cubicBezTo>
                  <a:cubicBezTo>
                    <a:pt x="338614" y="190405"/>
                    <a:pt x="202501" y="136779"/>
                    <a:pt x="170879" y="101918"/>
                  </a:cubicBezTo>
                  <a:lnTo>
                    <a:pt x="0" y="256413"/>
                  </a:lnTo>
                  <a:cubicBezTo>
                    <a:pt x="62770" y="325850"/>
                    <a:pt x="177260" y="375952"/>
                    <a:pt x="306133" y="396335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1"/>
            <p:cNvSpPr/>
            <p:nvPr/>
          </p:nvSpPr>
          <p:spPr>
            <a:xfrm>
              <a:off x="7691043" y="2674327"/>
              <a:ext cx="294950" cy="443448"/>
            </a:xfrm>
            <a:custGeom>
              <a:rect b="b" l="l" r="r" t="t"/>
              <a:pathLst>
                <a:path extrusionOk="0" h="454818" w="302513">
                  <a:moveTo>
                    <a:pt x="282988" y="0"/>
                  </a:moveTo>
                  <a:cubicBezTo>
                    <a:pt x="164020" y="48577"/>
                    <a:pt x="108299" y="161544"/>
                    <a:pt x="0" y="230410"/>
                  </a:cubicBezTo>
                  <a:cubicBezTo>
                    <a:pt x="78200" y="288417"/>
                    <a:pt x="140017" y="436435"/>
                    <a:pt x="130778" y="454819"/>
                  </a:cubicBezTo>
                  <a:lnTo>
                    <a:pt x="302514" y="168307"/>
                  </a:lnTo>
                  <a:lnTo>
                    <a:pt x="2830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41"/>
            <p:cNvSpPr/>
            <p:nvPr/>
          </p:nvSpPr>
          <p:spPr>
            <a:xfrm>
              <a:off x="6851846" y="2735738"/>
              <a:ext cx="156253" cy="205320"/>
            </a:xfrm>
            <a:custGeom>
              <a:rect b="b" l="l" r="r" t="t"/>
              <a:pathLst>
                <a:path extrusionOk="0" h="210585" w="160259">
                  <a:moveTo>
                    <a:pt x="45844" y="9779"/>
                  </a:moveTo>
                  <a:cubicBezTo>
                    <a:pt x="38510" y="445"/>
                    <a:pt x="25366" y="-2794"/>
                    <a:pt x="14317" y="2636"/>
                  </a:cubicBezTo>
                  <a:cubicBezTo>
                    <a:pt x="1648" y="8922"/>
                    <a:pt x="-3590" y="24257"/>
                    <a:pt x="2601" y="37021"/>
                  </a:cubicBezTo>
                  <a:cubicBezTo>
                    <a:pt x="40701" y="114173"/>
                    <a:pt x="112043" y="198089"/>
                    <a:pt x="115091" y="201613"/>
                  </a:cubicBezTo>
                  <a:cubicBezTo>
                    <a:pt x="124331" y="212376"/>
                    <a:pt x="140523" y="213614"/>
                    <a:pt x="151286" y="204470"/>
                  </a:cubicBezTo>
                  <a:cubicBezTo>
                    <a:pt x="162049" y="195231"/>
                    <a:pt x="163288" y="179134"/>
                    <a:pt x="154144" y="168275"/>
                  </a:cubicBezTo>
                  <a:cubicBezTo>
                    <a:pt x="153477" y="167418"/>
                    <a:pt x="83944" y="85694"/>
                    <a:pt x="48702" y="14351"/>
                  </a:cubicBezTo>
                  <a:cubicBezTo>
                    <a:pt x="47845" y="12732"/>
                    <a:pt x="46892" y="11208"/>
                    <a:pt x="45844" y="977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1"/>
            <p:cNvSpPr/>
            <p:nvPr/>
          </p:nvSpPr>
          <p:spPr>
            <a:xfrm>
              <a:off x="6875045" y="2700452"/>
              <a:ext cx="156230" cy="205320"/>
            </a:xfrm>
            <a:custGeom>
              <a:rect b="b" l="l" r="r" t="t"/>
              <a:pathLst>
                <a:path extrusionOk="0" h="210585" w="160236">
                  <a:moveTo>
                    <a:pt x="45861" y="9779"/>
                  </a:moveTo>
                  <a:cubicBezTo>
                    <a:pt x="38527" y="445"/>
                    <a:pt x="25382" y="-2794"/>
                    <a:pt x="14333" y="2636"/>
                  </a:cubicBezTo>
                  <a:cubicBezTo>
                    <a:pt x="1570" y="8922"/>
                    <a:pt x="-3574" y="24257"/>
                    <a:pt x="2618" y="37021"/>
                  </a:cubicBezTo>
                  <a:cubicBezTo>
                    <a:pt x="40718" y="114173"/>
                    <a:pt x="112060" y="198089"/>
                    <a:pt x="115108" y="201613"/>
                  </a:cubicBezTo>
                  <a:cubicBezTo>
                    <a:pt x="124347" y="212376"/>
                    <a:pt x="140540" y="213614"/>
                    <a:pt x="151303" y="204470"/>
                  </a:cubicBezTo>
                  <a:cubicBezTo>
                    <a:pt x="162066" y="195231"/>
                    <a:pt x="163209" y="179229"/>
                    <a:pt x="154161" y="168275"/>
                  </a:cubicBezTo>
                  <a:cubicBezTo>
                    <a:pt x="153494" y="167513"/>
                    <a:pt x="83961" y="85694"/>
                    <a:pt x="48719" y="14351"/>
                  </a:cubicBezTo>
                  <a:cubicBezTo>
                    <a:pt x="47861" y="12732"/>
                    <a:pt x="46909" y="11208"/>
                    <a:pt x="45861" y="977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1"/>
            <p:cNvSpPr/>
            <p:nvPr/>
          </p:nvSpPr>
          <p:spPr>
            <a:xfrm>
              <a:off x="6898310" y="2665258"/>
              <a:ext cx="156198" cy="205358"/>
            </a:xfrm>
            <a:custGeom>
              <a:rect b="b" l="l" r="r" t="t"/>
              <a:pathLst>
                <a:path extrusionOk="0" h="210624" w="160203">
                  <a:moveTo>
                    <a:pt x="45810" y="9779"/>
                  </a:moveTo>
                  <a:cubicBezTo>
                    <a:pt x="38476" y="445"/>
                    <a:pt x="25331" y="-2794"/>
                    <a:pt x="14282" y="2636"/>
                  </a:cubicBezTo>
                  <a:cubicBezTo>
                    <a:pt x="1614" y="8922"/>
                    <a:pt x="-3625" y="24353"/>
                    <a:pt x="2662" y="37021"/>
                  </a:cubicBezTo>
                  <a:cubicBezTo>
                    <a:pt x="40762" y="114173"/>
                    <a:pt x="112104" y="198089"/>
                    <a:pt x="115152" y="201613"/>
                  </a:cubicBezTo>
                  <a:cubicBezTo>
                    <a:pt x="124391" y="212376"/>
                    <a:pt x="140584" y="213710"/>
                    <a:pt x="151347" y="204470"/>
                  </a:cubicBezTo>
                  <a:cubicBezTo>
                    <a:pt x="162110" y="195231"/>
                    <a:pt x="163063" y="179134"/>
                    <a:pt x="154204" y="168275"/>
                  </a:cubicBezTo>
                  <a:cubicBezTo>
                    <a:pt x="153538" y="167418"/>
                    <a:pt x="84005" y="85694"/>
                    <a:pt x="48763" y="14351"/>
                  </a:cubicBezTo>
                  <a:cubicBezTo>
                    <a:pt x="47905" y="12732"/>
                    <a:pt x="46953" y="11208"/>
                    <a:pt x="45905" y="977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1"/>
            <p:cNvSpPr/>
            <p:nvPr/>
          </p:nvSpPr>
          <p:spPr>
            <a:xfrm>
              <a:off x="6921524" y="2629971"/>
              <a:ext cx="156311" cy="205358"/>
            </a:xfrm>
            <a:custGeom>
              <a:rect b="b" l="l" r="r" t="t"/>
              <a:pathLst>
                <a:path extrusionOk="0" h="210624" w="160319">
                  <a:moveTo>
                    <a:pt x="45810" y="9779"/>
                  </a:moveTo>
                  <a:cubicBezTo>
                    <a:pt x="38476" y="445"/>
                    <a:pt x="25331" y="-2794"/>
                    <a:pt x="14282" y="2636"/>
                  </a:cubicBezTo>
                  <a:cubicBezTo>
                    <a:pt x="1614" y="8922"/>
                    <a:pt x="-3625" y="24353"/>
                    <a:pt x="2662" y="37021"/>
                  </a:cubicBezTo>
                  <a:cubicBezTo>
                    <a:pt x="40761" y="114173"/>
                    <a:pt x="112104" y="198089"/>
                    <a:pt x="115152" y="201613"/>
                  </a:cubicBezTo>
                  <a:cubicBezTo>
                    <a:pt x="124391" y="212376"/>
                    <a:pt x="140584" y="213710"/>
                    <a:pt x="151347" y="204470"/>
                  </a:cubicBezTo>
                  <a:cubicBezTo>
                    <a:pt x="162110" y="195231"/>
                    <a:pt x="163348" y="179039"/>
                    <a:pt x="154204" y="168275"/>
                  </a:cubicBezTo>
                  <a:cubicBezTo>
                    <a:pt x="153442" y="167513"/>
                    <a:pt x="84005" y="85694"/>
                    <a:pt x="48763" y="14351"/>
                  </a:cubicBezTo>
                  <a:cubicBezTo>
                    <a:pt x="47905" y="12732"/>
                    <a:pt x="46953" y="11208"/>
                    <a:pt x="45905" y="977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41"/>
            <p:cNvSpPr/>
            <p:nvPr/>
          </p:nvSpPr>
          <p:spPr>
            <a:xfrm>
              <a:off x="7091368" y="2679366"/>
              <a:ext cx="75495" cy="153398"/>
            </a:xfrm>
            <a:custGeom>
              <a:rect b="b" l="l" r="r" t="t"/>
              <a:pathLst>
                <a:path extrusionOk="0" h="157331" w="77431">
                  <a:moveTo>
                    <a:pt x="46948" y="9786"/>
                  </a:moveTo>
                  <a:cubicBezTo>
                    <a:pt x="43043" y="4738"/>
                    <a:pt x="37233" y="1213"/>
                    <a:pt x="30375" y="261"/>
                  </a:cubicBezTo>
                  <a:cubicBezTo>
                    <a:pt x="16373" y="-1739"/>
                    <a:pt x="3419" y="7976"/>
                    <a:pt x="1419" y="21978"/>
                  </a:cubicBezTo>
                  <a:cubicBezTo>
                    <a:pt x="943" y="25121"/>
                    <a:pt x="-9154" y="99893"/>
                    <a:pt x="32280" y="148375"/>
                  </a:cubicBezTo>
                  <a:cubicBezTo>
                    <a:pt x="41519" y="159138"/>
                    <a:pt x="57711" y="160376"/>
                    <a:pt x="68475" y="151137"/>
                  </a:cubicBezTo>
                  <a:cubicBezTo>
                    <a:pt x="79238" y="141898"/>
                    <a:pt x="80476" y="125610"/>
                    <a:pt x="71237" y="114942"/>
                  </a:cubicBezTo>
                  <a:cubicBezTo>
                    <a:pt x="44948" y="84652"/>
                    <a:pt x="52187" y="29788"/>
                    <a:pt x="52282" y="29217"/>
                  </a:cubicBezTo>
                  <a:cubicBezTo>
                    <a:pt x="53235" y="21978"/>
                    <a:pt x="51139" y="15120"/>
                    <a:pt x="47044" y="9786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1"/>
            <p:cNvSpPr/>
            <p:nvPr/>
          </p:nvSpPr>
          <p:spPr>
            <a:xfrm>
              <a:off x="6953834" y="2772511"/>
              <a:ext cx="291493" cy="274060"/>
            </a:xfrm>
            <a:custGeom>
              <a:rect b="b" l="l" r="r" t="t"/>
              <a:pathLst>
                <a:path extrusionOk="0" h="281087" w="298967">
                  <a:moveTo>
                    <a:pt x="0" y="151224"/>
                  </a:moveTo>
                  <a:cubicBezTo>
                    <a:pt x="33719" y="191800"/>
                    <a:pt x="102013" y="270191"/>
                    <a:pt x="187452" y="280192"/>
                  </a:cubicBezTo>
                  <a:cubicBezTo>
                    <a:pt x="295370" y="292861"/>
                    <a:pt x="298323" y="166940"/>
                    <a:pt x="298323" y="166940"/>
                  </a:cubicBezTo>
                  <a:cubicBezTo>
                    <a:pt x="306038" y="57022"/>
                    <a:pt x="242697" y="79405"/>
                    <a:pt x="201644" y="2158"/>
                  </a:cubicBezTo>
                  <a:cubicBezTo>
                    <a:pt x="197644" y="-5367"/>
                    <a:pt x="183737" y="9206"/>
                    <a:pt x="183737" y="9206"/>
                  </a:cubicBezTo>
                  <a:lnTo>
                    <a:pt x="149257" y="7492"/>
                  </a:lnTo>
                  <a:cubicBezTo>
                    <a:pt x="150304" y="33495"/>
                    <a:pt x="127254" y="28732"/>
                    <a:pt x="116491" y="16540"/>
                  </a:cubicBezTo>
                  <a:cubicBezTo>
                    <a:pt x="105823" y="4348"/>
                    <a:pt x="0" y="151129"/>
                    <a:pt x="0" y="15112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1"/>
            <p:cNvSpPr/>
            <p:nvPr/>
          </p:nvSpPr>
          <p:spPr>
            <a:xfrm>
              <a:off x="6928141" y="2678813"/>
              <a:ext cx="102287" cy="149305"/>
            </a:xfrm>
            <a:custGeom>
              <a:rect b="b" l="l" r="r" t="t"/>
              <a:pathLst>
                <a:path extrusionOk="0" h="153133" w="104910">
                  <a:moveTo>
                    <a:pt x="99317" y="153038"/>
                  </a:moveTo>
                  <a:cubicBezTo>
                    <a:pt x="97698" y="153038"/>
                    <a:pt x="96078" y="152276"/>
                    <a:pt x="94935" y="150942"/>
                  </a:cubicBezTo>
                  <a:cubicBezTo>
                    <a:pt x="94364" y="150276"/>
                    <a:pt x="37595" y="78743"/>
                    <a:pt x="638" y="8258"/>
                  </a:cubicBezTo>
                  <a:cubicBezTo>
                    <a:pt x="-791" y="5496"/>
                    <a:pt x="257" y="2162"/>
                    <a:pt x="3019" y="638"/>
                  </a:cubicBezTo>
                  <a:cubicBezTo>
                    <a:pt x="5781" y="-791"/>
                    <a:pt x="9210" y="257"/>
                    <a:pt x="10544" y="3019"/>
                  </a:cubicBezTo>
                  <a:cubicBezTo>
                    <a:pt x="47025" y="72647"/>
                    <a:pt x="103127" y="143227"/>
                    <a:pt x="103698" y="143989"/>
                  </a:cubicBezTo>
                  <a:cubicBezTo>
                    <a:pt x="105603" y="146370"/>
                    <a:pt x="105222" y="149990"/>
                    <a:pt x="102841" y="151895"/>
                  </a:cubicBezTo>
                  <a:cubicBezTo>
                    <a:pt x="101793" y="152752"/>
                    <a:pt x="100555" y="153133"/>
                    <a:pt x="99317" y="153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1"/>
            <p:cNvSpPr/>
            <p:nvPr/>
          </p:nvSpPr>
          <p:spPr>
            <a:xfrm>
              <a:off x="6903998" y="2710013"/>
              <a:ext cx="102287" cy="149305"/>
            </a:xfrm>
            <a:custGeom>
              <a:rect b="b" l="l" r="r" t="t"/>
              <a:pathLst>
                <a:path extrusionOk="0" h="153133" w="104910">
                  <a:moveTo>
                    <a:pt x="99317" y="153038"/>
                  </a:moveTo>
                  <a:cubicBezTo>
                    <a:pt x="97698" y="153038"/>
                    <a:pt x="96078" y="152276"/>
                    <a:pt x="94935" y="150942"/>
                  </a:cubicBezTo>
                  <a:cubicBezTo>
                    <a:pt x="94364" y="150276"/>
                    <a:pt x="37595" y="78743"/>
                    <a:pt x="638" y="8258"/>
                  </a:cubicBezTo>
                  <a:cubicBezTo>
                    <a:pt x="-791" y="5496"/>
                    <a:pt x="257" y="2162"/>
                    <a:pt x="3019" y="638"/>
                  </a:cubicBezTo>
                  <a:cubicBezTo>
                    <a:pt x="5781" y="-791"/>
                    <a:pt x="9210" y="257"/>
                    <a:pt x="10544" y="3019"/>
                  </a:cubicBezTo>
                  <a:cubicBezTo>
                    <a:pt x="47025" y="72552"/>
                    <a:pt x="103127" y="143227"/>
                    <a:pt x="103698" y="143989"/>
                  </a:cubicBezTo>
                  <a:cubicBezTo>
                    <a:pt x="105603" y="146370"/>
                    <a:pt x="105222" y="149895"/>
                    <a:pt x="102841" y="151895"/>
                  </a:cubicBezTo>
                  <a:cubicBezTo>
                    <a:pt x="101793" y="152752"/>
                    <a:pt x="100555" y="153133"/>
                    <a:pt x="99317" y="153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1"/>
            <p:cNvSpPr/>
            <p:nvPr/>
          </p:nvSpPr>
          <p:spPr>
            <a:xfrm>
              <a:off x="6880040" y="2745857"/>
              <a:ext cx="102287" cy="149305"/>
            </a:xfrm>
            <a:custGeom>
              <a:rect b="b" l="l" r="r" t="t"/>
              <a:pathLst>
                <a:path extrusionOk="0" h="153133" w="104910">
                  <a:moveTo>
                    <a:pt x="99317" y="153038"/>
                  </a:moveTo>
                  <a:cubicBezTo>
                    <a:pt x="97698" y="153038"/>
                    <a:pt x="96078" y="152276"/>
                    <a:pt x="94935" y="150942"/>
                  </a:cubicBezTo>
                  <a:cubicBezTo>
                    <a:pt x="94364" y="150276"/>
                    <a:pt x="37595" y="78743"/>
                    <a:pt x="638" y="8258"/>
                  </a:cubicBezTo>
                  <a:cubicBezTo>
                    <a:pt x="-791" y="5496"/>
                    <a:pt x="257" y="2162"/>
                    <a:pt x="3019" y="638"/>
                  </a:cubicBezTo>
                  <a:cubicBezTo>
                    <a:pt x="5781" y="-791"/>
                    <a:pt x="9210" y="257"/>
                    <a:pt x="10544" y="3019"/>
                  </a:cubicBezTo>
                  <a:cubicBezTo>
                    <a:pt x="47025" y="72647"/>
                    <a:pt x="103127" y="143227"/>
                    <a:pt x="103698" y="143989"/>
                  </a:cubicBezTo>
                  <a:cubicBezTo>
                    <a:pt x="105603" y="146370"/>
                    <a:pt x="105222" y="149990"/>
                    <a:pt x="102841" y="151895"/>
                  </a:cubicBezTo>
                  <a:cubicBezTo>
                    <a:pt x="101793" y="152752"/>
                    <a:pt x="100555" y="153133"/>
                    <a:pt x="99317" y="1531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1"/>
            <p:cNvSpPr/>
            <p:nvPr/>
          </p:nvSpPr>
          <p:spPr>
            <a:xfrm>
              <a:off x="7085372" y="2831000"/>
              <a:ext cx="49663" cy="146712"/>
            </a:xfrm>
            <a:custGeom>
              <a:rect b="b" l="l" r="r" t="t"/>
              <a:pathLst>
                <a:path extrusionOk="0" h="150474" w="50936">
                  <a:moveTo>
                    <a:pt x="45289" y="150474"/>
                  </a:moveTo>
                  <a:cubicBezTo>
                    <a:pt x="44146" y="150474"/>
                    <a:pt x="43098" y="150189"/>
                    <a:pt x="42145" y="149522"/>
                  </a:cubicBezTo>
                  <a:cubicBezTo>
                    <a:pt x="19000" y="133520"/>
                    <a:pt x="3474" y="107231"/>
                    <a:pt x="521" y="79227"/>
                  </a:cubicBezTo>
                  <a:cubicBezTo>
                    <a:pt x="-2431" y="51224"/>
                    <a:pt x="7284" y="22268"/>
                    <a:pt x="26525" y="1789"/>
                  </a:cubicBezTo>
                  <a:cubicBezTo>
                    <a:pt x="28620" y="-497"/>
                    <a:pt x="32239" y="-592"/>
                    <a:pt x="34430" y="1503"/>
                  </a:cubicBezTo>
                  <a:cubicBezTo>
                    <a:pt x="36716" y="3599"/>
                    <a:pt x="36811" y="7218"/>
                    <a:pt x="34716" y="9409"/>
                  </a:cubicBezTo>
                  <a:cubicBezTo>
                    <a:pt x="17666" y="27602"/>
                    <a:pt x="8998" y="53224"/>
                    <a:pt x="11666" y="77989"/>
                  </a:cubicBezTo>
                  <a:cubicBezTo>
                    <a:pt x="14333" y="102754"/>
                    <a:pt x="28048" y="126090"/>
                    <a:pt x="48527" y="140283"/>
                  </a:cubicBezTo>
                  <a:cubicBezTo>
                    <a:pt x="51099" y="142092"/>
                    <a:pt x="51670" y="145521"/>
                    <a:pt x="49956" y="148093"/>
                  </a:cubicBezTo>
                  <a:cubicBezTo>
                    <a:pt x="48908" y="149712"/>
                    <a:pt x="47098" y="150474"/>
                    <a:pt x="45289" y="1504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1"/>
            <p:cNvSpPr/>
            <p:nvPr/>
          </p:nvSpPr>
          <p:spPr>
            <a:xfrm>
              <a:off x="7028184" y="2905320"/>
              <a:ext cx="67960" cy="39510"/>
            </a:xfrm>
            <a:custGeom>
              <a:rect b="b" l="l" r="r" t="t"/>
              <a:pathLst>
                <a:path extrusionOk="0" h="40523" w="69703">
                  <a:moveTo>
                    <a:pt x="5651" y="40428"/>
                  </a:moveTo>
                  <a:cubicBezTo>
                    <a:pt x="4127" y="40428"/>
                    <a:pt x="2603" y="39761"/>
                    <a:pt x="1460" y="38618"/>
                  </a:cubicBezTo>
                  <a:cubicBezTo>
                    <a:pt x="-636" y="36332"/>
                    <a:pt x="-446" y="32808"/>
                    <a:pt x="1841" y="30712"/>
                  </a:cubicBezTo>
                  <a:cubicBezTo>
                    <a:pt x="14318" y="19473"/>
                    <a:pt x="28511" y="10424"/>
                    <a:pt x="44036" y="3757"/>
                  </a:cubicBezTo>
                  <a:cubicBezTo>
                    <a:pt x="50513" y="994"/>
                    <a:pt x="58229" y="-1577"/>
                    <a:pt x="65944" y="1185"/>
                  </a:cubicBezTo>
                  <a:cubicBezTo>
                    <a:pt x="68896" y="2233"/>
                    <a:pt x="70420" y="5376"/>
                    <a:pt x="69373" y="8329"/>
                  </a:cubicBezTo>
                  <a:cubicBezTo>
                    <a:pt x="68325" y="11281"/>
                    <a:pt x="65182" y="12805"/>
                    <a:pt x="62229" y="11758"/>
                  </a:cubicBezTo>
                  <a:cubicBezTo>
                    <a:pt x="58133" y="10329"/>
                    <a:pt x="52990" y="12139"/>
                    <a:pt x="48418" y="14139"/>
                  </a:cubicBezTo>
                  <a:cubicBezTo>
                    <a:pt x="34035" y="20235"/>
                    <a:pt x="20891" y="28712"/>
                    <a:pt x="9365" y="39094"/>
                  </a:cubicBezTo>
                  <a:cubicBezTo>
                    <a:pt x="8318" y="40047"/>
                    <a:pt x="6984" y="40523"/>
                    <a:pt x="5651" y="405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1"/>
            <p:cNvSpPr/>
            <p:nvPr/>
          </p:nvSpPr>
          <p:spPr>
            <a:xfrm>
              <a:off x="7092547" y="3283297"/>
              <a:ext cx="962604" cy="1284932"/>
            </a:xfrm>
            <a:custGeom>
              <a:rect b="b" l="l" r="r" t="t"/>
              <a:pathLst>
                <a:path extrusionOk="0" h="1317879" w="987286">
                  <a:moveTo>
                    <a:pt x="549232" y="1317784"/>
                  </a:moveTo>
                  <a:lnTo>
                    <a:pt x="894799" y="1317784"/>
                  </a:lnTo>
                  <a:cubicBezTo>
                    <a:pt x="894799" y="1037273"/>
                    <a:pt x="675342" y="804862"/>
                    <a:pt x="498940" y="618173"/>
                  </a:cubicBezTo>
                  <a:cubicBezTo>
                    <a:pt x="463221" y="580358"/>
                    <a:pt x="411500" y="525685"/>
                    <a:pt x="377115" y="483394"/>
                  </a:cubicBezTo>
                  <a:cubicBezTo>
                    <a:pt x="433312" y="458629"/>
                    <a:pt x="519609" y="433007"/>
                    <a:pt x="573330" y="417004"/>
                  </a:cubicBezTo>
                  <a:cubicBezTo>
                    <a:pt x="745066" y="366046"/>
                    <a:pt x="907181" y="317849"/>
                    <a:pt x="987286" y="193262"/>
                  </a:cubicBezTo>
                  <a:lnTo>
                    <a:pt x="696678" y="6382"/>
                  </a:lnTo>
                  <a:cubicBezTo>
                    <a:pt x="699441" y="2096"/>
                    <a:pt x="701536" y="95"/>
                    <a:pt x="701536" y="0"/>
                  </a:cubicBezTo>
                  <a:cubicBezTo>
                    <a:pt x="673438" y="26765"/>
                    <a:pt x="549232" y="63627"/>
                    <a:pt x="474936" y="85725"/>
                  </a:cubicBezTo>
                  <a:cubicBezTo>
                    <a:pt x="301772" y="137160"/>
                    <a:pt x="122607" y="190309"/>
                    <a:pt x="37358" y="325374"/>
                  </a:cubicBezTo>
                  <a:cubicBezTo>
                    <a:pt x="-4076" y="390906"/>
                    <a:pt x="-31889" y="500539"/>
                    <a:pt x="70695" y="650176"/>
                  </a:cubicBezTo>
                  <a:cubicBezTo>
                    <a:pt x="115273" y="715137"/>
                    <a:pt x="179566" y="783336"/>
                    <a:pt x="247765" y="855440"/>
                  </a:cubicBezTo>
                  <a:cubicBezTo>
                    <a:pt x="382068" y="997649"/>
                    <a:pt x="549327" y="1174718"/>
                    <a:pt x="549327" y="131787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1"/>
            <p:cNvSpPr/>
            <p:nvPr/>
          </p:nvSpPr>
          <p:spPr>
            <a:xfrm>
              <a:off x="7031572" y="3397978"/>
              <a:ext cx="1230867" cy="1170146"/>
            </a:xfrm>
            <a:custGeom>
              <a:rect b="b" l="l" r="r" t="t"/>
              <a:pathLst>
                <a:path extrusionOk="0" h="1200150" w="1262428">
                  <a:moveTo>
                    <a:pt x="53611" y="740283"/>
                  </a:moveTo>
                  <a:cubicBezTo>
                    <a:pt x="5986" y="548926"/>
                    <a:pt x="-35162" y="383762"/>
                    <a:pt x="46657" y="249936"/>
                  </a:cubicBezTo>
                  <a:cubicBezTo>
                    <a:pt x="127525" y="117634"/>
                    <a:pt x="300499" y="103632"/>
                    <a:pt x="519574" y="85820"/>
                  </a:cubicBezTo>
                  <a:cubicBezTo>
                    <a:pt x="618539" y="77819"/>
                    <a:pt x="720837" y="69533"/>
                    <a:pt x="803990" y="50483"/>
                  </a:cubicBezTo>
                  <a:cubicBezTo>
                    <a:pt x="889430" y="30956"/>
                    <a:pt x="912956" y="8858"/>
                    <a:pt x="916576" y="4858"/>
                  </a:cubicBezTo>
                  <a:cubicBezTo>
                    <a:pt x="916671" y="4001"/>
                    <a:pt x="916862" y="2381"/>
                    <a:pt x="916862" y="0"/>
                  </a:cubicBezTo>
                  <a:lnTo>
                    <a:pt x="1262429" y="0"/>
                  </a:lnTo>
                  <a:cubicBezTo>
                    <a:pt x="1262429" y="99346"/>
                    <a:pt x="1223281" y="278892"/>
                    <a:pt x="961153" y="365188"/>
                  </a:cubicBezTo>
                  <a:cubicBezTo>
                    <a:pt x="834375" y="406908"/>
                    <a:pt x="681975" y="419290"/>
                    <a:pt x="547482" y="430244"/>
                  </a:cubicBezTo>
                  <a:cubicBezTo>
                    <a:pt x="488522" y="435007"/>
                    <a:pt x="399083" y="442246"/>
                    <a:pt x="345933" y="452533"/>
                  </a:cubicBezTo>
                  <a:cubicBezTo>
                    <a:pt x="350696" y="503492"/>
                    <a:pt x="372222" y="589883"/>
                    <a:pt x="388891" y="656844"/>
                  </a:cubicBezTo>
                  <a:cubicBezTo>
                    <a:pt x="426324" y="807244"/>
                    <a:pt x="472901" y="994410"/>
                    <a:pt x="472901" y="1200150"/>
                  </a:cubicBezTo>
                  <a:lnTo>
                    <a:pt x="127334" y="1200150"/>
                  </a:lnTo>
                  <a:cubicBezTo>
                    <a:pt x="127334" y="1036796"/>
                    <a:pt x="88091" y="879348"/>
                    <a:pt x="53516" y="740283"/>
                  </a:cubicBezTo>
                  <a:close/>
                  <a:moveTo>
                    <a:pt x="346314" y="419481"/>
                  </a:moveTo>
                  <a:lnTo>
                    <a:pt x="346314" y="4194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41"/>
            <p:cNvSpPr/>
            <p:nvPr/>
          </p:nvSpPr>
          <p:spPr>
            <a:xfrm>
              <a:off x="7197309" y="3402621"/>
              <a:ext cx="797837" cy="1197357"/>
            </a:xfrm>
            <a:custGeom>
              <a:rect b="b" l="l" r="r" t="t"/>
              <a:pathLst>
                <a:path extrusionOk="0" h="1228058" w="818294">
                  <a:moveTo>
                    <a:pt x="111825" y="1228058"/>
                  </a:moveTo>
                  <a:cubicBezTo>
                    <a:pt x="114683" y="995267"/>
                    <a:pt x="117921" y="731425"/>
                    <a:pt x="22862" y="499872"/>
                  </a:cubicBezTo>
                  <a:cubicBezTo>
                    <a:pt x="18290" y="488633"/>
                    <a:pt x="21814" y="475774"/>
                    <a:pt x="31434" y="469392"/>
                  </a:cubicBezTo>
                  <a:cubicBezTo>
                    <a:pt x="38768" y="464439"/>
                    <a:pt x="44197" y="457010"/>
                    <a:pt x="46293" y="448913"/>
                  </a:cubicBezTo>
                  <a:cubicBezTo>
                    <a:pt x="50008" y="434340"/>
                    <a:pt x="46103" y="417862"/>
                    <a:pt x="34292" y="398526"/>
                  </a:cubicBezTo>
                  <a:cubicBezTo>
                    <a:pt x="32196" y="395002"/>
                    <a:pt x="29910" y="391573"/>
                    <a:pt x="27624" y="388144"/>
                  </a:cubicBezTo>
                  <a:cubicBezTo>
                    <a:pt x="20671" y="377571"/>
                    <a:pt x="14194" y="367570"/>
                    <a:pt x="10955" y="356140"/>
                  </a:cubicBezTo>
                  <a:cubicBezTo>
                    <a:pt x="1621" y="323088"/>
                    <a:pt x="24195" y="288798"/>
                    <a:pt x="51341" y="272034"/>
                  </a:cubicBezTo>
                  <a:cubicBezTo>
                    <a:pt x="79821" y="254508"/>
                    <a:pt x="114683" y="249746"/>
                    <a:pt x="150973" y="246126"/>
                  </a:cubicBezTo>
                  <a:cubicBezTo>
                    <a:pt x="183358" y="242888"/>
                    <a:pt x="216505" y="240125"/>
                    <a:pt x="248509" y="237363"/>
                  </a:cubicBezTo>
                  <a:cubicBezTo>
                    <a:pt x="371477" y="226981"/>
                    <a:pt x="498540" y="216122"/>
                    <a:pt x="618079" y="178879"/>
                  </a:cubicBezTo>
                  <a:cubicBezTo>
                    <a:pt x="673229" y="161639"/>
                    <a:pt x="711995" y="142970"/>
                    <a:pt x="743713" y="118301"/>
                  </a:cubicBezTo>
                  <a:cubicBezTo>
                    <a:pt x="784766" y="86487"/>
                    <a:pt x="811246" y="44958"/>
                    <a:pt x="818294" y="1429"/>
                  </a:cubicBezTo>
                  <a:lnTo>
                    <a:pt x="809627" y="0"/>
                  </a:lnTo>
                  <a:cubicBezTo>
                    <a:pt x="802864" y="41338"/>
                    <a:pt x="777527" y="80867"/>
                    <a:pt x="738284" y="111347"/>
                  </a:cubicBezTo>
                  <a:cubicBezTo>
                    <a:pt x="707423" y="135350"/>
                    <a:pt x="669514" y="153543"/>
                    <a:pt x="615412" y="170497"/>
                  </a:cubicBezTo>
                  <a:cubicBezTo>
                    <a:pt x="496826" y="207550"/>
                    <a:pt x="370143" y="218218"/>
                    <a:pt x="247652" y="228600"/>
                  </a:cubicBezTo>
                  <a:cubicBezTo>
                    <a:pt x="215647" y="231267"/>
                    <a:pt x="182501" y="234125"/>
                    <a:pt x="150020" y="237363"/>
                  </a:cubicBezTo>
                  <a:cubicBezTo>
                    <a:pt x="112778" y="241078"/>
                    <a:pt x="76773" y="245936"/>
                    <a:pt x="46674" y="264509"/>
                  </a:cubicBezTo>
                  <a:cubicBezTo>
                    <a:pt x="16766" y="282988"/>
                    <a:pt x="-8095" y="321183"/>
                    <a:pt x="2478" y="358426"/>
                  </a:cubicBezTo>
                  <a:cubicBezTo>
                    <a:pt x="6097" y="371094"/>
                    <a:pt x="13241" y="382143"/>
                    <a:pt x="20195" y="392811"/>
                  </a:cubicBezTo>
                  <a:cubicBezTo>
                    <a:pt x="22385" y="396145"/>
                    <a:pt x="24576" y="399574"/>
                    <a:pt x="26671" y="403003"/>
                  </a:cubicBezTo>
                  <a:cubicBezTo>
                    <a:pt x="37149" y="420148"/>
                    <a:pt x="40769" y="434435"/>
                    <a:pt x="37625" y="446627"/>
                  </a:cubicBezTo>
                  <a:cubicBezTo>
                    <a:pt x="36101" y="452533"/>
                    <a:pt x="31910" y="458248"/>
                    <a:pt x="26386" y="461963"/>
                  </a:cubicBezTo>
                  <a:cubicBezTo>
                    <a:pt x="13337" y="470726"/>
                    <a:pt x="8384" y="487966"/>
                    <a:pt x="14575" y="503111"/>
                  </a:cubicBezTo>
                  <a:cubicBezTo>
                    <a:pt x="108872" y="733044"/>
                    <a:pt x="105729" y="995934"/>
                    <a:pt x="102871" y="1227868"/>
                  </a:cubicBezTo>
                  <a:lnTo>
                    <a:pt x="111635" y="12278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1"/>
            <p:cNvSpPr/>
            <p:nvPr/>
          </p:nvSpPr>
          <p:spPr>
            <a:xfrm>
              <a:off x="7363409" y="3818420"/>
              <a:ext cx="132109" cy="403166"/>
            </a:xfrm>
            <a:custGeom>
              <a:rect b="b" l="l" r="r" t="t"/>
              <a:pathLst>
                <a:path extrusionOk="0" h="413504" w="135496">
                  <a:moveTo>
                    <a:pt x="91277" y="413504"/>
                  </a:moveTo>
                  <a:cubicBezTo>
                    <a:pt x="88705" y="413504"/>
                    <a:pt x="86324" y="411695"/>
                    <a:pt x="85752" y="409028"/>
                  </a:cubicBezTo>
                  <a:cubicBezTo>
                    <a:pt x="72131" y="343781"/>
                    <a:pt x="56701" y="281678"/>
                    <a:pt x="43080" y="226910"/>
                  </a:cubicBezTo>
                  <a:cubicBezTo>
                    <a:pt x="26030" y="158425"/>
                    <a:pt x="4790" y="73271"/>
                    <a:pt x="27" y="21741"/>
                  </a:cubicBezTo>
                  <a:cubicBezTo>
                    <a:pt x="-259" y="18884"/>
                    <a:pt x="1742" y="16217"/>
                    <a:pt x="4599" y="15740"/>
                  </a:cubicBezTo>
                  <a:cubicBezTo>
                    <a:pt x="32507" y="10406"/>
                    <a:pt x="73370" y="5168"/>
                    <a:pt x="129377" y="24"/>
                  </a:cubicBezTo>
                  <a:cubicBezTo>
                    <a:pt x="132425" y="-262"/>
                    <a:pt x="135187" y="2024"/>
                    <a:pt x="135473" y="5072"/>
                  </a:cubicBezTo>
                  <a:cubicBezTo>
                    <a:pt x="135758" y="8120"/>
                    <a:pt x="133472" y="10883"/>
                    <a:pt x="130424" y="11169"/>
                  </a:cubicBezTo>
                  <a:cubicBezTo>
                    <a:pt x="78037" y="16026"/>
                    <a:pt x="39175" y="20884"/>
                    <a:pt x="11743" y="25837"/>
                  </a:cubicBezTo>
                  <a:cubicBezTo>
                    <a:pt x="17363" y="77081"/>
                    <a:pt x="38508" y="161854"/>
                    <a:pt x="54034" y="224243"/>
                  </a:cubicBezTo>
                  <a:cubicBezTo>
                    <a:pt x="67655" y="279107"/>
                    <a:pt x="83181" y="341305"/>
                    <a:pt x="96801" y="406742"/>
                  </a:cubicBezTo>
                  <a:cubicBezTo>
                    <a:pt x="97468" y="409790"/>
                    <a:pt x="95468" y="412743"/>
                    <a:pt x="92420" y="413409"/>
                  </a:cubicBezTo>
                  <a:cubicBezTo>
                    <a:pt x="92039" y="413409"/>
                    <a:pt x="91658" y="413504"/>
                    <a:pt x="91277" y="4135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1"/>
            <p:cNvSpPr/>
            <p:nvPr/>
          </p:nvSpPr>
          <p:spPr>
            <a:xfrm>
              <a:off x="7174466" y="3481880"/>
              <a:ext cx="256826" cy="72665"/>
            </a:xfrm>
            <a:custGeom>
              <a:rect b="b" l="l" r="r" t="t"/>
              <a:pathLst>
                <a:path extrusionOk="0" h="74528" w="263411">
                  <a:moveTo>
                    <a:pt x="5622" y="74529"/>
                  </a:moveTo>
                  <a:cubicBezTo>
                    <a:pt x="3431" y="74529"/>
                    <a:pt x="1431" y="73290"/>
                    <a:pt x="479" y="71195"/>
                  </a:cubicBezTo>
                  <a:cubicBezTo>
                    <a:pt x="-760" y="68337"/>
                    <a:pt x="479" y="65004"/>
                    <a:pt x="3336" y="63765"/>
                  </a:cubicBezTo>
                  <a:cubicBezTo>
                    <a:pt x="106206" y="18045"/>
                    <a:pt x="255654" y="233"/>
                    <a:pt x="257178" y="43"/>
                  </a:cubicBezTo>
                  <a:cubicBezTo>
                    <a:pt x="260130" y="-338"/>
                    <a:pt x="263083" y="1853"/>
                    <a:pt x="263369" y="4996"/>
                  </a:cubicBezTo>
                  <a:cubicBezTo>
                    <a:pt x="263750" y="8044"/>
                    <a:pt x="261559" y="10901"/>
                    <a:pt x="258416" y="11187"/>
                  </a:cubicBezTo>
                  <a:cubicBezTo>
                    <a:pt x="256892" y="11378"/>
                    <a:pt x="109159" y="28999"/>
                    <a:pt x="7908" y="74052"/>
                  </a:cubicBezTo>
                  <a:cubicBezTo>
                    <a:pt x="7146" y="74338"/>
                    <a:pt x="6384" y="74529"/>
                    <a:pt x="5622" y="74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1"/>
            <p:cNvSpPr/>
            <p:nvPr/>
          </p:nvSpPr>
          <p:spPr>
            <a:xfrm>
              <a:off x="7752608" y="2657695"/>
              <a:ext cx="561205" cy="780424"/>
            </a:xfrm>
            <a:custGeom>
              <a:rect b="b" l="l" r="r" t="t"/>
              <a:pathLst>
                <a:path extrusionOk="0" h="800435" w="575595">
                  <a:moveTo>
                    <a:pt x="95" y="737437"/>
                  </a:moveTo>
                  <a:cubicBezTo>
                    <a:pt x="184500" y="856689"/>
                    <a:pt x="522827" y="770012"/>
                    <a:pt x="522827" y="770012"/>
                  </a:cubicBezTo>
                  <a:cubicBezTo>
                    <a:pt x="522827" y="770012"/>
                    <a:pt x="571595" y="593800"/>
                    <a:pt x="575405" y="410062"/>
                  </a:cubicBezTo>
                  <a:cubicBezTo>
                    <a:pt x="575501" y="405681"/>
                    <a:pt x="575596" y="401299"/>
                    <a:pt x="575596" y="396918"/>
                  </a:cubicBezTo>
                  <a:cubicBezTo>
                    <a:pt x="575596" y="384821"/>
                    <a:pt x="575596" y="372629"/>
                    <a:pt x="575310" y="360532"/>
                  </a:cubicBezTo>
                  <a:cubicBezTo>
                    <a:pt x="575215" y="356151"/>
                    <a:pt x="575025" y="351864"/>
                    <a:pt x="574834" y="347483"/>
                  </a:cubicBezTo>
                  <a:cubicBezTo>
                    <a:pt x="568547" y="196417"/>
                    <a:pt x="524447" y="53351"/>
                    <a:pt x="389954" y="13155"/>
                  </a:cubicBezTo>
                  <a:cubicBezTo>
                    <a:pt x="132207" y="-63807"/>
                    <a:pt x="55912" y="222039"/>
                    <a:pt x="55912" y="222039"/>
                  </a:cubicBezTo>
                  <a:cubicBezTo>
                    <a:pt x="59627" y="256710"/>
                    <a:pt x="60960" y="292714"/>
                    <a:pt x="60579" y="328719"/>
                  </a:cubicBezTo>
                  <a:cubicBezTo>
                    <a:pt x="60579" y="333100"/>
                    <a:pt x="60484" y="337482"/>
                    <a:pt x="60388" y="341863"/>
                  </a:cubicBezTo>
                  <a:cubicBezTo>
                    <a:pt x="60008" y="356913"/>
                    <a:pt x="59341" y="371867"/>
                    <a:pt x="58484" y="386821"/>
                  </a:cubicBezTo>
                  <a:cubicBezTo>
                    <a:pt x="58198" y="391203"/>
                    <a:pt x="57912" y="395584"/>
                    <a:pt x="57626" y="399871"/>
                  </a:cubicBezTo>
                  <a:cubicBezTo>
                    <a:pt x="45434" y="577226"/>
                    <a:pt x="0" y="737341"/>
                    <a:pt x="0" y="7373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1"/>
            <p:cNvSpPr/>
            <p:nvPr/>
          </p:nvSpPr>
          <p:spPr>
            <a:xfrm>
              <a:off x="8199817" y="3044649"/>
              <a:ext cx="113949" cy="21267"/>
            </a:xfrm>
            <a:custGeom>
              <a:rect b="b" l="l" r="r" t="t"/>
              <a:pathLst>
                <a:path extrusionOk="0" h="21812" w="116871">
                  <a:moveTo>
                    <a:pt x="7239" y="8382"/>
                  </a:moveTo>
                  <a:cubicBezTo>
                    <a:pt x="19241" y="7811"/>
                    <a:pt x="31147" y="7144"/>
                    <a:pt x="43148" y="6287"/>
                  </a:cubicBezTo>
                  <a:cubicBezTo>
                    <a:pt x="67723" y="4667"/>
                    <a:pt x="92393" y="2572"/>
                    <a:pt x="116872" y="0"/>
                  </a:cubicBezTo>
                  <a:cubicBezTo>
                    <a:pt x="116872" y="4382"/>
                    <a:pt x="116872" y="8763"/>
                    <a:pt x="116681" y="13145"/>
                  </a:cubicBezTo>
                  <a:cubicBezTo>
                    <a:pt x="77914" y="17050"/>
                    <a:pt x="38957" y="19907"/>
                    <a:pt x="0" y="21812"/>
                  </a:cubicBezTo>
                  <a:cubicBezTo>
                    <a:pt x="2667" y="17621"/>
                    <a:pt x="5048" y="13145"/>
                    <a:pt x="7239" y="83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7808881" y="3034899"/>
              <a:ext cx="139210" cy="27210"/>
            </a:xfrm>
            <a:custGeom>
              <a:rect b="b" l="l" r="r" t="t"/>
              <a:pathLst>
                <a:path extrusionOk="0" h="27908" w="142779">
                  <a:moveTo>
                    <a:pt x="858" y="0"/>
                  </a:moveTo>
                  <a:cubicBezTo>
                    <a:pt x="48006" y="6667"/>
                    <a:pt x="95345" y="11716"/>
                    <a:pt x="142780" y="15240"/>
                  </a:cubicBezTo>
                  <a:cubicBezTo>
                    <a:pt x="140589" y="19431"/>
                    <a:pt x="138398" y="23717"/>
                    <a:pt x="136112" y="27908"/>
                  </a:cubicBezTo>
                  <a:cubicBezTo>
                    <a:pt x="97536" y="24955"/>
                    <a:pt x="59055" y="20955"/>
                    <a:pt x="20669" y="16002"/>
                  </a:cubicBezTo>
                  <a:cubicBezTo>
                    <a:pt x="13716" y="15050"/>
                    <a:pt x="6858" y="14192"/>
                    <a:pt x="0" y="13240"/>
                  </a:cubicBezTo>
                  <a:cubicBezTo>
                    <a:pt x="381" y="8953"/>
                    <a:pt x="572" y="4572"/>
                    <a:pt x="858" y="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41"/>
            <p:cNvSpPr/>
            <p:nvPr/>
          </p:nvSpPr>
          <p:spPr>
            <a:xfrm>
              <a:off x="8223496" y="2996362"/>
              <a:ext cx="89990" cy="18295"/>
            </a:xfrm>
            <a:custGeom>
              <a:rect b="b" l="l" r="r" t="t"/>
              <a:pathLst>
                <a:path extrusionOk="0" h="18764" w="92297">
                  <a:moveTo>
                    <a:pt x="1714" y="12763"/>
                  </a:moveTo>
                  <a:cubicBezTo>
                    <a:pt x="1905" y="11811"/>
                    <a:pt x="2096" y="10763"/>
                    <a:pt x="2191" y="9811"/>
                  </a:cubicBezTo>
                  <a:cubicBezTo>
                    <a:pt x="2572" y="9239"/>
                    <a:pt x="2953" y="8763"/>
                    <a:pt x="3238" y="8192"/>
                  </a:cubicBezTo>
                  <a:cubicBezTo>
                    <a:pt x="3810" y="7334"/>
                    <a:pt x="4381" y="6477"/>
                    <a:pt x="4763" y="5525"/>
                  </a:cubicBezTo>
                  <a:cubicBezTo>
                    <a:pt x="21717" y="4763"/>
                    <a:pt x="38671" y="3905"/>
                    <a:pt x="55721" y="2762"/>
                  </a:cubicBezTo>
                  <a:cubicBezTo>
                    <a:pt x="67723" y="2000"/>
                    <a:pt x="79819" y="1048"/>
                    <a:pt x="91821" y="0"/>
                  </a:cubicBezTo>
                  <a:cubicBezTo>
                    <a:pt x="92012" y="4382"/>
                    <a:pt x="92107" y="8668"/>
                    <a:pt x="92297" y="13049"/>
                  </a:cubicBezTo>
                  <a:cubicBezTo>
                    <a:pt x="61627" y="15621"/>
                    <a:pt x="30861" y="17526"/>
                    <a:pt x="0" y="18764"/>
                  </a:cubicBezTo>
                  <a:cubicBezTo>
                    <a:pt x="667" y="16764"/>
                    <a:pt x="1238" y="14669"/>
                    <a:pt x="1714" y="125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41"/>
            <p:cNvSpPr/>
            <p:nvPr/>
          </p:nvSpPr>
          <p:spPr>
            <a:xfrm>
              <a:off x="7811573" y="2978255"/>
              <a:ext cx="163263" cy="31482"/>
            </a:xfrm>
            <a:custGeom>
              <a:rect b="b" l="l" r="r" t="t"/>
              <a:pathLst>
                <a:path extrusionOk="0" h="32289" w="167449">
                  <a:moveTo>
                    <a:pt x="191" y="0"/>
                  </a:moveTo>
                  <a:cubicBezTo>
                    <a:pt x="55626" y="8763"/>
                    <a:pt x="111443" y="15335"/>
                    <a:pt x="167450" y="19717"/>
                  </a:cubicBezTo>
                  <a:cubicBezTo>
                    <a:pt x="165354" y="23908"/>
                    <a:pt x="163259" y="28099"/>
                    <a:pt x="161068" y="32290"/>
                  </a:cubicBezTo>
                  <a:cubicBezTo>
                    <a:pt x="125539" y="29432"/>
                    <a:pt x="90106" y="25717"/>
                    <a:pt x="54864" y="21050"/>
                  </a:cubicBezTo>
                  <a:cubicBezTo>
                    <a:pt x="36481" y="18669"/>
                    <a:pt x="18288" y="16002"/>
                    <a:pt x="0" y="13145"/>
                  </a:cubicBezTo>
                  <a:cubicBezTo>
                    <a:pt x="0" y="8763"/>
                    <a:pt x="191" y="4382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41"/>
            <p:cNvSpPr/>
            <p:nvPr/>
          </p:nvSpPr>
          <p:spPr>
            <a:xfrm>
              <a:off x="7803471" y="2751647"/>
              <a:ext cx="59768" cy="306869"/>
            </a:xfrm>
            <a:custGeom>
              <a:rect b="b" l="l" r="r" t="t"/>
              <a:pathLst>
                <a:path extrusionOk="0" h="314737" w="61301">
                  <a:moveTo>
                    <a:pt x="5644" y="314547"/>
                  </a:moveTo>
                  <a:cubicBezTo>
                    <a:pt x="5644" y="314547"/>
                    <a:pt x="5263" y="314547"/>
                    <a:pt x="5072" y="314547"/>
                  </a:cubicBezTo>
                  <a:cubicBezTo>
                    <a:pt x="2024" y="314261"/>
                    <a:pt x="-262" y="311499"/>
                    <a:pt x="24" y="308356"/>
                  </a:cubicBezTo>
                  <a:cubicBezTo>
                    <a:pt x="3358" y="275685"/>
                    <a:pt x="5644" y="245301"/>
                    <a:pt x="7835" y="215964"/>
                  </a:cubicBezTo>
                  <a:cubicBezTo>
                    <a:pt x="14502" y="126524"/>
                    <a:pt x="19836" y="55848"/>
                    <a:pt x="50792" y="2794"/>
                  </a:cubicBezTo>
                  <a:cubicBezTo>
                    <a:pt x="52316" y="127"/>
                    <a:pt x="55745" y="-826"/>
                    <a:pt x="58508" y="794"/>
                  </a:cubicBezTo>
                  <a:cubicBezTo>
                    <a:pt x="61175" y="2318"/>
                    <a:pt x="62127" y="5747"/>
                    <a:pt x="60508" y="8509"/>
                  </a:cubicBezTo>
                  <a:cubicBezTo>
                    <a:pt x="30790" y="59277"/>
                    <a:pt x="25646" y="128810"/>
                    <a:pt x="19074" y="216916"/>
                  </a:cubicBezTo>
                  <a:cubicBezTo>
                    <a:pt x="16883" y="246348"/>
                    <a:pt x="14597" y="276828"/>
                    <a:pt x="11169" y="309690"/>
                  </a:cubicBezTo>
                  <a:cubicBezTo>
                    <a:pt x="10883" y="312547"/>
                    <a:pt x="8406" y="314738"/>
                    <a:pt x="5644" y="314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1"/>
            <p:cNvSpPr/>
            <p:nvPr/>
          </p:nvSpPr>
          <p:spPr>
            <a:xfrm>
              <a:off x="7965961" y="2844593"/>
              <a:ext cx="56538" cy="158285"/>
            </a:xfrm>
            <a:custGeom>
              <a:rect b="b" l="l" r="r" t="t"/>
              <a:pathLst>
                <a:path extrusionOk="0" h="162344" w="57988">
                  <a:moveTo>
                    <a:pt x="5563" y="162344"/>
                  </a:moveTo>
                  <a:cubicBezTo>
                    <a:pt x="4991" y="162344"/>
                    <a:pt x="4420" y="162344"/>
                    <a:pt x="3944" y="162059"/>
                  </a:cubicBezTo>
                  <a:cubicBezTo>
                    <a:pt x="991" y="161106"/>
                    <a:pt x="-628" y="157963"/>
                    <a:pt x="229" y="155010"/>
                  </a:cubicBezTo>
                  <a:lnTo>
                    <a:pt x="46997" y="3944"/>
                  </a:lnTo>
                  <a:cubicBezTo>
                    <a:pt x="47949" y="991"/>
                    <a:pt x="50997" y="-628"/>
                    <a:pt x="54045" y="229"/>
                  </a:cubicBezTo>
                  <a:cubicBezTo>
                    <a:pt x="56998" y="1181"/>
                    <a:pt x="58617" y="4325"/>
                    <a:pt x="57760" y="7277"/>
                  </a:cubicBezTo>
                  <a:lnTo>
                    <a:pt x="10992" y="158344"/>
                  </a:lnTo>
                  <a:cubicBezTo>
                    <a:pt x="10230" y="160725"/>
                    <a:pt x="8039" y="162344"/>
                    <a:pt x="5658" y="1623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8190657" y="2895797"/>
              <a:ext cx="64881" cy="184343"/>
            </a:xfrm>
            <a:custGeom>
              <a:rect b="b" l="l" r="r" t="t"/>
              <a:pathLst>
                <a:path extrusionOk="0" h="189070" w="66545">
                  <a:moveTo>
                    <a:pt x="5587" y="188975"/>
                  </a:moveTo>
                  <a:cubicBezTo>
                    <a:pt x="4825" y="188975"/>
                    <a:pt x="3967" y="188784"/>
                    <a:pt x="3206" y="188403"/>
                  </a:cubicBezTo>
                  <a:cubicBezTo>
                    <a:pt x="443" y="187070"/>
                    <a:pt x="-795" y="183736"/>
                    <a:pt x="539" y="180974"/>
                  </a:cubicBezTo>
                  <a:cubicBezTo>
                    <a:pt x="26828" y="124967"/>
                    <a:pt x="45211" y="65626"/>
                    <a:pt x="55403" y="4666"/>
                  </a:cubicBezTo>
                  <a:cubicBezTo>
                    <a:pt x="55879" y="1618"/>
                    <a:pt x="58736" y="-477"/>
                    <a:pt x="61880" y="94"/>
                  </a:cubicBezTo>
                  <a:cubicBezTo>
                    <a:pt x="64928" y="570"/>
                    <a:pt x="67023" y="3523"/>
                    <a:pt x="66452" y="6571"/>
                  </a:cubicBezTo>
                  <a:cubicBezTo>
                    <a:pt x="56165" y="68579"/>
                    <a:pt x="37400" y="128872"/>
                    <a:pt x="10730" y="185832"/>
                  </a:cubicBezTo>
                  <a:cubicBezTo>
                    <a:pt x="9778" y="187832"/>
                    <a:pt x="7778" y="189070"/>
                    <a:pt x="5682" y="1890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7208293" y="3315450"/>
              <a:ext cx="169265" cy="118466"/>
            </a:xfrm>
            <a:custGeom>
              <a:rect b="b" l="l" r="r" t="t"/>
              <a:pathLst>
                <a:path extrusionOk="0" h="121504" w="173605">
                  <a:moveTo>
                    <a:pt x="6547" y="60269"/>
                  </a:moveTo>
                  <a:cubicBezTo>
                    <a:pt x="15120" y="69794"/>
                    <a:pt x="29503" y="71604"/>
                    <a:pt x="40266" y="64079"/>
                  </a:cubicBezTo>
                  <a:cubicBezTo>
                    <a:pt x="58173" y="51506"/>
                    <a:pt x="78842" y="47601"/>
                    <a:pt x="94177" y="53983"/>
                  </a:cubicBezTo>
                  <a:cubicBezTo>
                    <a:pt x="112751" y="61698"/>
                    <a:pt x="120085" y="83415"/>
                    <a:pt x="122943" y="100274"/>
                  </a:cubicBezTo>
                  <a:cubicBezTo>
                    <a:pt x="125324" y="114181"/>
                    <a:pt x="138469" y="123515"/>
                    <a:pt x="152375" y="121134"/>
                  </a:cubicBezTo>
                  <a:cubicBezTo>
                    <a:pt x="166281" y="118753"/>
                    <a:pt x="175616" y="105608"/>
                    <a:pt x="173235" y="91702"/>
                  </a:cubicBezTo>
                  <a:cubicBezTo>
                    <a:pt x="166186" y="49982"/>
                    <a:pt x="145041" y="19883"/>
                    <a:pt x="113799" y="6834"/>
                  </a:cubicBezTo>
                  <a:cubicBezTo>
                    <a:pt x="82462" y="-6215"/>
                    <a:pt x="43028" y="-310"/>
                    <a:pt x="10834" y="22264"/>
                  </a:cubicBezTo>
                  <a:cubicBezTo>
                    <a:pt x="-692" y="30361"/>
                    <a:pt x="-3454" y="46267"/>
                    <a:pt x="4643" y="57888"/>
                  </a:cubicBezTo>
                  <a:cubicBezTo>
                    <a:pt x="5214" y="58745"/>
                    <a:pt x="5881" y="59507"/>
                    <a:pt x="6547" y="6026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7202535" y="3270506"/>
              <a:ext cx="169172" cy="118466"/>
            </a:xfrm>
            <a:custGeom>
              <a:rect b="b" l="l" r="r" t="t"/>
              <a:pathLst>
                <a:path extrusionOk="0" h="121504" w="173510">
                  <a:moveTo>
                    <a:pt x="6452" y="60269"/>
                  </a:moveTo>
                  <a:cubicBezTo>
                    <a:pt x="14929" y="69794"/>
                    <a:pt x="29407" y="71604"/>
                    <a:pt x="40171" y="64079"/>
                  </a:cubicBezTo>
                  <a:cubicBezTo>
                    <a:pt x="58078" y="51506"/>
                    <a:pt x="78747" y="47601"/>
                    <a:pt x="94082" y="53983"/>
                  </a:cubicBezTo>
                  <a:cubicBezTo>
                    <a:pt x="112656" y="61698"/>
                    <a:pt x="119990" y="83415"/>
                    <a:pt x="122848" y="100274"/>
                  </a:cubicBezTo>
                  <a:cubicBezTo>
                    <a:pt x="125229" y="114181"/>
                    <a:pt x="138373" y="123515"/>
                    <a:pt x="152280" y="121134"/>
                  </a:cubicBezTo>
                  <a:cubicBezTo>
                    <a:pt x="166187" y="118753"/>
                    <a:pt x="175521" y="105608"/>
                    <a:pt x="173140" y="91702"/>
                  </a:cubicBezTo>
                  <a:cubicBezTo>
                    <a:pt x="165996" y="49982"/>
                    <a:pt x="144946" y="19883"/>
                    <a:pt x="113704" y="6834"/>
                  </a:cubicBezTo>
                  <a:cubicBezTo>
                    <a:pt x="82366" y="-6215"/>
                    <a:pt x="42933" y="-310"/>
                    <a:pt x="10834" y="22264"/>
                  </a:cubicBezTo>
                  <a:cubicBezTo>
                    <a:pt x="-692" y="30361"/>
                    <a:pt x="-3454" y="46267"/>
                    <a:pt x="4642" y="57888"/>
                  </a:cubicBezTo>
                  <a:cubicBezTo>
                    <a:pt x="5214" y="58745"/>
                    <a:pt x="5881" y="59507"/>
                    <a:pt x="6547" y="6026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7196686" y="3225655"/>
              <a:ext cx="169265" cy="118466"/>
            </a:xfrm>
            <a:custGeom>
              <a:rect b="b" l="l" r="r" t="t"/>
              <a:pathLst>
                <a:path extrusionOk="0" h="121504" w="173605">
                  <a:moveTo>
                    <a:pt x="6547" y="60269"/>
                  </a:moveTo>
                  <a:cubicBezTo>
                    <a:pt x="15025" y="69794"/>
                    <a:pt x="29503" y="71604"/>
                    <a:pt x="40266" y="64079"/>
                  </a:cubicBezTo>
                  <a:cubicBezTo>
                    <a:pt x="58173" y="51506"/>
                    <a:pt x="78842" y="47601"/>
                    <a:pt x="94177" y="53983"/>
                  </a:cubicBezTo>
                  <a:cubicBezTo>
                    <a:pt x="112751" y="61698"/>
                    <a:pt x="120085" y="83415"/>
                    <a:pt x="122943" y="100274"/>
                  </a:cubicBezTo>
                  <a:cubicBezTo>
                    <a:pt x="125324" y="114181"/>
                    <a:pt x="138469" y="123515"/>
                    <a:pt x="152375" y="121134"/>
                  </a:cubicBezTo>
                  <a:cubicBezTo>
                    <a:pt x="166281" y="118753"/>
                    <a:pt x="175616" y="105608"/>
                    <a:pt x="173235" y="91702"/>
                  </a:cubicBezTo>
                  <a:cubicBezTo>
                    <a:pt x="166186" y="49982"/>
                    <a:pt x="145041" y="19883"/>
                    <a:pt x="113799" y="6834"/>
                  </a:cubicBezTo>
                  <a:cubicBezTo>
                    <a:pt x="82462" y="-6215"/>
                    <a:pt x="43028" y="-310"/>
                    <a:pt x="10834" y="22264"/>
                  </a:cubicBezTo>
                  <a:cubicBezTo>
                    <a:pt x="-692" y="30361"/>
                    <a:pt x="-3454" y="46267"/>
                    <a:pt x="4643" y="57888"/>
                  </a:cubicBezTo>
                  <a:cubicBezTo>
                    <a:pt x="5214" y="58745"/>
                    <a:pt x="5881" y="59507"/>
                    <a:pt x="6547" y="6026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1"/>
            <p:cNvSpPr/>
            <p:nvPr/>
          </p:nvSpPr>
          <p:spPr>
            <a:xfrm>
              <a:off x="7190835" y="3180803"/>
              <a:ext cx="169172" cy="118466"/>
            </a:xfrm>
            <a:custGeom>
              <a:rect b="b" l="l" r="r" t="t"/>
              <a:pathLst>
                <a:path extrusionOk="0" h="121504" w="173510">
                  <a:moveTo>
                    <a:pt x="6547" y="60269"/>
                  </a:moveTo>
                  <a:cubicBezTo>
                    <a:pt x="15025" y="69794"/>
                    <a:pt x="29503" y="71604"/>
                    <a:pt x="40266" y="64079"/>
                  </a:cubicBezTo>
                  <a:cubicBezTo>
                    <a:pt x="58173" y="51506"/>
                    <a:pt x="78842" y="47601"/>
                    <a:pt x="94177" y="53983"/>
                  </a:cubicBezTo>
                  <a:cubicBezTo>
                    <a:pt x="112751" y="61698"/>
                    <a:pt x="119990" y="83415"/>
                    <a:pt x="122848" y="100274"/>
                  </a:cubicBezTo>
                  <a:cubicBezTo>
                    <a:pt x="125229" y="114181"/>
                    <a:pt x="138373" y="123515"/>
                    <a:pt x="152280" y="121134"/>
                  </a:cubicBezTo>
                  <a:cubicBezTo>
                    <a:pt x="166186" y="118753"/>
                    <a:pt x="175521" y="105608"/>
                    <a:pt x="173140" y="91702"/>
                  </a:cubicBezTo>
                  <a:cubicBezTo>
                    <a:pt x="166091" y="49982"/>
                    <a:pt x="144945" y="19883"/>
                    <a:pt x="113704" y="6834"/>
                  </a:cubicBezTo>
                  <a:cubicBezTo>
                    <a:pt x="82366" y="-6215"/>
                    <a:pt x="42933" y="-310"/>
                    <a:pt x="10834" y="22264"/>
                  </a:cubicBezTo>
                  <a:cubicBezTo>
                    <a:pt x="-692" y="30361"/>
                    <a:pt x="-3454" y="46267"/>
                    <a:pt x="4642" y="57888"/>
                  </a:cubicBezTo>
                  <a:cubicBezTo>
                    <a:pt x="5214" y="58745"/>
                    <a:pt x="5881" y="59507"/>
                    <a:pt x="6547" y="60269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1"/>
            <p:cNvSpPr/>
            <p:nvPr/>
          </p:nvSpPr>
          <p:spPr>
            <a:xfrm>
              <a:off x="7326667" y="3217831"/>
              <a:ext cx="106053" cy="272590"/>
            </a:xfrm>
            <a:custGeom>
              <a:rect b="b" l="l" r="r" t="t"/>
              <a:pathLst>
                <a:path extrusionOk="0" h="279580" w="108772">
                  <a:moveTo>
                    <a:pt x="108677" y="279368"/>
                  </a:moveTo>
                  <a:cubicBezTo>
                    <a:pt x="31620" y="282607"/>
                    <a:pt x="2188" y="248603"/>
                    <a:pt x="187" y="193929"/>
                  </a:cubicBezTo>
                  <a:cubicBezTo>
                    <a:pt x="-1813" y="139255"/>
                    <a:pt x="12856" y="0"/>
                    <a:pt x="12856" y="0"/>
                  </a:cubicBezTo>
                  <a:cubicBezTo>
                    <a:pt x="54956" y="50959"/>
                    <a:pt x="107344" y="49625"/>
                    <a:pt x="107344" y="49625"/>
                  </a:cubicBezTo>
                  <a:lnTo>
                    <a:pt x="108772" y="279463"/>
                  </a:ln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1"/>
            <p:cNvSpPr/>
            <p:nvPr/>
          </p:nvSpPr>
          <p:spPr>
            <a:xfrm>
              <a:off x="7229362" y="3311612"/>
              <a:ext cx="119461" cy="44397"/>
            </a:xfrm>
            <a:custGeom>
              <a:rect b="b" l="l" r="r" t="t"/>
              <a:pathLst>
                <a:path extrusionOk="0" h="45535" w="122524">
                  <a:moveTo>
                    <a:pt x="116952" y="45536"/>
                  </a:moveTo>
                  <a:cubicBezTo>
                    <a:pt x="114952" y="45536"/>
                    <a:pt x="112952" y="44393"/>
                    <a:pt x="111999" y="42488"/>
                  </a:cubicBezTo>
                  <a:cubicBezTo>
                    <a:pt x="83424" y="-13043"/>
                    <a:pt x="11129" y="21152"/>
                    <a:pt x="8081" y="22581"/>
                  </a:cubicBezTo>
                  <a:cubicBezTo>
                    <a:pt x="5319" y="23914"/>
                    <a:pt x="1890" y="22771"/>
                    <a:pt x="557" y="20009"/>
                  </a:cubicBezTo>
                  <a:cubicBezTo>
                    <a:pt x="-777" y="17247"/>
                    <a:pt x="366" y="13818"/>
                    <a:pt x="3128" y="12484"/>
                  </a:cubicBezTo>
                  <a:cubicBezTo>
                    <a:pt x="3986" y="12103"/>
                    <a:pt x="88377" y="-27902"/>
                    <a:pt x="121905" y="37344"/>
                  </a:cubicBezTo>
                  <a:cubicBezTo>
                    <a:pt x="123334" y="40107"/>
                    <a:pt x="122191" y="43440"/>
                    <a:pt x="119524" y="44869"/>
                  </a:cubicBezTo>
                  <a:cubicBezTo>
                    <a:pt x="118667" y="45250"/>
                    <a:pt x="117809" y="45536"/>
                    <a:pt x="116952" y="455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1"/>
            <p:cNvSpPr/>
            <p:nvPr/>
          </p:nvSpPr>
          <p:spPr>
            <a:xfrm>
              <a:off x="7223140" y="3267134"/>
              <a:ext cx="119461" cy="44397"/>
            </a:xfrm>
            <a:custGeom>
              <a:rect b="b" l="l" r="r" t="t"/>
              <a:pathLst>
                <a:path extrusionOk="0" h="45535" w="122524">
                  <a:moveTo>
                    <a:pt x="116952" y="45536"/>
                  </a:moveTo>
                  <a:cubicBezTo>
                    <a:pt x="114952" y="45536"/>
                    <a:pt x="112951" y="44393"/>
                    <a:pt x="111999" y="42488"/>
                  </a:cubicBezTo>
                  <a:cubicBezTo>
                    <a:pt x="83519" y="-12948"/>
                    <a:pt x="11129" y="21152"/>
                    <a:pt x="8081" y="22581"/>
                  </a:cubicBezTo>
                  <a:cubicBezTo>
                    <a:pt x="5319" y="23914"/>
                    <a:pt x="1890" y="22771"/>
                    <a:pt x="556" y="20009"/>
                  </a:cubicBezTo>
                  <a:cubicBezTo>
                    <a:pt x="-777" y="17247"/>
                    <a:pt x="366" y="13913"/>
                    <a:pt x="3128" y="12484"/>
                  </a:cubicBezTo>
                  <a:cubicBezTo>
                    <a:pt x="3986" y="12103"/>
                    <a:pt x="88472" y="-27902"/>
                    <a:pt x="121905" y="37344"/>
                  </a:cubicBezTo>
                  <a:cubicBezTo>
                    <a:pt x="123334" y="40107"/>
                    <a:pt x="122191" y="43440"/>
                    <a:pt x="119524" y="44869"/>
                  </a:cubicBezTo>
                  <a:cubicBezTo>
                    <a:pt x="118666" y="45250"/>
                    <a:pt x="117809" y="45536"/>
                    <a:pt x="116952" y="455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1"/>
            <p:cNvSpPr/>
            <p:nvPr/>
          </p:nvSpPr>
          <p:spPr>
            <a:xfrm>
              <a:off x="7216919" y="3222599"/>
              <a:ext cx="119461" cy="44359"/>
            </a:xfrm>
            <a:custGeom>
              <a:rect b="b" l="l" r="r" t="t"/>
              <a:pathLst>
                <a:path extrusionOk="0" h="45496" w="122524">
                  <a:moveTo>
                    <a:pt x="116952" y="45497"/>
                  </a:moveTo>
                  <a:cubicBezTo>
                    <a:pt x="114952" y="45497"/>
                    <a:pt x="112952" y="44354"/>
                    <a:pt x="111999" y="42449"/>
                  </a:cubicBezTo>
                  <a:cubicBezTo>
                    <a:pt x="83519" y="-12987"/>
                    <a:pt x="11129" y="21113"/>
                    <a:pt x="8081" y="22542"/>
                  </a:cubicBezTo>
                  <a:cubicBezTo>
                    <a:pt x="5319" y="23875"/>
                    <a:pt x="1890" y="22732"/>
                    <a:pt x="557" y="19970"/>
                  </a:cubicBezTo>
                  <a:cubicBezTo>
                    <a:pt x="-777" y="17208"/>
                    <a:pt x="366" y="13874"/>
                    <a:pt x="3128" y="12445"/>
                  </a:cubicBezTo>
                  <a:cubicBezTo>
                    <a:pt x="3986" y="12064"/>
                    <a:pt x="88377" y="-27846"/>
                    <a:pt x="121905" y="37305"/>
                  </a:cubicBezTo>
                  <a:cubicBezTo>
                    <a:pt x="123334" y="40068"/>
                    <a:pt x="122191" y="43401"/>
                    <a:pt x="119524" y="44830"/>
                  </a:cubicBezTo>
                  <a:cubicBezTo>
                    <a:pt x="118667" y="45211"/>
                    <a:pt x="117809" y="45497"/>
                    <a:pt x="116952" y="454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1"/>
            <p:cNvSpPr/>
            <p:nvPr/>
          </p:nvSpPr>
          <p:spPr>
            <a:xfrm>
              <a:off x="7429830" y="3016449"/>
              <a:ext cx="758366" cy="474065"/>
            </a:xfrm>
            <a:custGeom>
              <a:rect b="b" l="l" r="r" t="t"/>
              <a:pathLst>
                <a:path extrusionOk="0" h="486221" w="777811">
                  <a:moveTo>
                    <a:pt x="0" y="255907"/>
                  </a:moveTo>
                  <a:lnTo>
                    <a:pt x="0" y="486221"/>
                  </a:lnTo>
                  <a:cubicBezTo>
                    <a:pt x="63627" y="486221"/>
                    <a:pt x="256984" y="486221"/>
                    <a:pt x="439960" y="401735"/>
                  </a:cubicBezTo>
                  <a:cubicBezTo>
                    <a:pt x="590359" y="332297"/>
                    <a:pt x="704850" y="219236"/>
                    <a:pt x="777812" y="69979"/>
                  </a:cubicBezTo>
                  <a:cubicBezTo>
                    <a:pt x="713518" y="23688"/>
                    <a:pt x="633984" y="-1458"/>
                    <a:pt x="554641" y="65"/>
                  </a:cubicBezTo>
                  <a:cubicBezTo>
                    <a:pt x="456057" y="171897"/>
                    <a:pt x="272987" y="255907"/>
                    <a:pt x="0" y="255907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1"/>
            <p:cNvSpPr/>
            <p:nvPr/>
          </p:nvSpPr>
          <p:spPr>
            <a:xfrm>
              <a:off x="7949251" y="2655949"/>
              <a:ext cx="212980" cy="128922"/>
            </a:xfrm>
            <a:custGeom>
              <a:rect b="b" l="l" r="r" t="t"/>
              <a:pathLst>
                <a:path extrusionOk="0" h="132228" w="218441">
                  <a:moveTo>
                    <a:pt x="218442" y="26376"/>
                  </a:moveTo>
                  <a:cubicBezTo>
                    <a:pt x="122144" y="150201"/>
                    <a:pt x="-49973" y="185920"/>
                    <a:pt x="13844" y="20756"/>
                  </a:cubicBezTo>
                  <a:cubicBezTo>
                    <a:pt x="99569" y="-17820"/>
                    <a:pt x="178532" y="5326"/>
                    <a:pt x="218442" y="26376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1"/>
            <p:cNvSpPr/>
            <p:nvPr/>
          </p:nvSpPr>
          <p:spPr>
            <a:xfrm>
              <a:off x="7849519" y="2332977"/>
              <a:ext cx="252534" cy="194273"/>
            </a:xfrm>
            <a:custGeom>
              <a:rect b="b" l="l" r="r" t="t"/>
              <a:pathLst>
                <a:path extrusionOk="0" h="199254" w="259009">
                  <a:moveTo>
                    <a:pt x="39564" y="25718"/>
                  </a:moveTo>
                  <a:cubicBezTo>
                    <a:pt x="59947" y="18098"/>
                    <a:pt x="82331" y="18479"/>
                    <a:pt x="104143" y="18765"/>
                  </a:cubicBezTo>
                  <a:cubicBezTo>
                    <a:pt x="125955" y="18955"/>
                    <a:pt x="148435" y="18765"/>
                    <a:pt x="168342" y="10002"/>
                  </a:cubicBezTo>
                  <a:cubicBezTo>
                    <a:pt x="179200" y="5239"/>
                    <a:pt x="190535" y="-2286"/>
                    <a:pt x="202060" y="667"/>
                  </a:cubicBezTo>
                  <a:cubicBezTo>
                    <a:pt x="212633" y="3429"/>
                    <a:pt x="218634" y="14383"/>
                    <a:pt x="219110" y="25527"/>
                  </a:cubicBezTo>
                  <a:cubicBezTo>
                    <a:pt x="233588" y="25718"/>
                    <a:pt x="246828" y="36481"/>
                    <a:pt x="253019" y="49816"/>
                  </a:cubicBezTo>
                  <a:cubicBezTo>
                    <a:pt x="259782" y="64294"/>
                    <a:pt x="259686" y="81058"/>
                    <a:pt x="258162" y="96965"/>
                  </a:cubicBezTo>
                  <a:cubicBezTo>
                    <a:pt x="256638" y="112872"/>
                    <a:pt x="253781" y="128874"/>
                    <a:pt x="255305" y="144781"/>
                  </a:cubicBezTo>
                  <a:cubicBezTo>
                    <a:pt x="256638" y="158401"/>
                    <a:pt x="260925" y="173356"/>
                    <a:pt x="253590" y="184881"/>
                  </a:cubicBezTo>
                  <a:cubicBezTo>
                    <a:pt x="248637" y="192596"/>
                    <a:pt x="239494" y="196692"/>
                    <a:pt x="230445" y="198311"/>
                  </a:cubicBezTo>
                  <a:cubicBezTo>
                    <a:pt x="212443" y="201454"/>
                    <a:pt x="193678" y="196501"/>
                    <a:pt x="178152" y="187071"/>
                  </a:cubicBezTo>
                  <a:cubicBezTo>
                    <a:pt x="162531" y="177642"/>
                    <a:pt x="149863" y="164021"/>
                    <a:pt x="139005" y="149352"/>
                  </a:cubicBezTo>
                  <a:cubicBezTo>
                    <a:pt x="128432" y="135160"/>
                    <a:pt x="118145" y="118777"/>
                    <a:pt x="101381" y="113348"/>
                  </a:cubicBezTo>
                  <a:cubicBezTo>
                    <a:pt x="79664" y="106299"/>
                    <a:pt x="56042" y="120396"/>
                    <a:pt x="33658" y="116015"/>
                  </a:cubicBezTo>
                  <a:cubicBezTo>
                    <a:pt x="14227" y="112205"/>
                    <a:pt x="-822" y="92964"/>
                    <a:pt x="35" y="73152"/>
                  </a:cubicBezTo>
                  <a:cubicBezTo>
                    <a:pt x="987" y="51435"/>
                    <a:pt x="19180" y="33433"/>
                    <a:pt x="39564" y="258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1"/>
            <p:cNvSpPr/>
            <p:nvPr/>
          </p:nvSpPr>
          <p:spPr>
            <a:xfrm>
              <a:off x="7878615" y="2384665"/>
              <a:ext cx="258177" cy="333712"/>
            </a:xfrm>
            <a:custGeom>
              <a:rect b="b" l="l" r="r" t="t"/>
              <a:pathLst>
                <a:path extrusionOk="0" h="342269" w="264797">
                  <a:moveTo>
                    <a:pt x="3" y="53947"/>
                  </a:moveTo>
                  <a:cubicBezTo>
                    <a:pt x="3" y="120622"/>
                    <a:pt x="-1140" y="209967"/>
                    <a:pt x="42961" y="230541"/>
                  </a:cubicBezTo>
                  <a:cubicBezTo>
                    <a:pt x="57057" y="237113"/>
                    <a:pt x="79060" y="233494"/>
                    <a:pt x="79060" y="233494"/>
                  </a:cubicBezTo>
                  <a:lnTo>
                    <a:pt x="103825" y="342269"/>
                  </a:lnTo>
                  <a:lnTo>
                    <a:pt x="264798" y="334744"/>
                  </a:lnTo>
                  <a:lnTo>
                    <a:pt x="200218" y="63091"/>
                  </a:lnTo>
                  <a:lnTo>
                    <a:pt x="135448" y="226"/>
                  </a:lnTo>
                  <a:cubicBezTo>
                    <a:pt x="135448" y="226"/>
                    <a:pt x="289" y="-6536"/>
                    <a:pt x="3" y="53852"/>
                  </a:cubicBezTo>
                  <a:close/>
                </a:path>
              </a:pathLst>
            </a:custGeom>
            <a:solidFill>
              <a:srgbClr val="E0AD98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1"/>
            <p:cNvSpPr/>
            <p:nvPr/>
          </p:nvSpPr>
          <p:spPr>
            <a:xfrm>
              <a:off x="7880104" y="2366169"/>
              <a:ext cx="209511" cy="146599"/>
            </a:xfrm>
            <a:custGeom>
              <a:rect b="b" l="l" r="r" t="t"/>
              <a:pathLst>
                <a:path extrusionOk="0" h="150358" w="214883">
                  <a:moveTo>
                    <a:pt x="214789" y="150358"/>
                  </a:moveTo>
                  <a:lnTo>
                    <a:pt x="161449" y="119878"/>
                  </a:lnTo>
                  <a:cubicBezTo>
                    <a:pt x="192024" y="99209"/>
                    <a:pt x="189357" y="71491"/>
                    <a:pt x="169354" y="65967"/>
                  </a:cubicBezTo>
                  <a:cubicBezTo>
                    <a:pt x="149352" y="60442"/>
                    <a:pt x="140018" y="85398"/>
                    <a:pt x="140018" y="85398"/>
                  </a:cubicBezTo>
                  <a:cubicBezTo>
                    <a:pt x="125063" y="77016"/>
                    <a:pt x="140494" y="63205"/>
                    <a:pt x="134398" y="47107"/>
                  </a:cubicBezTo>
                  <a:cubicBezTo>
                    <a:pt x="128302" y="31010"/>
                    <a:pt x="29813" y="32725"/>
                    <a:pt x="0" y="62347"/>
                  </a:cubicBezTo>
                  <a:cubicBezTo>
                    <a:pt x="5715" y="24533"/>
                    <a:pt x="127159" y="-22139"/>
                    <a:pt x="174974" y="11674"/>
                  </a:cubicBezTo>
                  <a:cubicBezTo>
                    <a:pt x="200596" y="29867"/>
                    <a:pt x="214884" y="150358"/>
                    <a:pt x="214884" y="1503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1"/>
            <p:cNvSpPr/>
            <p:nvPr/>
          </p:nvSpPr>
          <p:spPr>
            <a:xfrm>
              <a:off x="7884867" y="2474599"/>
              <a:ext cx="26637" cy="16612"/>
            </a:xfrm>
            <a:custGeom>
              <a:rect b="b" l="l" r="r" t="t"/>
              <a:pathLst>
                <a:path extrusionOk="0" h="17038" w="27320">
                  <a:moveTo>
                    <a:pt x="5592" y="16848"/>
                  </a:moveTo>
                  <a:cubicBezTo>
                    <a:pt x="4925" y="16848"/>
                    <a:pt x="4163" y="16753"/>
                    <a:pt x="3496" y="16467"/>
                  </a:cubicBezTo>
                  <a:cubicBezTo>
                    <a:pt x="639" y="15324"/>
                    <a:pt x="-790" y="11990"/>
                    <a:pt x="448" y="9133"/>
                  </a:cubicBezTo>
                  <a:cubicBezTo>
                    <a:pt x="2448" y="4275"/>
                    <a:pt x="7116" y="655"/>
                    <a:pt x="12450" y="84"/>
                  </a:cubicBezTo>
                  <a:cubicBezTo>
                    <a:pt x="17688" y="-488"/>
                    <a:pt x="23118" y="1894"/>
                    <a:pt x="26261" y="6180"/>
                  </a:cubicBezTo>
                  <a:cubicBezTo>
                    <a:pt x="28071" y="8656"/>
                    <a:pt x="27499" y="12181"/>
                    <a:pt x="25023" y="13990"/>
                  </a:cubicBezTo>
                  <a:cubicBezTo>
                    <a:pt x="22546" y="15800"/>
                    <a:pt x="19022" y="15229"/>
                    <a:pt x="17212" y="12752"/>
                  </a:cubicBezTo>
                  <a:cubicBezTo>
                    <a:pt x="16545" y="11800"/>
                    <a:pt x="15117" y="11133"/>
                    <a:pt x="13878" y="11323"/>
                  </a:cubicBezTo>
                  <a:cubicBezTo>
                    <a:pt x="12640" y="11514"/>
                    <a:pt x="11402" y="12371"/>
                    <a:pt x="11021" y="13514"/>
                  </a:cubicBezTo>
                  <a:cubicBezTo>
                    <a:pt x="10164" y="15705"/>
                    <a:pt x="8068" y="17038"/>
                    <a:pt x="5877" y="170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1"/>
            <p:cNvSpPr/>
            <p:nvPr/>
          </p:nvSpPr>
          <p:spPr>
            <a:xfrm>
              <a:off x="7931789" y="2465663"/>
              <a:ext cx="35600" cy="21369"/>
            </a:xfrm>
            <a:custGeom>
              <a:rect b="b" l="l" r="r" t="t"/>
              <a:pathLst>
                <a:path extrusionOk="0" h="21917" w="36513">
                  <a:moveTo>
                    <a:pt x="5657" y="21918"/>
                  </a:moveTo>
                  <a:cubicBezTo>
                    <a:pt x="4705" y="21918"/>
                    <a:pt x="3848" y="21727"/>
                    <a:pt x="2895" y="21251"/>
                  </a:cubicBezTo>
                  <a:cubicBezTo>
                    <a:pt x="228" y="19727"/>
                    <a:pt x="-820" y="16298"/>
                    <a:pt x="704" y="13631"/>
                  </a:cubicBezTo>
                  <a:cubicBezTo>
                    <a:pt x="2990" y="9535"/>
                    <a:pt x="6419" y="3439"/>
                    <a:pt x="12992" y="962"/>
                  </a:cubicBezTo>
                  <a:cubicBezTo>
                    <a:pt x="16801" y="-466"/>
                    <a:pt x="21278" y="-276"/>
                    <a:pt x="25469" y="1344"/>
                  </a:cubicBezTo>
                  <a:cubicBezTo>
                    <a:pt x="29279" y="2772"/>
                    <a:pt x="32232" y="5153"/>
                    <a:pt x="34518" y="6963"/>
                  </a:cubicBezTo>
                  <a:cubicBezTo>
                    <a:pt x="36899" y="8964"/>
                    <a:pt x="37185" y="12488"/>
                    <a:pt x="35185" y="14869"/>
                  </a:cubicBezTo>
                  <a:cubicBezTo>
                    <a:pt x="33184" y="17250"/>
                    <a:pt x="29660" y="17536"/>
                    <a:pt x="27279" y="15536"/>
                  </a:cubicBezTo>
                  <a:cubicBezTo>
                    <a:pt x="24993" y="13631"/>
                    <a:pt x="23279" y="12488"/>
                    <a:pt x="21564" y="11821"/>
                  </a:cubicBezTo>
                  <a:cubicBezTo>
                    <a:pt x="19850" y="11154"/>
                    <a:pt x="18135" y="11059"/>
                    <a:pt x="16897" y="11535"/>
                  </a:cubicBezTo>
                  <a:cubicBezTo>
                    <a:pt x="14420" y="12393"/>
                    <a:pt x="12515" y="15631"/>
                    <a:pt x="10610" y="19060"/>
                  </a:cubicBezTo>
                  <a:cubicBezTo>
                    <a:pt x="9563" y="20870"/>
                    <a:pt x="7658" y="21918"/>
                    <a:pt x="5657" y="219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1"/>
            <p:cNvSpPr/>
            <p:nvPr/>
          </p:nvSpPr>
          <p:spPr>
            <a:xfrm>
              <a:off x="7911766" y="2480334"/>
              <a:ext cx="13007" cy="46537"/>
            </a:xfrm>
            <a:custGeom>
              <a:rect b="b" l="l" r="r" t="t"/>
              <a:pathLst>
                <a:path extrusionOk="0" h="47730" w="13340">
                  <a:moveTo>
                    <a:pt x="5623" y="47731"/>
                  </a:moveTo>
                  <a:cubicBezTo>
                    <a:pt x="5623" y="47731"/>
                    <a:pt x="5432" y="47731"/>
                    <a:pt x="5337" y="47731"/>
                  </a:cubicBezTo>
                  <a:cubicBezTo>
                    <a:pt x="2194" y="47540"/>
                    <a:pt x="-92" y="44873"/>
                    <a:pt x="3" y="41825"/>
                  </a:cubicBezTo>
                  <a:lnTo>
                    <a:pt x="2098" y="5345"/>
                  </a:lnTo>
                  <a:cubicBezTo>
                    <a:pt x="2289" y="2201"/>
                    <a:pt x="4861" y="-180"/>
                    <a:pt x="8004" y="11"/>
                  </a:cubicBezTo>
                  <a:cubicBezTo>
                    <a:pt x="11147" y="201"/>
                    <a:pt x="13433" y="2868"/>
                    <a:pt x="13338" y="5916"/>
                  </a:cubicBezTo>
                  <a:lnTo>
                    <a:pt x="11242" y="42397"/>
                  </a:lnTo>
                  <a:cubicBezTo>
                    <a:pt x="11052" y="45350"/>
                    <a:pt x="8575" y="47731"/>
                    <a:pt x="5623" y="477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1"/>
            <p:cNvSpPr/>
            <p:nvPr/>
          </p:nvSpPr>
          <p:spPr>
            <a:xfrm>
              <a:off x="7919951" y="2509287"/>
              <a:ext cx="38719" cy="42935"/>
            </a:xfrm>
            <a:custGeom>
              <a:rect b="b" l="l" r="r" t="t"/>
              <a:pathLst>
                <a:path extrusionOk="0" h="44036" w="39712">
                  <a:moveTo>
                    <a:pt x="13419" y="43846"/>
                  </a:moveTo>
                  <a:cubicBezTo>
                    <a:pt x="10943" y="43846"/>
                    <a:pt x="8466" y="43465"/>
                    <a:pt x="6180" y="42798"/>
                  </a:cubicBezTo>
                  <a:cubicBezTo>
                    <a:pt x="4656" y="42322"/>
                    <a:pt x="1513" y="41274"/>
                    <a:pt x="370" y="38036"/>
                  </a:cubicBezTo>
                  <a:cubicBezTo>
                    <a:pt x="-773" y="34797"/>
                    <a:pt x="1037" y="32035"/>
                    <a:pt x="1704" y="31178"/>
                  </a:cubicBezTo>
                  <a:cubicBezTo>
                    <a:pt x="2751" y="29654"/>
                    <a:pt x="4085" y="28130"/>
                    <a:pt x="5418" y="26796"/>
                  </a:cubicBezTo>
                  <a:lnTo>
                    <a:pt x="25992" y="3270"/>
                  </a:lnTo>
                  <a:lnTo>
                    <a:pt x="25992" y="3270"/>
                  </a:lnTo>
                  <a:cubicBezTo>
                    <a:pt x="29040" y="-255"/>
                    <a:pt x="32088" y="-255"/>
                    <a:pt x="34088" y="222"/>
                  </a:cubicBezTo>
                  <a:cubicBezTo>
                    <a:pt x="35327" y="507"/>
                    <a:pt x="39422" y="2127"/>
                    <a:pt x="39613" y="8223"/>
                  </a:cubicBezTo>
                  <a:cubicBezTo>
                    <a:pt x="39899" y="15557"/>
                    <a:pt x="39804" y="23367"/>
                    <a:pt x="36089" y="30416"/>
                  </a:cubicBezTo>
                  <a:cubicBezTo>
                    <a:pt x="32946" y="36226"/>
                    <a:pt x="27612" y="40798"/>
                    <a:pt x="21230" y="42798"/>
                  </a:cubicBezTo>
                  <a:cubicBezTo>
                    <a:pt x="18753" y="43560"/>
                    <a:pt x="16086" y="44037"/>
                    <a:pt x="13419" y="44037"/>
                  </a:cubicBezTo>
                  <a:close/>
                  <a:moveTo>
                    <a:pt x="28183" y="17652"/>
                  </a:moveTo>
                  <a:lnTo>
                    <a:pt x="15324" y="32416"/>
                  </a:lnTo>
                  <a:cubicBezTo>
                    <a:pt x="15324" y="32416"/>
                    <a:pt x="15324" y="32416"/>
                    <a:pt x="15324" y="32416"/>
                  </a:cubicBezTo>
                  <a:cubicBezTo>
                    <a:pt x="16181" y="32321"/>
                    <a:pt x="17039" y="32130"/>
                    <a:pt x="17801" y="31845"/>
                  </a:cubicBezTo>
                  <a:cubicBezTo>
                    <a:pt x="21325" y="30702"/>
                    <a:pt x="24373" y="28130"/>
                    <a:pt x="26183" y="24891"/>
                  </a:cubicBezTo>
                  <a:cubicBezTo>
                    <a:pt x="27326" y="22701"/>
                    <a:pt x="27993" y="20224"/>
                    <a:pt x="28278" y="17557"/>
                  </a:cubicBezTo>
                  <a:close/>
                  <a:moveTo>
                    <a:pt x="30183" y="6794"/>
                  </a:moveTo>
                  <a:lnTo>
                    <a:pt x="34374" y="10509"/>
                  </a:lnTo>
                  <a:cubicBezTo>
                    <a:pt x="34374" y="10509"/>
                    <a:pt x="34470" y="10509"/>
                    <a:pt x="34565" y="10413"/>
                  </a:cubicBezTo>
                  <a:lnTo>
                    <a:pt x="30183" y="688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1"/>
            <p:cNvSpPr/>
            <p:nvPr/>
          </p:nvSpPr>
          <p:spPr>
            <a:xfrm>
              <a:off x="7955598" y="2595211"/>
              <a:ext cx="39933" cy="47920"/>
            </a:xfrm>
            <a:custGeom>
              <a:rect b="b" l="l" r="r" t="t"/>
              <a:pathLst>
                <a:path extrusionOk="0" h="49149" w="40957">
                  <a:moveTo>
                    <a:pt x="40957" y="0"/>
                  </a:moveTo>
                  <a:cubicBezTo>
                    <a:pt x="40957" y="0"/>
                    <a:pt x="18764" y="14192"/>
                    <a:pt x="0" y="17526"/>
                  </a:cubicBezTo>
                  <a:lnTo>
                    <a:pt x="7144" y="49149"/>
                  </a:lnTo>
                  <a:lnTo>
                    <a:pt x="40957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1"/>
            <p:cNvSpPr/>
            <p:nvPr/>
          </p:nvSpPr>
          <p:spPr>
            <a:xfrm>
              <a:off x="6682965" y="1641323"/>
              <a:ext cx="491143" cy="321830"/>
            </a:xfrm>
            <a:custGeom>
              <a:rect b="b" l="l" r="r" t="t"/>
              <a:pathLst>
                <a:path extrusionOk="0" h="330082" w="503736">
                  <a:moveTo>
                    <a:pt x="68104" y="109198"/>
                  </a:moveTo>
                  <a:cubicBezTo>
                    <a:pt x="86773" y="87671"/>
                    <a:pt x="95059" y="57001"/>
                    <a:pt x="89725" y="28997"/>
                  </a:cubicBezTo>
                  <a:cubicBezTo>
                    <a:pt x="87249" y="15757"/>
                    <a:pt x="95917" y="2899"/>
                    <a:pt x="109252" y="422"/>
                  </a:cubicBezTo>
                  <a:cubicBezTo>
                    <a:pt x="122492" y="-2054"/>
                    <a:pt x="135350" y="6613"/>
                    <a:pt x="137827" y="19948"/>
                  </a:cubicBezTo>
                  <a:cubicBezTo>
                    <a:pt x="144780" y="56905"/>
                    <a:pt x="136588" y="95672"/>
                    <a:pt x="115919" y="126819"/>
                  </a:cubicBezTo>
                  <a:cubicBezTo>
                    <a:pt x="137446" y="118437"/>
                    <a:pt x="160115" y="112246"/>
                    <a:pt x="182689" y="109007"/>
                  </a:cubicBezTo>
                  <a:cubicBezTo>
                    <a:pt x="182689" y="109007"/>
                    <a:pt x="182689" y="109007"/>
                    <a:pt x="182785" y="109007"/>
                  </a:cubicBezTo>
                  <a:cubicBezTo>
                    <a:pt x="271843" y="88814"/>
                    <a:pt x="352520" y="113198"/>
                    <a:pt x="356235" y="114341"/>
                  </a:cubicBezTo>
                  <a:cubicBezTo>
                    <a:pt x="367951" y="117961"/>
                    <a:pt x="374904" y="129581"/>
                    <a:pt x="373094" y="141392"/>
                  </a:cubicBezTo>
                  <a:cubicBezTo>
                    <a:pt x="388715" y="144440"/>
                    <a:pt x="398431" y="147298"/>
                    <a:pt x="399669" y="147679"/>
                  </a:cubicBezTo>
                  <a:cubicBezTo>
                    <a:pt x="411385" y="151298"/>
                    <a:pt x="418338" y="162919"/>
                    <a:pt x="416528" y="174730"/>
                  </a:cubicBezTo>
                  <a:cubicBezTo>
                    <a:pt x="432149" y="177778"/>
                    <a:pt x="441865" y="180635"/>
                    <a:pt x="443103" y="181016"/>
                  </a:cubicBezTo>
                  <a:cubicBezTo>
                    <a:pt x="454819" y="184636"/>
                    <a:pt x="461772" y="196256"/>
                    <a:pt x="459962" y="208067"/>
                  </a:cubicBezTo>
                  <a:cubicBezTo>
                    <a:pt x="475583" y="211115"/>
                    <a:pt x="485299" y="213973"/>
                    <a:pt x="486537" y="214354"/>
                  </a:cubicBezTo>
                  <a:cubicBezTo>
                    <a:pt x="499396" y="218354"/>
                    <a:pt x="506635" y="232070"/>
                    <a:pt x="502634" y="244929"/>
                  </a:cubicBezTo>
                  <a:cubicBezTo>
                    <a:pt x="498634" y="257788"/>
                    <a:pt x="485108" y="264931"/>
                    <a:pt x="472059" y="261121"/>
                  </a:cubicBezTo>
                  <a:cubicBezTo>
                    <a:pt x="471297" y="260931"/>
                    <a:pt x="407479" y="241881"/>
                    <a:pt x="336233" y="254359"/>
                  </a:cubicBezTo>
                  <a:cubicBezTo>
                    <a:pt x="237268" y="282457"/>
                    <a:pt x="208597" y="330082"/>
                    <a:pt x="208597" y="330082"/>
                  </a:cubicBezTo>
                  <a:lnTo>
                    <a:pt x="0" y="221688"/>
                  </a:lnTo>
                  <a:cubicBezTo>
                    <a:pt x="10192" y="166729"/>
                    <a:pt x="35338" y="145107"/>
                    <a:pt x="67818" y="109293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41"/>
            <p:cNvSpPr/>
            <p:nvPr/>
          </p:nvSpPr>
          <p:spPr>
            <a:xfrm>
              <a:off x="6886324" y="1766028"/>
              <a:ext cx="149193" cy="17318"/>
            </a:xfrm>
            <a:custGeom>
              <a:rect b="b" l="l" r="r" t="t"/>
              <a:pathLst>
                <a:path extrusionOk="0" h="17762" w="153018">
                  <a:moveTo>
                    <a:pt x="147449" y="17667"/>
                  </a:moveTo>
                  <a:cubicBezTo>
                    <a:pt x="147449" y="17667"/>
                    <a:pt x="146878" y="17667"/>
                    <a:pt x="146592" y="17667"/>
                  </a:cubicBezTo>
                  <a:cubicBezTo>
                    <a:pt x="61248" y="4904"/>
                    <a:pt x="7146" y="15095"/>
                    <a:pt x="6670" y="15286"/>
                  </a:cubicBezTo>
                  <a:cubicBezTo>
                    <a:pt x="3622" y="15857"/>
                    <a:pt x="669" y="13857"/>
                    <a:pt x="98" y="10809"/>
                  </a:cubicBezTo>
                  <a:cubicBezTo>
                    <a:pt x="-474" y="7761"/>
                    <a:pt x="1526" y="4808"/>
                    <a:pt x="4479" y="4237"/>
                  </a:cubicBezTo>
                  <a:cubicBezTo>
                    <a:pt x="6765" y="3761"/>
                    <a:pt x="60772" y="-6431"/>
                    <a:pt x="148211" y="6618"/>
                  </a:cubicBezTo>
                  <a:cubicBezTo>
                    <a:pt x="151259" y="7094"/>
                    <a:pt x="153355" y="9952"/>
                    <a:pt x="152974" y="13000"/>
                  </a:cubicBezTo>
                  <a:cubicBezTo>
                    <a:pt x="152593" y="15762"/>
                    <a:pt x="150212" y="17762"/>
                    <a:pt x="147449" y="17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1"/>
            <p:cNvSpPr/>
            <p:nvPr/>
          </p:nvSpPr>
          <p:spPr>
            <a:xfrm>
              <a:off x="6929410" y="1800943"/>
              <a:ext cx="149193" cy="17318"/>
            </a:xfrm>
            <a:custGeom>
              <a:rect b="b" l="l" r="r" t="t"/>
              <a:pathLst>
                <a:path extrusionOk="0" h="17762" w="153018">
                  <a:moveTo>
                    <a:pt x="147449" y="17667"/>
                  </a:moveTo>
                  <a:cubicBezTo>
                    <a:pt x="147449" y="17667"/>
                    <a:pt x="146878" y="17667"/>
                    <a:pt x="146592" y="17667"/>
                  </a:cubicBezTo>
                  <a:cubicBezTo>
                    <a:pt x="61248" y="4999"/>
                    <a:pt x="7146" y="15095"/>
                    <a:pt x="6670" y="15286"/>
                  </a:cubicBezTo>
                  <a:cubicBezTo>
                    <a:pt x="3622" y="15857"/>
                    <a:pt x="669" y="13857"/>
                    <a:pt x="98" y="10809"/>
                  </a:cubicBezTo>
                  <a:cubicBezTo>
                    <a:pt x="-474" y="7761"/>
                    <a:pt x="1526" y="4808"/>
                    <a:pt x="4479" y="4237"/>
                  </a:cubicBezTo>
                  <a:cubicBezTo>
                    <a:pt x="6765" y="3761"/>
                    <a:pt x="60772" y="-6431"/>
                    <a:pt x="148211" y="6618"/>
                  </a:cubicBezTo>
                  <a:cubicBezTo>
                    <a:pt x="151259" y="7094"/>
                    <a:pt x="153355" y="9952"/>
                    <a:pt x="152974" y="13000"/>
                  </a:cubicBezTo>
                  <a:cubicBezTo>
                    <a:pt x="152593" y="15762"/>
                    <a:pt x="150212" y="17762"/>
                    <a:pt x="147449" y="17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1"/>
            <p:cNvSpPr/>
            <p:nvPr/>
          </p:nvSpPr>
          <p:spPr>
            <a:xfrm>
              <a:off x="6963118" y="1834837"/>
              <a:ext cx="149193" cy="17318"/>
            </a:xfrm>
            <a:custGeom>
              <a:rect b="b" l="l" r="r" t="t"/>
              <a:pathLst>
                <a:path extrusionOk="0" h="17762" w="153018">
                  <a:moveTo>
                    <a:pt x="147449" y="17667"/>
                  </a:moveTo>
                  <a:cubicBezTo>
                    <a:pt x="147449" y="17667"/>
                    <a:pt x="146878" y="17667"/>
                    <a:pt x="146592" y="17667"/>
                  </a:cubicBezTo>
                  <a:cubicBezTo>
                    <a:pt x="61248" y="4999"/>
                    <a:pt x="7146" y="15190"/>
                    <a:pt x="6670" y="15286"/>
                  </a:cubicBezTo>
                  <a:cubicBezTo>
                    <a:pt x="3622" y="15857"/>
                    <a:pt x="669" y="13857"/>
                    <a:pt x="98" y="10809"/>
                  </a:cubicBezTo>
                  <a:cubicBezTo>
                    <a:pt x="-474" y="7761"/>
                    <a:pt x="1526" y="4808"/>
                    <a:pt x="4479" y="4237"/>
                  </a:cubicBezTo>
                  <a:cubicBezTo>
                    <a:pt x="6765" y="3761"/>
                    <a:pt x="60772" y="-6431"/>
                    <a:pt x="148211" y="6618"/>
                  </a:cubicBezTo>
                  <a:cubicBezTo>
                    <a:pt x="151259" y="7094"/>
                    <a:pt x="153355" y="9952"/>
                    <a:pt x="152974" y="13000"/>
                  </a:cubicBezTo>
                  <a:cubicBezTo>
                    <a:pt x="152593" y="15762"/>
                    <a:pt x="150211" y="17762"/>
                    <a:pt x="147449" y="17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6774179" y="1818085"/>
              <a:ext cx="159729" cy="47352"/>
            </a:xfrm>
            <a:custGeom>
              <a:rect b="b" l="l" r="r" t="t"/>
              <a:pathLst>
                <a:path extrusionOk="0" h="48566" w="163825">
                  <a:moveTo>
                    <a:pt x="158182" y="48566"/>
                  </a:moveTo>
                  <a:cubicBezTo>
                    <a:pt x="156753" y="48566"/>
                    <a:pt x="155325" y="47995"/>
                    <a:pt x="154182" y="46947"/>
                  </a:cubicBezTo>
                  <a:cubicBezTo>
                    <a:pt x="130560" y="23516"/>
                    <a:pt x="96936" y="10276"/>
                    <a:pt x="63408" y="11324"/>
                  </a:cubicBezTo>
                  <a:cubicBezTo>
                    <a:pt x="51121" y="11800"/>
                    <a:pt x="40548" y="14086"/>
                    <a:pt x="31976" y="18372"/>
                  </a:cubicBezTo>
                  <a:cubicBezTo>
                    <a:pt x="22165" y="23230"/>
                    <a:pt x="14450" y="31040"/>
                    <a:pt x="10830" y="39803"/>
                  </a:cubicBezTo>
                  <a:cubicBezTo>
                    <a:pt x="9687" y="42661"/>
                    <a:pt x="6354" y="44090"/>
                    <a:pt x="3496" y="42851"/>
                  </a:cubicBezTo>
                  <a:cubicBezTo>
                    <a:pt x="639" y="41613"/>
                    <a:pt x="-790" y="38375"/>
                    <a:pt x="448" y="35517"/>
                  </a:cubicBezTo>
                  <a:cubicBezTo>
                    <a:pt x="5115" y="24087"/>
                    <a:pt x="14545" y="14467"/>
                    <a:pt x="27023" y="8276"/>
                  </a:cubicBezTo>
                  <a:cubicBezTo>
                    <a:pt x="37119" y="3323"/>
                    <a:pt x="48930" y="656"/>
                    <a:pt x="63027" y="84"/>
                  </a:cubicBezTo>
                  <a:cubicBezTo>
                    <a:pt x="99032" y="-1249"/>
                    <a:pt x="136370" y="13324"/>
                    <a:pt x="162182" y="38946"/>
                  </a:cubicBezTo>
                  <a:cubicBezTo>
                    <a:pt x="164373" y="41137"/>
                    <a:pt x="164373" y="44661"/>
                    <a:pt x="162182" y="46852"/>
                  </a:cubicBezTo>
                  <a:cubicBezTo>
                    <a:pt x="161040" y="47995"/>
                    <a:pt x="159611" y="48471"/>
                    <a:pt x="158182" y="484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6207805" y="1842682"/>
              <a:ext cx="688157" cy="814737"/>
            </a:xfrm>
            <a:custGeom>
              <a:rect b="b" l="l" r="r" t="t"/>
              <a:pathLst>
                <a:path extrusionOk="0" h="835628" w="705802">
                  <a:moveTo>
                    <a:pt x="705802" y="112776"/>
                  </a:moveTo>
                  <a:cubicBezTo>
                    <a:pt x="657797" y="205454"/>
                    <a:pt x="637794" y="334709"/>
                    <a:pt x="620173" y="448723"/>
                  </a:cubicBezTo>
                  <a:cubicBezTo>
                    <a:pt x="614267" y="486823"/>
                    <a:pt x="608552" y="524065"/>
                    <a:pt x="601789" y="559213"/>
                  </a:cubicBezTo>
                  <a:cubicBezTo>
                    <a:pt x="597884" y="580168"/>
                    <a:pt x="593503" y="600361"/>
                    <a:pt x="588645" y="619506"/>
                  </a:cubicBezTo>
                  <a:cubicBezTo>
                    <a:pt x="583501" y="639890"/>
                    <a:pt x="577787" y="659225"/>
                    <a:pt x="571024" y="677228"/>
                  </a:cubicBezTo>
                  <a:cubicBezTo>
                    <a:pt x="537972" y="766191"/>
                    <a:pt x="486346" y="806291"/>
                    <a:pt x="439864" y="823532"/>
                  </a:cubicBezTo>
                  <a:cubicBezTo>
                    <a:pt x="435483" y="825151"/>
                    <a:pt x="431006" y="826675"/>
                    <a:pt x="426720" y="827913"/>
                  </a:cubicBezTo>
                  <a:cubicBezTo>
                    <a:pt x="406146" y="833914"/>
                    <a:pt x="387001" y="835628"/>
                    <a:pt x="371665" y="835628"/>
                  </a:cubicBezTo>
                  <a:cubicBezTo>
                    <a:pt x="365474" y="835628"/>
                    <a:pt x="359855" y="835343"/>
                    <a:pt x="354997" y="834961"/>
                  </a:cubicBezTo>
                  <a:cubicBezTo>
                    <a:pt x="327374" y="832580"/>
                    <a:pt x="301562" y="824674"/>
                    <a:pt x="277939" y="811244"/>
                  </a:cubicBezTo>
                  <a:cubicBezTo>
                    <a:pt x="273463" y="808768"/>
                    <a:pt x="269081" y="806006"/>
                    <a:pt x="264795" y="803148"/>
                  </a:cubicBezTo>
                  <a:cubicBezTo>
                    <a:pt x="232886" y="781812"/>
                    <a:pt x="204978" y="749903"/>
                    <a:pt x="181070" y="707612"/>
                  </a:cubicBezTo>
                  <a:cubicBezTo>
                    <a:pt x="176593" y="699707"/>
                    <a:pt x="172307" y="691515"/>
                    <a:pt x="168116" y="682847"/>
                  </a:cubicBezTo>
                  <a:cubicBezTo>
                    <a:pt x="147923" y="641223"/>
                    <a:pt x="131635" y="593884"/>
                    <a:pt x="115919" y="543497"/>
                  </a:cubicBezTo>
                  <a:cubicBezTo>
                    <a:pt x="111538" y="529399"/>
                    <a:pt x="107156" y="514922"/>
                    <a:pt x="102775" y="500348"/>
                  </a:cubicBezTo>
                  <a:cubicBezTo>
                    <a:pt x="101537" y="496062"/>
                    <a:pt x="100203" y="491681"/>
                    <a:pt x="98869" y="487299"/>
                  </a:cubicBezTo>
                  <a:cubicBezTo>
                    <a:pt x="80963" y="427673"/>
                    <a:pt x="62484" y="366046"/>
                    <a:pt x="41148" y="318230"/>
                  </a:cubicBezTo>
                  <a:cubicBezTo>
                    <a:pt x="18097" y="266414"/>
                    <a:pt x="2000" y="254318"/>
                    <a:pt x="0" y="252889"/>
                  </a:cubicBezTo>
                  <a:cubicBezTo>
                    <a:pt x="952" y="253365"/>
                    <a:pt x="2762" y="253937"/>
                    <a:pt x="4477" y="254032"/>
                  </a:cubicBezTo>
                  <a:lnTo>
                    <a:pt x="17907" y="9239"/>
                  </a:lnTo>
                  <a:cubicBezTo>
                    <a:pt x="18574" y="9239"/>
                    <a:pt x="19240" y="9239"/>
                    <a:pt x="19907" y="9335"/>
                  </a:cubicBezTo>
                  <a:cubicBezTo>
                    <a:pt x="49339" y="11144"/>
                    <a:pt x="76962" y="18002"/>
                    <a:pt x="102870" y="29908"/>
                  </a:cubicBezTo>
                  <a:cubicBezTo>
                    <a:pt x="107251" y="31909"/>
                    <a:pt x="111633" y="34100"/>
                    <a:pt x="116014" y="36385"/>
                  </a:cubicBezTo>
                  <a:cubicBezTo>
                    <a:pt x="167164" y="63913"/>
                    <a:pt x="210884" y="111919"/>
                    <a:pt x="246697" y="180023"/>
                  </a:cubicBezTo>
                  <a:cubicBezTo>
                    <a:pt x="253079" y="192119"/>
                    <a:pt x="259080" y="204692"/>
                    <a:pt x="264795" y="217456"/>
                  </a:cubicBezTo>
                  <a:cubicBezTo>
                    <a:pt x="269367" y="227648"/>
                    <a:pt x="273748" y="238030"/>
                    <a:pt x="277939" y="248602"/>
                  </a:cubicBezTo>
                  <a:cubicBezTo>
                    <a:pt x="299371" y="302323"/>
                    <a:pt x="316801" y="360140"/>
                    <a:pt x="333756" y="416623"/>
                  </a:cubicBezTo>
                  <a:cubicBezTo>
                    <a:pt x="341471" y="442532"/>
                    <a:pt x="351472" y="475678"/>
                    <a:pt x="362045" y="507206"/>
                  </a:cubicBezTo>
                  <a:cubicBezTo>
                    <a:pt x="368046" y="474726"/>
                    <a:pt x="373380" y="439960"/>
                    <a:pt x="377857" y="411290"/>
                  </a:cubicBezTo>
                  <a:cubicBezTo>
                    <a:pt x="390239" y="331375"/>
                    <a:pt x="403479" y="244983"/>
                    <a:pt x="426720" y="160973"/>
                  </a:cubicBezTo>
                  <a:cubicBezTo>
                    <a:pt x="430721" y="146209"/>
                    <a:pt x="435102" y="131636"/>
                    <a:pt x="439864" y="117062"/>
                  </a:cubicBezTo>
                  <a:cubicBezTo>
                    <a:pt x="452914" y="76772"/>
                    <a:pt x="468630" y="37433"/>
                    <a:pt x="488061" y="0"/>
                  </a:cubicBezTo>
                  <a:lnTo>
                    <a:pt x="588645" y="52102"/>
                  </a:lnTo>
                  <a:lnTo>
                    <a:pt x="601789" y="58865"/>
                  </a:lnTo>
                  <a:lnTo>
                    <a:pt x="705707" y="1126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6064337" y="2477466"/>
              <a:ext cx="493889" cy="2093726"/>
            </a:xfrm>
            <a:custGeom>
              <a:rect b="b" l="l" r="r" t="t"/>
              <a:pathLst>
                <a:path extrusionOk="0" h="2147411" w="506553">
                  <a:moveTo>
                    <a:pt x="151733" y="2147316"/>
                  </a:moveTo>
                  <a:lnTo>
                    <a:pt x="495967" y="2147316"/>
                  </a:lnTo>
                  <a:cubicBezTo>
                    <a:pt x="495967" y="2093119"/>
                    <a:pt x="497872" y="2031206"/>
                    <a:pt x="500158" y="1959483"/>
                  </a:cubicBezTo>
                  <a:cubicBezTo>
                    <a:pt x="511302" y="1603819"/>
                    <a:pt x="530066" y="1008602"/>
                    <a:pt x="337756" y="0"/>
                  </a:cubicBezTo>
                  <a:lnTo>
                    <a:pt x="0" y="68485"/>
                  </a:lnTo>
                  <a:cubicBezTo>
                    <a:pt x="184785" y="1037463"/>
                    <a:pt x="167545" y="1585436"/>
                    <a:pt x="156115" y="1948053"/>
                  </a:cubicBezTo>
                  <a:cubicBezTo>
                    <a:pt x="153734" y="2022824"/>
                    <a:pt x="151733" y="2087404"/>
                    <a:pt x="151733" y="21474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5525012" y="2513310"/>
              <a:ext cx="665497" cy="2057878"/>
            </a:xfrm>
            <a:custGeom>
              <a:rect b="b" l="l" r="r" t="t"/>
              <a:pathLst>
                <a:path extrusionOk="0" h="2110644" w="682561">
                  <a:moveTo>
                    <a:pt x="95" y="2110549"/>
                  </a:moveTo>
                  <a:lnTo>
                    <a:pt x="344329" y="2110549"/>
                  </a:lnTo>
                  <a:cubicBezTo>
                    <a:pt x="344329" y="1947863"/>
                    <a:pt x="399288" y="1696498"/>
                    <a:pt x="462820" y="1405414"/>
                  </a:cubicBezTo>
                  <a:cubicBezTo>
                    <a:pt x="547307" y="1018699"/>
                    <a:pt x="652463" y="537496"/>
                    <a:pt x="682561" y="21241"/>
                  </a:cubicBezTo>
                  <a:lnTo>
                    <a:pt x="338900" y="0"/>
                  </a:lnTo>
                  <a:cubicBezTo>
                    <a:pt x="310515" y="487489"/>
                    <a:pt x="208693" y="953262"/>
                    <a:pt x="126968" y="1327499"/>
                  </a:cubicBezTo>
                  <a:cubicBezTo>
                    <a:pt x="56007" y="1652111"/>
                    <a:pt x="0" y="1908429"/>
                    <a:pt x="0" y="21106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1"/>
            <p:cNvSpPr/>
            <p:nvPr/>
          </p:nvSpPr>
          <p:spPr>
            <a:xfrm>
              <a:off x="6137470" y="2724168"/>
              <a:ext cx="40107" cy="269993"/>
            </a:xfrm>
            <a:custGeom>
              <a:rect b="b" l="l" r="r" t="t"/>
              <a:pathLst>
                <a:path extrusionOk="0" h="276916" w="41135">
                  <a:moveTo>
                    <a:pt x="5661" y="276917"/>
                  </a:moveTo>
                  <a:cubicBezTo>
                    <a:pt x="5661" y="276917"/>
                    <a:pt x="5280" y="276917"/>
                    <a:pt x="4995" y="276917"/>
                  </a:cubicBezTo>
                  <a:cubicBezTo>
                    <a:pt x="1947" y="276536"/>
                    <a:pt x="-339" y="273774"/>
                    <a:pt x="42" y="270726"/>
                  </a:cubicBezTo>
                  <a:lnTo>
                    <a:pt x="29950" y="4978"/>
                  </a:lnTo>
                  <a:cubicBezTo>
                    <a:pt x="30331" y="1930"/>
                    <a:pt x="33189" y="-261"/>
                    <a:pt x="36141" y="25"/>
                  </a:cubicBezTo>
                  <a:cubicBezTo>
                    <a:pt x="39189" y="406"/>
                    <a:pt x="41475" y="3168"/>
                    <a:pt x="41094" y="6216"/>
                  </a:cubicBezTo>
                  <a:lnTo>
                    <a:pt x="11186" y="271964"/>
                  </a:lnTo>
                  <a:cubicBezTo>
                    <a:pt x="10900" y="274821"/>
                    <a:pt x="8424" y="276917"/>
                    <a:pt x="5661" y="2769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1"/>
            <p:cNvSpPr/>
            <p:nvPr/>
          </p:nvSpPr>
          <p:spPr>
            <a:xfrm>
              <a:off x="6183316" y="2837877"/>
              <a:ext cx="98575" cy="136676"/>
            </a:xfrm>
            <a:custGeom>
              <a:rect b="b" l="l" r="r" t="t"/>
              <a:pathLst>
                <a:path extrusionOk="0" h="140181" w="101103">
                  <a:moveTo>
                    <a:pt x="95414" y="140087"/>
                  </a:moveTo>
                  <a:cubicBezTo>
                    <a:pt x="93605" y="140087"/>
                    <a:pt x="91890" y="139229"/>
                    <a:pt x="90842" y="137705"/>
                  </a:cubicBezTo>
                  <a:lnTo>
                    <a:pt x="1022" y="8832"/>
                  </a:lnTo>
                  <a:cubicBezTo>
                    <a:pt x="-788" y="6260"/>
                    <a:pt x="-121" y="2832"/>
                    <a:pt x="2450" y="1022"/>
                  </a:cubicBezTo>
                  <a:cubicBezTo>
                    <a:pt x="5022" y="-788"/>
                    <a:pt x="8451" y="-121"/>
                    <a:pt x="10261" y="2450"/>
                  </a:cubicBezTo>
                  <a:lnTo>
                    <a:pt x="100082" y="131324"/>
                  </a:lnTo>
                  <a:cubicBezTo>
                    <a:pt x="101891" y="133895"/>
                    <a:pt x="101225" y="137324"/>
                    <a:pt x="98653" y="139134"/>
                  </a:cubicBezTo>
                  <a:cubicBezTo>
                    <a:pt x="97700" y="139801"/>
                    <a:pt x="96557" y="140182"/>
                    <a:pt x="95414" y="140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6187017" y="2894230"/>
              <a:ext cx="88386" cy="250454"/>
            </a:xfrm>
            <a:custGeom>
              <a:rect b="b" l="l" r="r" t="t"/>
              <a:pathLst>
                <a:path extrusionOk="0" h="256876" w="90652">
                  <a:moveTo>
                    <a:pt x="85046" y="256877"/>
                  </a:moveTo>
                  <a:cubicBezTo>
                    <a:pt x="82664" y="256877"/>
                    <a:pt x="80473" y="255352"/>
                    <a:pt x="79711" y="252971"/>
                  </a:cubicBezTo>
                  <a:lnTo>
                    <a:pt x="273" y="7322"/>
                  </a:lnTo>
                  <a:cubicBezTo>
                    <a:pt x="-679" y="4369"/>
                    <a:pt x="940" y="1226"/>
                    <a:pt x="3893" y="273"/>
                  </a:cubicBezTo>
                  <a:cubicBezTo>
                    <a:pt x="6845" y="-679"/>
                    <a:pt x="9989" y="940"/>
                    <a:pt x="10941" y="3893"/>
                  </a:cubicBezTo>
                  <a:lnTo>
                    <a:pt x="90380" y="249542"/>
                  </a:lnTo>
                  <a:cubicBezTo>
                    <a:pt x="91332" y="252495"/>
                    <a:pt x="89713" y="255638"/>
                    <a:pt x="86760" y="256591"/>
                  </a:cubicBezTo>
                  <a:cubicBezTo>
                    <a:pt x="86189" y="256781"/>
                    <a:pt x="85617" y="256877"/>
                    <a:pt x="85046" y="2568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5585461" y="2653039"/>
              <a:ext cx="333889" cy="1860648"/>
            </a:xfrm>
            <a:custGeom>
              <a:rect b="b" l="l" r="r" t="t"/>
              <a:pathLst>
                <a:path extrusionOk="0" h="1908357" w="342450">
                  <a:moveTo>
                    <a:pt x="5623" y="1908358"/>
                  </a:moveTo>
                  <a:cubicBezTo>
                    <a:pt x="5623" y="1908358"/>
                    <a:pt x="5527" y="1908358"/>
                    <a:pt x="5432" y="1908358"/>
                  </a:cubicBezTo>
                  <a:cubicBezTo>
                    <a:pt x="2289" y="1908358"/>
                    <a:pt x="-93" y="1905691"/>
                    <a:pt x="3" y="1902548"/>
                  </a:cubicBezTo>
                  <a:cubicBezTo>
                    <a:pt x="3908" y="1772055"/>
                    <a:pt x="53152" y="1541074"/>
                    <a:pt x="115541" y="1248561"/>
                  </a:cubicBezTo>
                  <a:cubicBezTo>
                    <a:pt x="193265" y="884135"/>
                    <a:pt x="289849" y="430554"/>
                    <a:pt x="331282" y="5072"/>
                  </a:cubicBezTo>
                  <a:cubicBezTo>
                    <a:pt x="331568" y="2024"/>
                    <a:pt x="334616" y="-262"/>
                    <a:pt x="337378" y="24"/>
                  </a:cubicBezTo>
                  <a:cubicBezTo>
                    <a:pt x="340426" y="310"/>
                    <a:pt x="342712" y="3072"/>
                    <a:pt x="342426" y="6120"/>
                  </a:cubicBezTo>
                  <a:cubicBezTo>
                    <a:pt x="300993" y="432269"/>
                    <a:pt x="204219" y="886230"/>
                    <a:pt x="126495" y="1250847"/>
                  </a:cubicBezTo>
                  <a:cubicBezTo>
                    <a:pt x="64297" y="1542788"/>
                    <a:pt x="15148" y="1773389"/>
                    <a:pt x="11242" y="1902834"/>
                  </a:cubicBezTo>
                  <a:cubicBezTo>
                    <a:pt x="11242" y="1905881"/>
                    <a:pt x="8671" y="1908263"/>
                    <a:pt x="5623" y="19082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5857146" y="2544116"/>
              <a:ext cx="126904" cy="130595"/>
            </a:xfrm>
            <a:custGeom>
              <a:rect b="b" l="l" r="r" t="t"/>
              <a:pathLst>
                <a:path extrusionOk="0" h="133944" w="130158">
                  <a:moveTo>
                    <a:pt x="8501" y="133850"/>
                  </a:moveTo>
                  <a:cubicBezTo>
                    <a:pt x="6405" y="133850"/>
                    <a:pt x="5262" y="133850"/>
                    <a:pt x="5167" y="133850"/>
                  </a:cubicBezTo>
                  <a:cubicBezTo>
                    <a:pt x="2119" y="133659"/>
                    <a:pt x="-262" y="130897"/>
                    <a:pt x="23" y="127849"/>
                  </a:cubicBezTo>
                  <a:cubicBezTo>
                    <a:pt x="214" y="124705"/>
                    <a:pt x="3071" y="122515"/>
                    <a:pt x="6024" y="122705"/>
                  </a:cubicBezTo>
                  <a:cubicBezTo>
                    <a:pt x="10215" y="123086"/>
                    <a:pt x="109275" y="128706"/>
                    <a:pt x="118991" y="5167"/>
                  </a:cubicBezTo>
                  <a:cubicBezTo>
                    <a:pt x="119276" y="2119"/>
                    <a:pt x="121753" y="-262"/>
                    <a:pt x="124991" y="23"/>
                  </a:cubicBezTo>
                  <a:cubicBezTo>
                    <a:pt x="128039" y="309"/>
                    <a:pt x="130421" y="2976"/>
                    <a:pt x="130135" y="6024"/>
                  </a:cubicBezTo>
                  <a:cubicBezTo>
                    <a:pt x="120515" y="127658"/>
                    <a:pt x="27360" y="133945"/>
                    <a:pt x="8501" y="1339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5537456" y="4508294"/>
              <a:ext cx="306281" cy="10958"/>
            </a:xfrm>
            <a:custGeom>
              <a:rect b="b" l="l" r="r" t="t"/>
              <a:pathLst>
                <a:path extrusionOk="0" h="11239" w="314134">
                  <a:moveTo>
                    <a:pt x="308515" y="11239"/>
                  </a:moveTo>
                  <a:lnTo>
                    <a:pt x="5620" y="11239"/>
                  </a:lnTo>
                  <a:cubicBezTo>
                    <a:pt x="2477" y="11239"/>
                    <a:pt x="0" y="8763"/>
                    <a:pt x="0" y="5620"/>
                  </a:cubicBezTo>
                  <a:cubicBezTo>
                    <a:pt x="0" y="2477"/>
                    <a:pt x="2477" y="0"/>
                    <a:pt x="5620" y="0"/>
                  </a:cubicBezTo>
                  <a:lnTo>
                    <a:pt x="308515" y="0"/>
                  </a:lnTo>
                  <a:cubicBezTo>
                    <a:pt x="311658" y="0"/>
                    <a:pt x="314134" y="2477"/>
                    <a:pt x="314134" y="5620"/>
                  </a:cubicBezTo>
                  <a:cubicBezTo>
                    <a:pt x="314134" y="8763"/>
                    <a:pt x="311658" y="11239"/>
                    <a:pt x="308515" y="11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6223498" y="4508294"/>
              <a:ext cx="306281" cy="10958"/>
            </a:xfrm>
            <a:custGeom>
              <a:rect b="b" l="l" r="r" t="t"/>
              <a:pathLst>
                <a:path extrusionOk="0" h="11239" w="314134">
                  <a:moveTo>
                    <a:pt x="308515" y="11239"/>
                  </a:moveTo>
                  <a:lnTo>
                    <a:pt x="5620" y="11239"/>
                  </a:lnTo>
                  <a:cubicBezTo>
                    <a:pt x="2476" y="11239"/>
                    <a:pt x="0" y="8763"/>
                    <a:pt x="0" y="5620"/>
                  </a:cubicBezTo>
                  <a:cubicBezTo>
                    <a:pt x="0" y="2477"/>
                    <a:pt x="2476" y="0"/>
                    <a:pt x="5620" y="0"/>
                  </a:cubicBezTo>
                  <a:lnTo>
                    <a:pt x="308515" y="0"/>
                  </a:lnTo>
                  <a:cubicBezTo>
                    <a:pt x="311658" y="0"/>
                    <a:pt x="314134" y="2477"/>
                    <a:pt x="314134" y="5620"/>
                  </a:cubicBezTo>
                  <a:cubicBezTo>
                    <a:pt x="314134" y="8763"/>
                    <a:pt x="311658" y="11239"/>
                    <a:pt x="308515" y="112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5786782" y="1830823"/>
              <a:ext cx="615905" cy="701689"/>
            </a:xfrm>
            <a:custGeom>
              <a:rect b="b" l="l" r="r" t="t"/>
              <a:pathLst>
                <a:path extrusionOk="0" h="719681" w="631697">
                  <a:moveTo>
                    <a:pt x="631507" y="719681"/>
                  </a:moveTo>
                  <a:lnTo>
                    <a:pt x="66580" y="719681"/>
                  </a:lnTo>
                  <a:lnTo>
                    <a:pt x="62198" y="674819"/>
                  </a:lnTo>
                  <a:lnTo>
                    <a:pt x="58388" y="636719"/>
                  </a:lnTo>
                  <a:lnTo>
                    <a:pt x="49054" y="541659"/>
                  </a:lnTo>
                  <a:lnTo>
                    <a:pt x="31909" y="367732"/>
                  </a:lnTo>
                  <a:lnTo>
                    <a:pt x="31909" y="367732"/>
                  </a:lnTo>
                  <a:cubicBezTo>
                    <a:pt x="31909" y="367732"/>
                    <a:pt x="30289" y="350587"/>
                    <a:pt x="30289" y="350587"/>
                  </a:cubicBezTo>
                  <a:lnTo>
                    <a:pt x="30099" y="348397"/>
                  </a:lnTo>
                  <a:lnTo>
                    <a:pt x="30099" y="348397"/>
                  </a:lnTo>
                  <a:cubicBezTo>
                    <a:pt x="30099" y="348397"/>
                    <a:pt x="23336" y="279531"/>
                    <a:pt x="23336" y="279531"/>
                  </a:cubicBezTo>
                  <a:lnTo>
                    <a:pt x="0" y="43311"/>
                  </a:lnTo>
                  <a:cubicBezTo>
                    <a:pt x="571" y="43120"/>
                    <a:pt x="1238" y="42930"/>
                    <a:pt x="1810" y="42739"/>
                  </a:cubicBezTo>
                  <a:cubicBezTo>
                    <a:pt x="7429" y="41025"/>
                    <a:pt x="13049" y="39310"/>
                    <a:pt x="18669" y="37787"/>
                  </a:cubicBezTo>
                  <a:cubicBezTo>
                    <a:pt x="22765" y="36548"/>
                    <a:pt x="26765" y="35405"/>
                    <a:pt x="30861" y="34262"/>
                  </a:cubicBezTo>
                  <a:cubicBezTo>
                    <a:pt x="37052" y="32548"/>
                    <a:pt x="43148" y="30929"/>
                    <a:pt x="49244" y="29309"/>
                  </a:cubicBezTo>
                  <a:cubicBezTo>
                    <a:pt x="53626" y="28166"/>
                    <a:pt x="58007" y="27023"/>
                    <a:pt x="62389" y="25976"/>
                  </a:cubicBezTo>
                  <a:cubicBezTo>
                    <a:pt x="115348" y="12926"/>
                    <a:pt x="164878" y="4925"/>
                    <a:pt x="211169" y="1782"/>
                  </a:cubicBezTo>
                  <a:cubicBezTo>
                    <a:pt x="215551" y="1401"/>
                    <a:pt x="219932" y="1210"/>
                    <a:pt x="224314" y="925"/>
                  </a:cubicBezTo>
                  <a:cubicBezTo>
                    <a:pt x="240125" y="68"/>
                    <a:pt x="255556" y="-123"/>
                    <a:pt x="270510" y="68"/>
                  </a:cubicBezTo>
                  <a:lnTo>
                    <a:pt x="373094" y="11879"/>
                  </a:lnTo>
                  <a:lnTo>
                    <a:pt x="386239" y="13403"/>
                  </a:lnTo>
                  <a:lnTo>
                    <a:pt x="451866" y="21022"/>
                  </a:lnTo>
                  <a:lnTo>
                    <a:pt x="452056" y="21499"/>
                  </a:lnTo>
                  <a:lnTo>
                    <a:pt x="452533" y="22451"/>
                  </a:lnTo>
                  <a:lnTo>
                    <a:pt x="458629" y="34453"/>
                  </a:lnTo>
                  <a:lnTo>
                    <a:pt x="458629" y="34453"/>
                  </a:lnTo>
                  <a:cubicBezTo>
                    <a:pt x="458629" y="34453"/>
                    <a:pt x="535019" y="186758"/>
                    <a:pt x="535019" y="186758"/>
                  </a:cubicBezTo>
                  <a:lnTo>
                    <a:pt x="548164" y="212856"/>
                  </a:lnTo>
                  <a:lnTo>
                    <a:pt x="549973" y="216571"/>
                  </a:lnTo>
                  <a:lnTo>
                    <a:pt x="562547" y="294104"/>
                  </a:lnTo>
                  <a:lnTo>
                    <a:pt x="568928" y="333443"/>
                  </a:lnTo>
                  <a:lnTo>
                    <a:pt x="571024" y="346206"/>
                  </a:lnTo>
                  <a:lnTo>
                    <a:pt x="631698" y="71968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6012191" y="2522508"/>
              <a:ext cx="174293" cy="110746"/>
            </a:xfrm>
            <a:custGeom>
              <a:rect b="b" l="l" r="r" t="t"/>
              <a:pathLst>
                <a:path extrusionOk="0" h="113586" w="178762">
                  <a:moveTo>
                    <a:pt x="170170" y="68574"/>
                  </a:moveTo>
                  <a:cubicBezTo>
                    <a:pt x="160645" y="77052"/>
                    <a:pt x="146072" y="77242"/>
                    <a:pt x="136261" y="68574"/>
                  </a:cubicBezTo>
                  <a:cubicBezTo>
                    <a:pt x="119878" y="54001"/>
                    <a:pt x="99780" y="47810"/>
                    <a:pt x="83874" y="52477"/>
                  </a:cubicBezTo>
                  <a:cubicBezTo>
                    <a:pt x="64538" y="58002"/>
                    <a:pt x="54822" y="78766"/>
                    <a:pt x="50060" y="95149"/>
                  </a:cubicBezTo>
                  <a:cubicBezTo>
                    <a:pt x="46155" y="108675"/>
                    <a:pt x="31962" y="116485"/>
                    <a:pt x="18437" y="112580"/>
                  </a:cubicBezTo>
                  <a:cubicBezTo>
                    <a:pt x="4911" y="108675"/>
                    <a:pt x="-2899" y="94482"/>
                    <a:pt x="1006" y="80957"/>
                  </a:cubicBezTo>
                  <a:cubicBezTo>
                    <a:pt x="12817" y="40381"/>
                    <a:pt x="37201" y="12758"/>
                    <a:pt x="69681" y="3424"/>
                  </a:cubicBezTo>
                  <a:cubicBezTo>
                    <a:pt x="102352" y="-6006"/>
                    <a:pt x="140833" y="4376"/>
                    <a:pt x="170170" y="30474"/>
                  </a:cubicBezTo>
                  <a:cubicBezTo>
                    <a:pt x="180743" y="39809"/>
                    <a:pt x="181695" y="56002"/>
                    <a:pt x="172266" y="66574"/>
                  </a:cubicBezTo>
                  <a:cubicBezTo>
                    <a:pt x="171599" y="67336"/>
                    <a:pt x="170837" y="68098"/>
                    <a:pt x="170075" y="68765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1"/>
            <p:cNvSpPr/>
            <p:nvPr/>
          </p:nvSpPr>
          <p:spPr>
            <a:xfrm>
              <a:off x="6023056" y="2478585"/>
              <a:ext cx="174256" cy="110746"/>
            </a:xfrm>
            <a:custGeom>
              <a:rect b="b" l="l" r="r" t="t"/>
              <a:pathLst>
                <a:path extrusionOk="0" h="113586" w="178724">
                  <a:moveTo>
                    <a:pt x="170170" y="68574"/>
                  </a:moveTo>
                  <a:cubicBezTo>
                    <a:pt x="160645" y="77052"/>
                    <a:pt x="146072" y="77242"/>
                    <a:pt x="136261" y="68574"/>
                  </a:cubicBezTo>
                  <a:cubicBezTo>
                    <a:pt x="119878" y="54001"/>
                    <a:pt x="99876" y="47905"/>
                    <a:pt x="83874" y="52477"/>
                  </a:cubicBezTo>
                  <a:cubicBezTo>
                    <a:pt x="64538" y="58002"/>
                    <a:pt x="54822" y="78766"/>
                    <a:pt x="50060" y="95149"/>
                  </a:cubicBezTo>
                  <a:cubicBezTo>
                    <a:pt x="46155" y="108675"/>
                    <a:pt x="31962" y="116485"/>
                    <a:pt x="18437" y="112580"/>
                  </a:cubicBezTo>
                  <a:cubicBezTo>
                    <a:pt x="4911" y="108675"/>
                    <a:pt x="-2899" y="94483"/>
                    <a:pt x="1006" y="80957"/>
                  </a:cubicBezTo>
                  <a:cubicBezTo>
                    <a:pt x="12817" y="40285"/>
                    <a:pt x="37201" y="12758"/>
                    <a:pt x="69681" y="3424"/>
                  </a:cubicBezTo>
                  <a:cubicBezTo>
                    <a:pt x="102352" y="-6006"/>
                    <a:pt x="140833" y="4376"/>
                    <a:pt x="170170" y="30474"/>
                  </a:cubicBezTo>
                  <a:cubicBezTo>
                    <a:pt x="180743" y="39809"/>
                    <a:pt x="181600" y="56002"/>
                    <a:pt x="172266" y="66479"/>
                  </a:cubicBezTo>
                  <a:cubicBezTo>
                    <a:pt x="171599" y="67241"/>
                    <a:pt x="170837" y="68003"/>
                    <a:pt x="170170" y="68574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1"/>
            <p:cNvSpPr/>
            <p:nvPr/>
          </p:nvSpPr>
          <p:spPr>
            <a:xfrm>
              <a:off x="6033921" y="2434663"/>
              <a:ext cx="174293" cy="110745"/>
            </a:xfrm>
            <a:custGeom>
              <a:rect b="b" l="l" r="r" t="t"/>
              <a:pathLst>
                <a:path extrusionOk="0" h="113585" w="178762">
                  <a:moveTo>
                    <a:pt x="170170" y="68574"/>
                  </a:moveTo>
                  <a:cubicBezTo>
                    <a:pt x="160645" y="77052"/>
                    <a:pt x="146072" y="77242"/>
                    <a:pt x="136261" y="68574"/>
                  </a:cubicBezTo>
                  <a:cubicBezTo>
                    <a:pt x="119878" y="54001"/>
                    <a:pt x="99780" y="47810"/>
                    <a:pt x="83874" y="52477"/>
                  </a:cubicBezTo>
                  <a:cubicBezTo>
                    <a:pt x="64633" y="58002"/>
                    <a:pt x="54822" y="78766"/>
                    <a:pt x="50060" y="95149"/>
                  </a:cubicBezTo>
                  <a:cubicBezTo>
                    <a:pt x="46155" y="108675"/>
                    <a:pt x="31962" y="116485"/>
                    <a:pt x="18437" y="112580"/>
                  </a:cubicBezTo>
                  <a:cubicBezTo>
                    <a:pt x="4911" y="108675"/>
                    <a:pt x="-2899" y="94483"/>
                    <a:pt x="1006" y="80957"/>
                  </a:cubicBezTo>
                  <a:cubicBezTo>
                    <a:pt x="12817" y="40285"/>
                    <a:pt x="37201" y="12758"/>
                    <a:pt x="69681" y="3424"/>
                  </a:cubicBezTo>
                  <a:cubicBezTo>
                    <a:pt x="102352" y="-6006"/>
                    <a:pt x="140833" y="4376"/>
                    <a:pt x="170170" y="30474"/>
                  </a:cubicBezTo>
                  <a:cubicBezTo>
                    <a:pt x="180743" y="39809"/>
                    <a:pt x="181695" y="56001"/>
                    <a:pt x="172266" y="66574"/>
                  </a:cubicBezTo>
                  <a:cubicBezTo>
                    <a:pt x="171599" y="67336"/>
                    <a:pt x="170837" y="68098"/>
                    <a:pt x="170075" y="68765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6044785" y="2390741"/>
              <a:ext cx="174293" cy="110746"/>
            </a:xfrm>
            <a:custGeom>
              <a:rect b="b" l="l" r="r" t="t"/>
              <a:pathLst>
                <a:path extrusionOk="0" h="113586" w="178762">
                  <a:moveTo>
                    <a:pt x="170170" y="68575"/>
                  </a:moveTo>
                  <a:cubicBezTo>
                    <a:pt x="160645" y="77052"/>
                    <a:pt x="146072" y="77242"/>
                    <a:pt x="136261" y="68575"/>
                  </a:cubicBezTo>
                  <a:cubicBezTo>
                    <a:pt x="119878" y="54001"/>
                    <a:pt x="99875" y="47905"/>
                    <a:pt x="83874" y="52477"/>
                  </a:cubicBezTo>
                  <a:cubicBezTo>
                    <a:pt x="64538" y="58097"/>
                    <a:pt x="54822" y="78766"/>
                    <a:pt x="50060" y="95149"/>
                  </a:cubicBezTo>
                  <a:cubicBezTo>
                    <a:pt x="46154" y="108675"/>
                    <a:pt x="31962" y="116485"/>
                    <a:pt x="18437" y="112580"/>
                  </a:cubicBezTo>
                  <a:cubicBezTo>
                    <a:pt x="4911" y="108675"/>
                    <a:pt x="-2899" y="94482"/>
                    <a:pt x="1006" y="80957"/>
                  </a:cubicBezTo>
                  <a:cubicBezTo>
                    <a:pt x="12817" y="40285"/>
                    <a:pt x="37201" y="12758"/>
                    <a:pt x="69681" y="3423"/>
                  </a:cubicBezTo>
                  <a:cubicBezTo>
                    <a:pt x="102352" y="-6006"/>
                    <a:pt x="140833" y="4376"/>
                    <a:pt x="170170" y="30475"/>
                  </a:cubicBezTo>
                  <a:cubicBezTo>
                    <a:pt x="180743" y="39809"/>
                    <a:pt x="181695" y="56001"/>
                    <a:pt x="172266" y="66479"/>
                  </a:cubicBezTo>
                  <a:cubicBezTo>
                    <a:pt x="171599" y="67241"/>
                    <a:pt x="170837" y="68003"/>
                    <a:pt x="170170" y="68575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1"/>
            <p:cNvSpPr/>
            <p:nvPr/>
          </p:nvSpPr>
          <p:spPr>
            <a:xfrm>
              <a:off x="5948357" y="2419986"/>
              <a:ext cx="123794" cy="262531"/>
            </a:xfrm>
            <a:custGeom>
              <a:rect b="b" l="l" r="r" t="t"/>
              <a:pathLst>
                <a:path extrusionOk="0" h="269263" w="126968">
                  <a:moveTo>
                    <a:pt x="0" y="266700"/>
                  </a:moveTo>
                  <a:cubicBezTo>
                    <a:pt x="76200" y="278606"/>
                    <a:pt x="109347" y="248126"/>
                    <a:pt x="117538" y="194119"/>
                  </a:cubicBezTo>
                  <a:cubicBezTo>
                    <a:pt x="125730" y="140017"/>
                    <a:pt x="126968" y="0"/>
                    <a:pt x="126968" y="0"/>
                  </a:cubicBezTo>
                  <a:cubicBezTo>
                    <a:pt x="79343" y="45815"/>
                    <a:pt x="27432" y="38576"/>
                    <a:pt x="27432" y="38576"/>
                  </a:cubicBezTo>
                  <a:lnTo>
                    <a:pt x="0" y="266700"/>
                  </a:ln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1"/>
            <p:cNvSpPr/>
            <p:nvPr/>
          </p:nvSpPr>
          <p:spPr>
            <a:xfrm>
              <a:off x="6047348" y="2518512"/>
              <a:ext cx="121317" cy="38259"/>
            </a:xfrm>
            <a:custGeom>
              <a:rect b="b" l="l" r="r" t="t"/>
              <a:pathLst>
                <a:path extrusionOk="0" h="39240" w="124428">
                  <a:moveTo>
                    <a:pt x="5617" y="39240"/>
                  </a:moveTo>
                  <a:cubicBezTo>
                    <a:pt x="4569" y="39240"/>
                    <a:pt x="3426" y="38955"/>
                    <a:pt x="2473" y="38288"/>
                  </a:cubicBezTo>
                  <a:cubicBezTo>
                    <a:pt x="-98" y="36573"/>
                    <a:pt x="-765" y="33049"/>
                    <a:pt x="949" y="30477"/>
                  </a:cubicBezTo>
                  <a:cubicBezTo>
                    <a:pt x="41621" y="-30483"/>
                    <a:pt x="120964" y="18762"/>
                    <a:pt x="121822" y="19238"/>
                  </a:cubicBezTo>
                  <a:cubicBezTo>
                    <a:pt x="124393" y="20857"/>
                    <a:pt x="125251" y="24381"/>
                    <a:pt x="123536" y="26953"/>
                  </a:cubicBezTo>
                  <a:cubicBezTo>
                    <a:pt x="121917" y="29620"/>
                    <a:pt x="118393" y="30382"/>
                    <a:pt x="115821" y="28668"/>
                  </a:cubicBezTo>
                  <a:cubicBezTo>
                    <a:pt x="112963" y="26858"/>
                    <a:pt x="44955" y="-15243"/>
                    <a:pt x="10284" y="36669"/>
                  </a:cubicBezTo>
                  <a:cubicBezTo>
                    <a:pt x="9236" y="38288"/>
                    <a:pt x="7426" y="39145"/>
                    <a:pt x="5617" y="39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6058584" y="2474962"/>
              <a:ext cx="121317" cy="38259"/>
            </a:xfrm>
            <a:custGeom>
              <a:rect b="b" l="l" r="r" t="t"/>
              <a:pathLst>
                <a:path extrusionOk="0" h="39240" w="124428">
                  <a:moveTo>
                    <a:pt x="5617" y="39240"/>
                  </a:moveTo>
                  <a:cubicBezTo>
                    <a:pt x="4569" y="39240"/>
                    <a:pt x="3426" y="38955"/>
                    <a:pt x="2473" y="38288"/>
                  </a:cubicBezTo>
                  <a:cubicBezTo>
                    <a:pt x="-98" y="36573"/>
                    <a:pt x="-765" y="33049"/>
                    <a:pt x="949" y="30477"/>
                  </a:cubicBezTo>
                  <a:cubicBezTo>
                    <a:pt x="41621" y="-30483"/>
                    <a:pt x="120964" y="18762"/>
                    <a:pt x="121822" y="19238"/>
                  </a:cubicBezTo>
                  <a:cubicBezTo>
                    <a:pt x="124393" y="20857"/>
                    <a:pt x="125251" y="24381"/>
                    <a:pt x="123536" y="26953"/>
                  </a:cubicBezTo>
                  <a:cubicBezTo>
                    <a:pt x="121822" y="29525"/>
                    <a:pt x="118393" y="30382"/>
                    <a:pt x="115821" y="28668"/>
                  </a:cubicBezTo>
                  <a:cubicBezTo>
                    <a:pt x="112963" y="26858"/>
                    <a:pt x="44860" y="-15243"/>
                    <a:pt x="10284" y="36669"/>
                  </a:cubicBezTo>
                  <a:cubicBezTo>
                    <a:pt x="9236" y="38288"/>
                    <a:pt x="7426" y="39145"/>
                    <a:pt x="5617" y="39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6069819" y="2431504"/>
              <a:ext cx="121317" cy="38259"/>
            </a:xfrm>
            <a:custGeom>
              <a:rect b="b" l="l" r="r" t="t"/>
              <a:pathLst>
                <a:path extrusionOk="0" h="39240" w="124428">
                  <a:moveTo>
                    <a:pt x="5617" y="39240"/>
                  </a:moveTo>
                  <a:cubicBezTo>
                    <a:pt x="4569" y="39240"/>
                    <a:pt x="3426" y="38955"/>
                    <a:pt x="2473" y="38288"/>
                  </a:cubicBezTo>
                  <a:cubicBezTo>
                    <a:pt x="-98" y="36573"/>
                    <a:pt x="-765" y="33049"/>
                    <a:pt x="949" y="30478"/>
                  </a:cubicBezTo>
                  <a:cubicBezTo>
                    <a:pt x="41621" y="-30483"/>
                    <a:pt x="120964" y="18762"/>
                    <a:pt x="121822" y="19238"/>
                  </a:cubicBezTo>
                  <a:cubicBezTo>
                    <a:pt x="124393" y="20857"/>
                    <a:pt x="125251" y="24382"/>
                    <a:pt x="123536" y="26953"/>
                  </a:cubicBezTo>
                  <a:cubicBezTo>
                    <a:pt x="121822" y="29525"/>
                    <a:pt x="118393" y="30382"/>
                    <a:pt x="115821" y="28668"/>
                  </a:cubicBezTo>
                  <a:cubicBezTo>
                    <a:pt x="112963" y="26858"/>
                    <a:pt x="44955" y="-15243"/>
                    <a:pt x="10284" y="36669"/>
                  </a:cubicBezTo>
                  <a:cubicBezTo>
                    <a:pt x="9236" y="38288"/>
                    <a:pt x="7426" y="39145"/>
                    <a:pt x="5617" y="39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5285171" y="1871375"/>
              <a:ext cx="708203" cy="810651"/>
            </a:xfrm>
            <a:custGeom>
              <a:rect b="b" l="l" r="r" t="t"/>
              <a:pathLst>
                <a:path extrusionOk="0" h="831437" w="726362">
                  <a:moveTo>
                    <a:pt x="726362" y="601218"/>
                  </a:moveTo>
                  <a:lnTo>
                    <a:pt x="725410" y="606171"/>
                  </a:lnTo>
                  <a:lnTo>
                    <a:pt x="711980" y="678085"/>
                  </a:lnTo>
                  <a:lnTo>
                    <a:pt x="683786" y="829342"/>
                  </a:lnTo>
                  <a:cubicBezTo>
                    <a:pt x="664355" y="825722"/>
                    <a:pt x="621968" y="826008"/>
                    <a:pt x="576629" y="827151"/>
                  </a:cubicBezTo>
                  <a:cubicBezTo>
                    <a:pt x="572248" y="827246"/>
                    <a:pt x="567866" y="827342"/>
                    <a:pt x="563485" y="827532"/>
                  </a:cubicBezTo>
                  <a:cubicBezTo>
                    <a:pt x="551388" y="827818"/>
                    <a:pt x="539291" y="828199"/>
                    <a:pt x="527385" y="828580"/>
                  </a:cubicBezTo>
                  <a:cubicBezTo>
                    <a:pt x="489761" y="829818"/>
                    <a:pt x="451852" y="831056"/>
                    <a:pt x="414609" y="831437"/>
                  </a:cubicBezTo>
                  <a:cubicBezTo>
                    <a:pt x="410228" y="831437"/>
                    <a:pt x="405846" y="831437"/>
                    <a:pt x="401465" y="831437"/>
                  </a:cubicBezTo>
                  <a:lnTo>
                    <a:pt x="393654" y="831437"/>
                  </a:lnTo>
                  <a:cubicBezTo>
                    <a:pt x="344505" y="831437"/>
                    <a:pt x="296785" y="829627"/>
                    <a:pt x="252684" y="823817"/>
                  </a:cubicBezTo>
                  <a:cubicBezTo>
                    <a:pt x="248303" y="823246"/>
                    <a:pt x="243921" y="822674"/>
                    <a:pt x="239540" y="821912"/>
                  </a:cubicBezTo>
                  <a:cubicBezTo>
                    <a:pt x="181532" y="813149"/>
                    <a:pt x="130288" y="796957"/>
                    <a:pt x="90759" y="768382"/>
                  </a:cubicBezTo>
                  <a:cubicBezTo>
                    <a:pt x="86187" y="765143"/>
                    <a:pt x="81806" y="761714"/>
                    <a:pt x="77615" y="758095"/>
                  </a:cubicBezTo>
                  <a:cubicBezTo>
                    <a:pt x="59612" y="742759"/>
                    <a:pt x="44468" y="724281"/>
                    <a:pt x="32847" y="702088"/>
                  </a:cubicBezTo>
                  <a:cubicBezTo>
                    <a:pt x="-11730" y="616934"/>
                    <a:pt x="-10873" y="504825"/>
                    <a:pt x="35038" y="394621"/>
                  </a:cubicBezTo>
                  <a:cubicBezTo>
                    <a:pt x="46849" y="366427"/>
                    <a:pt x="61041" y="339090"/>
                    <a:pt x="77519" y="312801"/>
                  </a:cubicBezTo>
                  <a:cubicBezTo>
                    <a:pt x="81710" y="306038"/>
                    <a:pt x="86092" y="299371"/>
                    <a:pt x="90664" y="292798"/>
                  </a:cubicBezTo>
                  <a:cubicBezTo>
                    <a:pt x="129812" y="235648"/>
                    <a:pt x="180104" y="183737"/>
                    <a:pt x="239444" y="138684"/>
                  </a:cubicBezTo>
                  <a:cubicBezTo>
                    <a:pt x="243826" y="135446"/>
                    <a:pt x="248112" y="132112"/>
                    <a:pt x="252589" y="128969"/>
                  </a:cubicBezTo>
                  <a:cubicBezTo>
                    <a:pt x="297547" y="96393"/>
                    <a:pt x="347363" y="67437"/>
                    <a:pt x="401369" y="43053"/>
                  </a:cubicBezTo>
                  <a:cubicBezTo>
                    <a:pt x="405751" y="41053"/>
                    <a:pt x="410037" y="39148"/>
                    <a:pt x="414514" y="37243"/>
                  </a:cubicBezTo>
                  <a:cubicBezTo>
                    <a:pt x="446804" y="23241"/>
                    <a:pt x="480522" y="10763"/>
                    <a:pt x="515574" y="0"/>
                  </a:cubicBezTo>
                  <a:lnTo>
                    <a:pt x="515860" y="1048"/>
                  </a:lnTo>
                  <a:lnTo>
                    <a:pt x="563294" y="155353"/>
                  </a:lnTo>
                  <a:lnTo>
                    <a:pt x="576439" y="198025"/>
                  </a:lnTo>
                  <a:lnTo>
                    <a:pt x="583773" y="221837"/>
                  </a:lnTo>
                  <a:cubicBezTo>
                    <a:pt x="581297" y="222599"/>
                    <a:pt x="578915" y="223361"/>
                    <a:pt x="576439" y="224123"/>
                  </a:cubicBezTo>
                  <a:cubicBezTo>
                    <a:pt x="572057" y="225457"/>
                    <a:pt x="567676" y="226886"/>
                    <a:pt x="563294" y="228409"/>
                  </a:cubicBezTo>
                  <a:cubicBezTo>
                    <a:pt x="554531" y="231362"/>
                    <a:pt x="545959" y="234410"/>
                    <a:pt x="537386" y="237744"/>
                  </a:cubicBezTo>
                  <a:cubicBezTo>
                    <a:pt x="492714" y="254794"/>
                    <a:pt x="451376" y="275653"/>
                    <a:pt x="414514" y="299561"/>
                  </a:cubicBezTo>
                  <a:cubicBezTo>
                    <a:pt x="410132" y="302419"/>
                    <a:pt x="405751" y="305371"/>
                    <a:pt x="401369" y="308324"/>
                  </a:cubicBezTo>
                  <a:cubicBezTo>
                    <a:pt x="332885" y="355378"/>
                    <a:pt x="280973" y="413004"/>
                    <a:pt x="252589" y="476059"/>
                  </a:cubicBezTo>
                  <a:cubicBezTo>
                    <a:pt x="251446" y="478726"/>
                    <a:pt x="250303" y="481298"/>
                    <a:pt x="249160" y="483965"/>
                  </a:cubicBezTo>
                  <a:cubicBezTo>
                    <a:pt x="245159" y="493490"/>
                    <a:pt x="242016" y="502634"/>
                    <a:pt x="239444" y="511397"/>
                  </a:cubicBezTo>
                  <a:cubicBezTo>
                    <a:pt x="236206" y="522542"/>
                    <a:pt x="234110" y="533114"/>
                    <a:pt x="232967" y="542734"/>
                  </a:cubicBezTo>
                  <a:cubicBezTo>
                    <a:pt x="231729" y="553117"/>
                    <a:pt x="234206" y="563118"/>
                    <a:pt x="239444" y="571405"/>
                  </a:cubicBezTo>
                  <a:cubicBezTo>
                    <a:pt x="242778" y="576739"/>
                    <a:pt x="247255" y="581406"/>
                    <a:pt x="252589" y="584930"/>
                  </a:cubicBezTo>
                  <a:cubicBezTo>
                    <a:pt x="257828" y="588359"/>
                    <a:pt x="263924" y="590836"/>
                    <a:pt x="270496" y="591884"/>
                  </a:cubicBezTo>
                  <a:cubicBezTo>
                    <a:pt x="284783" y="594170"/>
                    <a:pt x="303452" y="596265"/>
                    <a:pt x="327360" y="597598"/>
                  </a:cubicBezTo>
                  <a:cubicBezTo>
                    <a:pt x="350982" y="598932"/>
                    <a:pt x="375842" y="599408"/>
                    <a:pt x="401465" y="599313"/>
                  </a:cubicBezTo>
                  <a:cubicBezTo>
                    <a:pt x="405846" y="599313"/>
                    <a:pt x="410132" y="599313"/>
                    <a:pt x="414609" y="599313"/>
                  </a:cubicBezTo>
                  <a:cubicBezTo>
                    <a:pt x="449280" y="599027"/>
                    <a:pt x="484808" y="597789"/>
                    <a:pt x="519765" y="596646"/>
                  </a:cubicBezTo>
                  <a:cubicBezTo>
                    <a:pt x="534719" y="596170"/>
                    <a:pt x="549293" y="595693"/>
                    <a:pt x="563390" y="595313"/>
                  </a:cubicBezTo>
                  <a:cubicBezTo>
                    <a:pt x="566533" y="595313"/>
                    <a:pt x="569676" y="595122"/>
                    <a:pt x="572724" y="595027"/>
                  </a:cubicBezTo>
                  <a:cubicBezTo>
                    <a:pt x="573962" y="595027"/>
                    <a:pt x="575201" y="595027"/>
                    <a:pt x="576534" y="595027"/>
                  </a:cubicBezTo>
                  <a:cubicBezTo>
                    <a:pt x="635303" y="593598"/>
                    <a:pt x="686262" y="593884"/>
                    <a:pt x="725315" y="601027"/>
                  </a:cubicBezTo>
                  <a:cubicBezTo>
                    <a:pt x="725600" y="601027"/>
                    <a:pt x="725886" y="601123"/>
                    <a:pt x="726267" y="6012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5794466" y="1954909"/>
              <a:ext cx="28558" cy="204350"/>
            </a:xfrm>
            <a:custGeom>
              <a:rect b="b" l="l" r="r" t="t"/>
              <a:pathLst>
                <a:path extrusionOk="0" h="209590" w="29290">
                  <a:moveTo>
                    <a:pt x="23741" y="209590"/>
                  </a:moveTo>
                  <a:cubicBezTo>
                    <a:pt x="20884" y="209590"/>
                    <a:pt x="18407" y="207399"/>
                    <a:pt x="18122" y="204447"/>
                  </a:cubicBezTo>
                  <a:lnTo>
                    <a:pt x="24" y="6136"/>
                  </a:lnTo>
                  <a:cubicBezTo>
                    <a:pt x="-262" y="3088"/>
                    <a:pt x="2024" y="326"/>
                    <a:pt x="5072" y="40"/>
                  </a:cubicBezTo>
                  <a:cubicBezTo>
                    <a:pt x="8120" y="-341"/>
                    <a:pt x="10883" y="2040"/>
                    <a:pt x="11169" y="5088"/>
                  </a:cubicBezTo>
                  <a:lnTo>
                    <a:pt x="29266" y="203399"/>
                  </a:lnTo>
                  <a:cubicBezTo>
                    <a:pt x="29552" y="206447"/>
                    <a:pt x="27266" y="209209"/>
                    <a:pt x="24218" y="209495"/>
                  </a:cubicBezTo>
                  <a:cubicBezTo>
                    <a:pt x="24027" y="209495"/>
                    <a:pt x="23837" y="209495"/>
                    <a:pt x="23741" y="2094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6296045" y="1929413"/>
              <a:ext cx="108700" cy="589344"/>
            </a:xfrm>
            <a:custGeom>
              <a:rect b="b" l="l" r="r" t="t"/>
              <a:pathLst>
                <a:path extrusionOk="0" h="604455" w="111487">
                  <a:moveTo>
                    <a:pt x="105893" y="604455"/>
                  </a:moveTo>
                  <a:cubicBezTo>
                    <a:pt x="103226" y="604455"/>
                    <a:pt x="100845" y="602550"/>
                    <a:pt x="100368" y="599788"/>
                  </a:cubicBezTo>
                  <a:lnTo>
                    <a:pt x="70" y="6571"/>
                  </a:lnTo>
                  <a:cubicBezTo>
                    <a:pt x="-406" y="3523"/>
                    <a:pt x="1594" y="666"/>
                    <a:pt x="4642" y="94"/>
                  </a:cubicBezTo>
                  <a:cubicBezTo>
                    <a:pt x="7690" y="-477"/>
                    <a:pt x="10548" y="1618"/>
                    <a:pt x="11119" y="4666"/>
                  </a:cubicBezTo>
                  <a:lnTo>
                    <a:pt x="111417" y="597883"/>
                  </a:lnTo>
                  <a:cubicBezTo>
                    <a:pt x="111894" y="600931"/>
                    <a:pt x="109893" y="603789"/>
                    <a:pt x="106845" y="604360"/>
                  </a:cubicBezTo>
                  <a:cubicBezTo>
                    <a:pt x="106560" y="604360"/>
                    <a:pt x="106179" y="604360"/>
                    <a:pt x="105893" y="6043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5943504" y="1492981"/>
              <a:ext cx="234609" cy="206905"/>
            </a:xfrm>
            <a:custGeom>
              <a:rect b="b" l="l" r="r" t="t"/>
              <a:pathLst>
                <a:path extrusionOk="0" h="212210" w="240625">
                  <a:moveTo>
                    <a:pt x="1644" y="130296"/>
                  </a:moveTo>
                  <a:cubicBezTo>
                    <a:pt x="3549" y="124676"/>
                    <a:pt x="7550" y="119532"/>
                    <a:pt x="13074" y="117532"/>
                  </a:cubicBezTo>
                  <a:cubicBezTo>
                    <a:pt x="8407" y="109912"/>
                    <a:pt x="3549" y="102197"/>
                    <a:pt x="1454" y="93529"/>
                  </a:cubicBezTo>
                  <a:cubicBezTo>
                    <a:pt x="-642" y="84861"/>
                    <a:pt x="215" y="74955"/>
                    <a:pt x="6026" y="68193"/>
                  </a:cubicBezTo>
                  <a:cubicBezTo>
                    <a:pt x="11740" y="61430"/>
                    <a:pt x="23075" y="59144"/>
                    <a:pt x="29838" y="64859"/>
                  </a:cubicBezTo>
                  <a:cubicBezTo>
                    <a:pt x="32505" y="55429"/>
                    <a:pt x="35363" y="45618"/>
                    <a:pt x="42125" y="38665"/>
                  </a:cubicBezTo>
                  <a:cubicBezTo>
                    <a:pt x="48888" y="31617"/>
                    <a:pt x="60890" y="28569"/>
                    <a:pt x="68510" y="34665"/>
                  </a:cubicBezTo>
                  <a:cubicBezTo>
                    <a:pt x="79940" y="26949"/>
                    <a:pt x="91655" y="19139"/>
                    <a:pt x="104990" y="15615"/>
                  </a:cubicBezTo>
                  <a:cubicBezTo>
                    <a:pt x="118325" y="12090"/>
                    <a:pt x="133756" y="13519"/>
                    <a:pt x="144043" y="22663"/>
                  </a:cubicBezTo>
                  <a:cubicBezTo>
                    <a:pt x="157378" y="15805"/>
                    <a:pt x="169856" y="7137"/>
                    <a:pt x="184143" y="2661"/>
                  </a:cubicBezTo>
                  <a:cubicBezTo>
                    <a:pt x="198431" y="-1816"/>
                    <a:pt x="215576" y="-1245"/>
                    <a:pt x="226529" y="9042"/>
                  </a:cubicBezTo>
                  <a:cubicBezTo>
                    <a:pt x="234626" y="16662"/>
                    <a:pt x="237959" y="28664"/>
                    <a:pt x="236435" y="39808"/>
                  </a:cubicBezTo>
                  <a:cubicBezTo>
                    <a:pt x="234911" y="50857"/>
                    <a:pt x="229101" y="61049"/>
                    <a:pt x="221672" y="69336"/>
                  </a:cubicBezTo>
                  <a:cubicBezTo>
                    <a:pt x="229577" y="67716"/>
                    <a:pt x="237674" y="73812"/>
                    <a:pt x="239864" y="81528"/>
                  </a:cubicBezTo>
                  <a:cubicBezTo>
                    <a:pt x="242055" y="89243"/>
                    <a:pt x="239293" y="97720"/>
                    <a:pt x="234435" y="104102"/>
                  </a:cubicBezTo>
                  <a:cubicBezTo>
                    <a:pt x="229482" y="110484"/>
                    <a:pt x="222719" y="115056"/>
                    <a:pt x="215766" y="119151"/>
                  </a:cubicBezTo>
                  <a:lnTo>
                    <a:pt x="32124" y="212211"/>
                  </a:lnTo>
                  <a:cubicBezTo>
                    <a:pt x="14027" y="195637"/>
                    <a:pt x="2501" y="172206"/>
                    <a:pt x="311" y="147822"/>
                  </a:cubicBezTo>
                  <a:cubicBezTo>
                    <a:pt x="-261" y="141916"/>
                    <a:pt x="-166" y="135915"/>
                    <a:pt x="1644" y="130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5933314" y="1831756"/>
              <a:ext cx="193476" cy="111607"/>
            </a:xfrm>
            <a:custGeom>
              <a:rect b="b" l="l" r="r" t="t"/>
              <a:pathLst>
                <a:path extrusionOk="0" h="114469" w="198437">
                  <a:moveTo>
                    <a:pt x="0" y="7397"/>
                  </a:moveTo>
                  <a:cubicBezTo>
                    <a:pt x="70485" y="143509"/>
                    <a:pt x="226600" y="156559"/>
                    <a:pt x="194024" y="7683"/>
                  </a:cubicBezTo>
                  <a:cubicBezTo>
                    <a:pt x="132969" y="-3080"/>
                    <a:pt x="67913" y="-1937"/>
                    <a:pt x="0" y="7397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1"/>
            <p:cNvSpPr/>
            <p:nvPr/>
          </p:nvSpPr>
          <p:spPr>
            <a:xfrm>
              <a:off x="5964886" y="1550786"/>
              <a:ext cx="198042" cy="340216"/>
            </a:xfrm>
            <a:custGeom>
              <a:rect b="b" l="l" r="r" t="t"/>
              <a:pathLst>
                <a:path extrusionOk="0" h="348940" w="203120">
                  <a:moveTo>
                    <a:pt x="191738" y="33187"/>
                  </a:moveTo>
                  <a:cubicBezTo>
                    <a:pt x="201644" y="95004"/>
                    <a:pt x="216217" y="177681"/>
                    <a:pt x="179546" y="205113"/>
                  </a:cubicBezTo>
                  <a:cubicBezTo>
                    <a:pt x="167830" y="213876"/>
                    <a:pt x="147542" y="214734"/>
                    <a:pt x="147542" y="214734"/>
                  </a:cubicBezTo>
                  <a:lnTo>
                    <a:pt x="142399" y="306555"/>
                  </a:lnTo>
                  <a:lnTo>
                    <a:pt x="82201" y="348941"/>
                  </a:lnTo>
                  <a:lnTo>
                    <a:pt x="0" y="306745"/>
                  </a:lnTo>
                  <a:lnTo>
                    <a:pt x="12859" y="79669"/>
                  </a:lnTo>
                  <a:lnTo>
                    <a:pt x="61722" y="9089"/>
                  </a:lnTo>
                  <a:cubicBezTo>
                    <a:pt x="61722" y="9089"/>
                    <a:pt x="182499" y="-22915"/>
                    <a:pt x="191738" y="33187"/>
                  </a:cubicBezTo>
                  <a:close/>
                </a:path>
              </a:pathLst>
            </a:custGeom>
            <a:solidFill>
              <a:srgbClr val="BE886F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1"/>
            <p:cNvSpPr/>
            <p:nvPr/>
          </p:nvSpPr>
          <p:spPr>
            <a:xfrm>
              <a:off x="5972629" y="1538681"/>
              <a:ext cx="176321" cy="154699"/>
            </a:xfrm>
            <a:custGeom>
              <a:rect b="b" l="l" r="r" t="t"/>
              <a:pathLst>
                <a:path extrusionOk="0" h="158666" w="180842">
                  <a:moveTo>
                    <a:pt x="534" y="158571"/>
                  </a:moveTo>
                  <a:lnTo>
                    <a:pt x="44064" y="120185"/>
                  </a:lnTo>
                  <a:cubicBezTo>
                    <a:pt x="13488" y="106850"/>
                    <a:pt x="11583" y="80656"/>
                    <a:pt x="28824" y="71703"/>
                  </a:cubicBezTo>
                  <a:cubicBezTo>
                    <a:pt x="46064" y="62749"/>
                    <a:pt x="58161" y="84181"/>
                    <a:pt x="58161" y="84181"/>
                  </a:cubicBezTo>
                  <a:cubicBezTo>
                    <a:pt x="70353" y="73608"/>
                    <a:pt x="54446" y="63702"/>
                    <a:pt x="57494" y="47605"/>
                  </a:cubicBezTo>
                  <a:cubicBezTo>
                    <a:pt x="60542" y="31507"/>
                    <a:pt x="149505" y="14458"/>
                    <a:pt x="180843" y="36175"/>
                  </a:cubicBezTo>
                  <a:cubicBezTo>
                    <a:pt x="170079" y="2170"/>
                    <a:pt x="53589" y="-18023"/>
                    <a:pt x="15679" y="22459"/>
                  </a:cubicBezTo>
                  <a:cubicBezTo>
                    <a:pt x="-4704" y="44176"/>
                    <a:pt x="630" y="158666"/>
                    <a:pt x="630" y="1586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1"/>
            <p:cNvSpPr/>
            <p:nvPr/>
          </p:nvSpPr>
          <p:spPr>
            <a:xfrm>
              <a:off x="6128722" y="1620972"/>
              <a:ext cx="25287" cy="16028"/>
            </a:xfrm>
            <a:custGeom>
              <a:rect b="b" l="l" r="r" t="t"/>
              <a:pathLst>
                <a:path extrusionOk="0" h="16439" w="25935">
                  <a:moveTo>
                    <a:pt x="5587" y="16344"/>
                  </a:moveTo>
                  <a:cubicBezTo>
                    <a:pt x="4825" y="16344"/>
                    <a:pt x="3967" y="16154"/>
                    <a:pt x="3205" y="15773"/>
                  </a:cubicBezTo>
                  <a:cubicBezTo>
                    <a:pt x="443" y="14439"/>
                    <a:pt x="-795" y="11105"/>
                    <a:pt x="538" y="8343"/>
                  </a:cubicBezTo>
                  <a:cubicBezTo>
                    <a:pt x="2729" y="3771"/>
                    <a:pt x="7301" y="437"/>
                    <a:pt x="12254" y="56"/>
                  </a:cubicBezTo>
                  <a:cubicBezTo>
                    <a:pt x="17493" y="-420"/>
                    <a:pt x="22446" y="2152"/>
                    <a:pt x="25113" y="6533"/>
                  </a:cubicBezTo>
                  <a:cubicBezTo>
                    <a:pt x="26732" y="9200"/>
                    <a:pt x="25875" y="12629"/>
                    <a:pt x="23303" y="14249"/>
                  </a:cubicBezTo>
                  <a:cubicBezTo>
                    <a:pt x="20636" y="15868"/>
                    <a:pt x="17207" y="15011"/>
                    <a:pt x="15588" y="12439"/>
                  </a:cubicBezTo>
                  <a:cubicBezTo>
                    <a:pt x="15112" y="11677"/>
                    <a:pt x="14064" y="11105"/>
                    <a:pt x="13302" y="11296"/>
                  </a:cubicBezTo>
                  <a:cubicBezTo>
                    <a:pt x="12350" y="11296"/>
                    <a:pt x="11207" y="12248"/>
                    <a:pt x="10730" y="13201"/>
                  </a:cubicBezTo>
                  <a:cubicBezTo>
                    <a:pt x="9778" y="15201"/>
                    <a:pt x="7778" y="16439"/>
                    <a:pt x="5682" y="16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6077185" y="1622448"/>
              <a:ext cx="33924" cy="18545"/>
            </a:xfrm>
            <a:custGeom>
              <a:rect b="b" l="l" r="r" t="t"/>
              <a:pathLst>
                <a:path extrusionOk="0" h="19020" w="34794">
                  <a:moveTo>
                    <a:pt x="5586" y="19021"/>
                  </a:moveTo>
                  <a:cubicBezTo>
                    <a:pt x="4348" y="19021"/>
                    <a:pt x="3110" y="18640"/>
                    <a:pt x="2157" y="17783"/>
                  </a:cubicBezTo>
                  <a:cubicBezTo>
                    <a:pt x="-319" y="15878"/>
                    <a:pt x="-700" y="12353"/>
                    <a:pt x="1205" y="9877"/>
                  </a:cubicBezTo>
                  <a:cubicBezTo>
                    <a:pt x="2729" y="7877"/>
                    <a:pt x="5205" y="5019"/>
                    <a:pt x="8539" y="2924"/>
                  </a:cubicBezTo>
                  <a:cubicBezTo>
                    <a:pt x="12254" y="542"/>
                    <a:pt x="16349" y="-410"/>
                    <a:pt x="20160" y="161"/>
                  </a:cubicBezTo>
                  <a:cubicBezTo>
                    <a:pt x="26732" y="1209"/>
                    <a:pt x="30828" y="6353"/>
                    <a:pt x="33590" y="9782"/>
                  </a:cubicBezTo>
                  <a:cubicBezTo>
                    <a:pt x="35495" y="12258"/>
                    <a:pt x="35114" y="15782"/>
                    <a:pt x="32637" y="17687"/>
                  </a:cubicBezTo>
                  <a:cubicBezTo>
                    <a:pt x="30256" y="19592"/>
                    <a:pt x="26732" y="19211"/>
                    <a:pt x="24732" y="16735"/>
                  </a:cubicBezTo>
                  <a:cubicBezTo>
                    <a:pt x="22636" y="14163"/>
                    <a:pt x="20445" y="11496"/>
                    <a:pt x="18445" y="11210"/>
                  </a:cubicBezTo>
                  <a:cubicBezTo>
                    <a:pt x="17397" y="11020"/>
                    <a:pt x="15969" y="11496"/>
                    <a:pt x="14635" y="12353"/>
                  </a:cubicBezTo>
                  <a:cubicBezTo>
                    <a:pt x="13206" y="13306"/>
                    <a:pt x="11778" y="14735"/>
                    <a:pt x="10063" y="16830"/>
                  </a:cubicBezTo>
                  <a:cubicBezTo>
                    <a:pt x="8920" y="18259"/>
                    <a:pt x="7301" y="18926"/>
                    <a:pt x="5682" y="189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6116952" y="1630555"/>
              <a:ext cx="18089" cy="43499"/>
            </a:xfrm>
            <a:custGeom>
              <a:rect b="b" l="l" r="r" t="t"/>
              <a:pathLst>
                <a:path extrusionOk="0" h="44614" w="18553">
                  <a:moveTo>
                    <a:pt x="12992" y="44615"/>
                  </a:moveTo>
                  <a:cubicBezTo>
                    <a:pt x="10420" y="44615"/>
                    <a:pt x="8134" y="42805"/>
                    <a:pt x="7467" y="40233"/>
                  </a:cubicBezTo>
                  <a:lnTo>
                    <a:pt x="133" y="6800"/>
                  </a:lnTo>
                  <a:cubicBezTo>
                    <a:pt x="-534" y="3752"/>
                    <a:pt x="1371" y="800"/>
                    <a:pt x="4419" y="133"/>
                  </a:cubicBezTo>
                  <a:cubicBezTo>
                    <a:pt x="7372" y="-534"/>
                    <a:pt x="10420" y="1371"/>
                    <a:pt x="11087" y="4419"/>
                  </a:cubicBezTo>
                  <a:lnTo>
                    <a:pt x="18421" y="37852"/>
                  </a:lnTo>
                  <a:cubicBezTo>
                    <a:pt x="19088" y="40900"/>
                    <a:pt x="17183" y="43853"/>
                    <a:pt x="14135" y="44519"/>
                  </a:cubicBezTo>
                  <a:cubicBezTo>
                    <a:pt x="13754" y="44519"/>
                    <a:pt x="13373" y="44615"/>
                    <a:pt x="12896" y="446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6091059" y="1663316"/>
              <a:ext cx="40020" cy="37480"/>
            </a:xfrm>
            <a:custGeom>
              <a:rect b="b" l="l" r="r" t="t"/>
              <a:pathLst>
                <a:path extrusionOk="0" h="38441" w="41046">
                  <a:moveTo>
                    <a:pt x="24978" y="38442"/>
                  </a:moveTo>
                  <a:cubicBezTo>
                    <a:pt x="24120" y="38442"/>
                    <a:pt x="23358" y="38442"/>
                    <a:pt x="22501" y="38346"/>
                  </a:cubicBezTo>
                  <a:cubicBezTo>
                    <a:pt x="16310" y="37680"/>
                    <a:pt x="10595" y="34441"/>
                    <a:pt x="6785" y="29393"/>
                  </a:cubicBezTo>
                  <a:cubicBezTo>
                    <a:pt x="2308" y="23487"/>
                    <a:pt x="1070" y="16248"/>
                    <a:pt x="117" y="9295"/>
                  </a:cubicBezTo>
                  <a:cubicBezTo>
                    <a:pt x="-645" y="3675"/>
                    <a:pt x="2499" y="1485"/>
                    <a:pt x="3927" y="723"/>
                  </a:cubicBezTo>
                  <a:cubicBezTo>
                    <a:pt x="5547" y="-39"/>
                    <a:pt x="8690" y="-897"/>
                    <a:pt x="12405" y="2151"/>
                  </a:cubicBezTo>
                  <a:lnTo>
                    <a:pt x="34503" y="20058"/>
                  </a:lnTo>
                  <a:cubicBezTo>
                    <a:pt x="35931" y="21106"/>
                    <a:pt x="37360" y="22249"/>
                    <a:pt x="38598" y="23487"/>
                  </a:cubicBezTo>
                  <a:cubicBezTo>
                    <a:pt x="39265" y="24249"/>
                    <a:pt x="41456" y="26440"/>
                    <a:pt x="40980" y="29774"/>
                  </a:cubicBezTo>
                  <a:cubicBezTo>
                    <a:pt x="40503" y="33108"/>
                    <a:pt x="37741" y="34632"/>
                    <a:pt x="36408" y="35394"/>
                  </a:cubicBezTo>
                  <a:cubicBezTo>
                    <a:pt x="33074" y="37299"/>
                    <a:pt x="28978" y="38346"/>
                    <a:pt x="24978" y="38346"/>
                  </a:cubicBezTo>
                  <a:close/>
                  <a:moveTo>
                    <a:pt x="30502" y="31393"/>
                  </a:moveTo>
                  <a:lnTo>
                    <a:pt x="30502" y="31393"/>
                  </a:lnTo>
                  <a:lnTo>
                    <a:pt x="30502" y="31393"/>
                  </a:lnTo>
                  <a:close/>
                  <a:moveTo>
                    <a:pt x="12976" y="17106"/>
                  </a:moveTo>
                  <a:cubicBezTo>
                    <a:pt x="13643" y="19201"/>
                    <a:pt x="14500" y="21011"/>
                    <a:pt x="15643" y="22535"/>
                  </a:cubicBezTo>
                  <a:cubicBezTo>
                    <a:pt x="17548" y="25107"/>
                    <a:pt x="20596" y="26726"/>
                    <a:pt x="23644" y="27107"/>
                  </a:cubicBezTo>
                  <a:cubicBezTo>
                    <a:pt x="24216" y="27107"/>
                    <a:pt x="24787" y="27107"/>
                    <a:pt x="25359" y="27107"/>
                  </a:cubicBezTo>
                  <a:lnTo>
                    <a:pt x="12976" y="17010"/>
                  </a:lnTo>
                  <a:close/>
                  <a:moveTo>
                    <a:pt x="8785" y="6438"/>
                  </a:moveTo>
                  <a:lnTo>
                    <a:pt x="5166" y="10724"/>
                  </a:lnTo>
                  <a:cubicBezTo>
                    <a:pt x="5166" y="10724"/>
                    <a:pt x="5166" y="10724"/>
                    <a:pt x="5166" y="10724"/>
                  </a:cubicBezTo>
                  <a:lnTo>
                    <a:pt x="8690" y="643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6070188" y="1751959"/>
              <a:ext cx="38540" cy="38168"/>
            </a:xfrm>
            <a:custGeom>
              <a:rect b="b" l="l" r="r" t="t"/>
              <a:pathLst>
                <a:path extrusionOk="0" h="39147" w="39528">
                  <a:moveTo>
                    <a:pt x="0" y="0"/>
                  </a:moveTo>
                  <a:cubicBezTo>
                    <a:pt x="0" y="0"/>
                    <a:pt x="22098" y="8953"/>
                    <a:pt x="39529" y="8477"/>
                  </a:cubicBezTo>
                  <a:lnTo>
                    <a:pt x="37814" y="39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0850" lIns="81725" spcFirstLastPara="1" rIns="81725" wrap="square" tIns="40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42"/>
          <p:cNvSpPr/>
          <p:nvPr/>
        </p:nvSpPr>
        <p:spPr>
          <a:xfrm>
            <a:off x="591423" y="588273"/>
            <a:ext cx="527100" cy="510300"/>
          </a:xfrm>
          <a:prstGeom prst="teardrop">
            <a:avLst>
              <a:gd fmla="val 10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1" name="Google Shape;971;p42"/>
          <p:cNvSpPr txBox="1"/>
          <p:nvPr>
            <p:ph idx="7" type="subTitle"/>
          </p:nvPr>
        </p:nvSpPr>
        <p:spPr>
          <a:xfrm>
            <a:off x="3765175" y="167600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Business Growth</a:t>
            </a:r>
            <a:endParaRPr sz="1400"/>
          </a:p>
        </p:txBody>
      </p:sp>
      <p:sp>
        <p:nvSpPr>
          <p:cNvPr id="972" name="Google Shape;972;p42"/>
          <p:cNvSpPr txBox="1"/>
          <p:nvPr>
            <p:ph idx="8" type="subTitle"/>
          </p:nvPr>
        </p:nvSpPr>
        <p:spPr>
          <a:xfrm>
            <a:off x="4884027" y="332205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Category Variations</a:t>
            </a:r>
            <a:endParaRPr sz="1400"/>
          </a:p>
        </p:txBody>
      </p:sp>
      <p:sp>
        <p:nvSpPr>
          <p:cNvPr id="973" name="Google Shape;973;p42"/>
          <p:cNvSpPr txBox="1"/>
          <p:nvPr>
            <p:ph idx="9" type="subTitle"/>
          </p:nvPr>
        </p:nvSpPr>
        <p:spPr>
          <a:xfrm>
            <a:off x="6155956" y="1676000"/>
            <a:ext cx="23760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Weekly Pattern</a:t>
            </a:r>
            <a:endParaRPr sz="1400"/>
          </a:p>
        </p:txBody>
      </p:sp>
      <p:sp>
        <p:nvSpPr>
          <p:cNvPr id="974" name="Google Shape;974;p42"/>
          <p:cNvSpPr txBox="1"/>
          <p:nvPr>
            <p:ph type="title"/>
          </p:nvPr>
        </p:nvSpPr>
        <p:spPr>
          <a:xfrm>
            <a:off x="674250" y="588275"/>
            <a:ext cx="275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Observation</a:t>
            </a:r>
            <a:endParaRPr b="1"/>
          </a:p>
        </p:txBody>
      </p:sp>
      <p:sp>
        <p:nvSpPr>
          <p:cNvPr id="975" name="Google Shape;975;p42"/>
          <p:cNvSpPr txBox="1"/>
          <p:nvPr>
            <p:ph idx="1" type="subTitle"/>
          </p:nvPr>
        </p:nvSpPr>
        <p:spPr>
          <a:xfrm>
            <a:off x="3769887" y="2308569"/>
            <a:ext cx="23811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Demand trends are rising consistently.</a:t>
            </a:r>
            <a:endParaRPr sz="1100"/>
          </a:p>
        </p:txBody>
      </p:sp>
      <p:sp>
        <p:nvSpPr>
          <p:cNvPr id="976" name="Google Shape;976;p42"/>
          <p:cNvSpPr txBox="1"/>
          <p:nvPr>
            <p:ph idx="2" type="subTitle"/>
          </p:nvPr>
        </p:nvSpPr>
        <p:spPr>
          <a:xfrm>
            <a:off x="4519476" y="3912100"/>
            <a:ext cx="31101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Large categories have stabilized over the past two months and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Small/medium categories, despite low volumes, are still trending upward.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7" name="Google Shape;977;p42"/>
          <p:cNvSpPr txBox="1"/>
          <p:nvPr>
            <p:ph idx="3" type="subTitle"/>
          </p:nvPr>
        </p:nvSpPr>
        <p:spPr>
          <a:xfrm>
            <a:off x="6150971" y="2308569"/>
            <a:ext cx="23760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Weeks 1 &amp; 2 steady demand and Week 4 demand skyrockets 2-3 times </a:t>
            </a:r>
            <a:endParaRPr sz="1100"/>
          </a:p>
        </p:txBody>
      </p:sp>
      <p:pic>
        <p:nvPicPr>
          <p:cNvPr id="978" name="Google Shape;978;p42"/>
          <p:cNvPicPr preferRelativeResize="0"/>
          <p:nvPr/>
        </p:nvPicPr>
        <p:blipFill rotWithShape="1">
          <a:blip r:embed="rId3">
            <a:alphaModFix/>
          </a:blip>
          <a:srcRect b="22121" l="16328" r="14806" t="11689"/>
          <a:stretch/>
        </p:blipFill>
        <p:spPr>
          <a:xfrm>
            <a:off x="4642950" y="1505750"/>
            <a:ext cx="59584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75" y="1468024"/>
            <a:ext cx="3253390" cy="325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374" y="1412225"/>
            <a:ext cx="725592" cy="6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6637" y="3083587"/>
            <a:ext cx="595849" cy="59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3"/>
          <p:cNvSpPr/>
          <p:nvPr/>
        </p:nvSpPr>
        <p:spPr>
          <a:xfrm>
            <a:off x="591423" y="588273"/>
            <a:ext cx="527100" cy="510300"/>
          </a:xfrm>
          <a:prstGeom prst="teardrop">
            <a:avLst>
              <a:gd fmla="val 10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7" name="Google Shape;987;p43"/>
          <p:cNvSpPr txBox="1"/>
          <p:nvPr>
            <p:ph idx="7" type="subTitle"/>
          </p:nvPr>
        </p:nvSpPr>
        <p:spPr>
          <a:xfrm>
            <a:off x="661050" y="167600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Business Phase</a:t>
            </a:r>
            <a:endParaRPr sz="1400"/>
          </a:p>
        </p:txBody>
      </p:sp>
      <p:sp>
        <p:nvSpPr>
          <p:cNvPr id="988" name="Google Shape;988;p43"/>
          <p:cNvSpPr txBox="1"/>
          <p:nvPr>
            <p:ph idx="8" type="subTitle"/>
          </p:nvPr>
        </p:nvSpPr>
        <p:spPr>
          <a:xfrm>
            <a:off x="3617890" y="165070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Short-Term Data</a:t>
            </a:r>
            <a:endParaRPr sz="1400"/>
          </a:p>
        </p:txBody>
      </p:sp>
      <p:sp>
        <p:nvSpPr>
          <p:cNvPr id="989" name="Google Shape;989;p43"/>
          <p:cNvSpPr txBox="1"/>
          <p:nvPr>
            <p:ph idx="9" type="subTitle"/>
          </p:nvPr>
        </p:nvSpPr>
        <p:spPr>
          <a:xfrm>
            <a:off x="6314223" y="1633213"/>
            <a:ext cx="23760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Growth Phase</a:t>
            </a:r>
            <a:endParaRPr sz="1400"/>
          </a:p>
        </p:txBody>
      </p:sp>
      <p:sp>
        <p:nvSpPr>
          <p:cNvPr id="990" name="Google Shape;990;p43"/>
          <p:cNvSpPr txBox="1"/>
          <p:nvPr>
            <p:ph type="title"/>
          </p:nvPr>
        </p:nvSpPr>
        <p:spPr>
          <a:xfrm>
            <a:off x="674250" y="588275"/>
            <a:ext cx="275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Background</a:t>
            </a:r>
            <a:endParaRPr b="1"/>
          </a:p>
        </p:txBody>
      </p:sp>
      <p:sp>
        <p:nvSpPr>
          <p:cNvPr id="991" name="Google Shape;991;p43"/>
          <p:cNvSpPr txBox="1"/>
          <p:nvPr>
            <p:ph idx="1" type="subTitle"/>
          </p:nvPr>
        </p:nvSpPr>
        <p:spPr>
          <a:xfrm>
            <a:off x="432500" y="2308575"/>
            <a:ext cx="28476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Our main category (Vegetables &amp; Spices) has entered the Maturity phase, so the pattern is stable and repetitive</a:t>
            </a:r>
            <a:endParaRPr sz="1100"/>
          </a:p>
        </p:txBody>
      </p:sp>
      <p:sp>
        <p:nvSpPr>
          <p:cNvPr id="992" name="Google Shape;992;p43"/>
          <p:cNvSpPr txBox="1"/>
          <p:nvPr>
            <p:ph idx="2" type="subTitle"/>
          </p:nvPr>
        </p:nvSpPr>
        <p:spPr>
          <a:xfrm>
            <a:off x="3430338" y="2308575"/>
            <a:ext cx="27561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Historical data from the past seven months shows that consumer behavior in stable categories tends to repeat the patterns seen in the previous month.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93" name="Google Shape;993;p43"/>
          <p:cNvSpPr txBox="1"/>
          <p:nvPr>
            <p:ph idx="3" type="subTitle"/>
          </p:nvPr>
        </p:nvSpPr>
        <p:spPr>
          <a:xfrm>
            <a:off x="6197050" y="2265775"/>
            <a:ext cx="26004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Complementary categories (c) are still in the Introduction/Growth phase, which is why they are highly volatile and trending upward.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994" name="Google Shape;9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99" y="3151162"/>
            <a:ext cx="3110101" cy="1623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324" y="1375800"/>
            <a:ext cx="595850" cy="5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9825" y="3151149"/>
            <a:ext cx="3110100" cy="158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3675" y="1436850"/>
            <a:ext cx="595850" cy="5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43"/>
          <p:cNvPicPr preferRelativeResize="0"/>
          <p:nvPr/>
        </p:nvPicPr>
        <p:blipFill rotWithShape="1">
          <a:blip r:embed="rId7">
            <a:alphaModFix/>
          </a:blip>
          <a:srcRect b="14413" l="13286" r="13352" t="12610"/>
          <a:stretch/>
        </p:blipFill>
        <p:spPr>
          <a:xfrm>
            <a:off x="4483375" y="1302950"/>
            <a:ext cx="649575" cy="55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4"/>
          <p:cNvSpPr/>
          <p:nvPr/>
        </p:nvSpPr>
        <p:spPr>
          <a:xfrm>
            <a:off x="591423" y="588273"/>
            <a:ext cx="527100" cy="510300"/>
          </a:xfrm>
          <a:prstGeom prst="teardrop">
            <a:avLst>
              <a:gd fmla="val 10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4" name="Google Shape;1004;p44"/>
          <p:cNvSpPr txBox="1"/>
          <p:nvPr>
            <p:ph idx="7" type="subTitle"/>
          </p:nvPr>
        </p:nvSpPr>
        <p:spPr>
          <a:xfrm>
            <a:off x="1671500" y="1444075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Holt-Winters Too Aggressive</a:t>
            </a:r>
            <a:endParaRPr sz="1400"/>
          </a:p>
        </p:txBody>
      </p:sp>
      <p:sp>
        <p:nvSpPr>
          <p:cNvPr id="1005" name="Google Shape;1005;p44"/>
          <p:cNvSpPr txBox="1"/>
          <p:nvPr>
            <p:ph idx="8" type="subTitle"/>
          </p:nvPr>
        </p:nvSpPr>
        <p:spPr>
          <a:xfrm>
            <a:off x="3617890" y="2868225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Hybrid is Key</a:t>
            </a:r>
            <a:endParaRPr sz="1400"/>
          </a:p>
        </p:txBody>
      </p:sp>
      <p:sp>
        <p:nvSpPr>
          <p:cNvPr id="1006" name="Google Shape;1006;p44"/>
          <p:cNvSpPr txBox="1"/>
          <p:nvPr>
            <p:ph idx="9" type="subTitle"/>
          </p:nvPr>
        </p:nvSpPr>
        <p:spPr>
          <a:xfrm>
            <a:off x="5278873" y="1444063"/>
            <a:ext cx="23760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Seasonal Naive is the winner</a:t>
            </a:r>
            <a:endParaRPr sz="1400"/>
          </a:p>
        </p:txBody>
      </p:sp>
      <p:sp>
        <p:nvSpPr>
          <p:cNvPr id="1007" name="Google Shape;1007;p44"/>
          <p:cNvSpPr txBox="1"/>
          <p:nvPr>
            <p:ph type="title"/>
          </p:nvPr>
        </p:nvSpPr>
        <p:spPr>
          <a:xfrm>
            <a:off x="674250" y="588275"/>
            <a:ext cx="275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Insight</a:t>
            </a:r>
            <a:endParaRPr b="1"/>
          </a:p>
        </p:txBody>
      </p:sp>
      <p:sp>
        <p:nvSpPr>
          <p:cNvPr id="1008" name="Google Shape;1008;p44"/>
          <p:cNvSpPr txBox="1"/>
          <p:nvPr>
            <p:ph idx="1" type="subTitle"/>
          </p:nvPr>
        </p:nvSpPr>
        <p:spPr>
          <a:xfrm>
            <a:off x="1442950" y="2076650"/>
            <a:ext cx="28476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for the stable category (Class A), Holt-Winters tends to be overconfident and prone to overstocking.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09" name="Google Shape;1009;p44"/>
          <p:cNvSpPr txBox="1"/>
          <p:nvPr>
            <p:ph idx="2" type="subTitle"/>
          </p:nvPr>
        </p:nvSpPr>
        <p:spPr>
          <a:xfrm>
            <a:off x="2865050" y="3526100"/>
            <a:ext cx="38868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Stable goods require a conservative (Naive) method.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Growth goods require an aggressive (Holt-Winters) method.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10" name="Google Shape;1010;p44"/>
          <p:cNvSpPr txBox="1"/>
          <p:nvPr>
            <p:ph idx="3" type="subTitle"/>
          </p:nvPr>
        </p:nvSpPr>
        <p:spPr>
          <a:xfrm>
            <a:off x="5161700" y="2076625"/>
            <a:ext cx="26004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the simple “Copy-Paste Last Month” method has been proven to have fewer errors.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"/>
          <p:cNvSpPr/>
          <p:nvPr/>
        </p:nvSpPr>
        <p:spPr>
          <a:xfrm>
            <a:off x="591423" y="588273"/>
            <a:ext cx="527100" cy="510300"/>
          </a:xfrm>
          <a:prstGeom prst="teardrop">
            <a:avLst>
              <a:gd fmla="val 10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6" name="Google Shape;1016;p45"/>
          <p:cNvSpPr txBox="1"/>
          <p:nvPr>
            <p:ph idx="7" type="subTitle"/>
          </p:nvPr>
        </p:nvSpPr>
        <p:spPr>
          <a:xfrm>
            <a:off x="661050" y="243800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Category AX (Vegetables/Spices)</a:t>
            </a:r>
            <a:endParaRPr sz="1400"/>
          </a:p>
        </p:txBody>
      </p:sp>
      <p:sp>
        <p:nvSpPr>
          <p:cNvPr id="1017" name="Google Shape;1017;p45"/>
          <p:cNvSpPr txBox="1"/>
          <p:nvPr>
            <p:ph idx="8" type="subTitle"/>
          </p:nvPr>
        </p:nvSpPr>
        <p:spPr>
          <a:xfrm>
            <a:off x="3617890" y="2588225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Safety Stock</a:t>
            </a:r>
            <a:endParaRPr sz="1400"/>
          </a:p>
        </p:txBody>
      </p:sp>
      <p:sp>
        <p:nvSpPr>
          <p:cNvPr id="1018" name="Google Shape;1018;p45"/>
          <p:cNvSpPr txBox="1"/>
          <p:nvPr>
            <p:ph idx="9" type="subTitle"/>
          </p:nvPr>
        </p:nvSpPr>
        <p:spPr>
          <a:xfrm>
            <a:off x="6314223" y="2395213"/>
            <a:ext cx="23760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BY/CY Category (Frozen/Snacks)</a:t>
            </a:r>
            <a:endParaRPr sz="1400"/>
          </a:p>
        </p:txBody>
      </p:sp>
      <p:sp>
        <p:nvSpPr>
          <p:cNvPr id="1019" name="Google Shape;1019;p45"/>
          <p:cNvSpPr txBox="1"/>
          <p:nvPr>
            <p:ph type="title"/>
          </p:nvPr>
        </p:nvSpPr>
        <p:spPr>
          <a:xfrm>
            <a:off x="674250" y="588275"/>
            <a:ext cx="337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Recommendation</a:t>
            </a:r>
            <a:endParaRPr b="1"/>
          </a:p>
        </p:txBody>
      </p:sp>
      <p:sp>
        <p:nvSpPr>
          <p:cNvPr id="1020" name="Google Shape;1020;p45"/>
          <p:cNvSpPr txBox="1"/>
          <p:nvPr>
            <p:ph idx="1" type="subTitle"/>
          </p:nvPr>
        </p:nvSpPr>
        <p:spPr>
          <a:xfrm>
            <a:off x="432500" y="3070575"/>
            <a:ext cx="2847600" cy="9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Use </a:t>
            </a:r>
            <a:r>
              <a:rPr b="1" lang="pt-PT" sz="1100"/>
              <a:t>Seasonal Naive forecast</a:t>
            </a:r>
            <a:r>
              <a:rPr lang="pt-PT" sz="1100"/>
              <a:t> figures. Do not buy excessively following false trends. Focus on </a:t>
            </a:r>
            <a:r>
              <a:rPr b="1" lang="pt-PT" sz="1100"/>
              <a:t>maintaining availability</a:t>
            </a:r>
            <a:r>
              <a:rPr lang="pt-PT" sz="1100"/>
              <a:t>, not increasing stock recklessly.</a:t>
            </a:r>
            <a:endParaRPr sz="1100"/>
          </a:p>
        </p:txBody>
      </p:sp>
      <p:sp>
        <p:nvSpPr>
          <p:cNvPr id="1021" name="Google Shape;1021;p45"/>
          <p:cNvSpPr txBox="1"/>
          <p:nvPr>
            <p:ph idx="2" type="subTitle"/>
          </p:nvPr>
        </p:nvSpPr>
        <p:spPr>
          <a:xfrm>
            <a:off x="3430350" y="3246100"/>
            <a:ext cx="2756100" cy="9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Add an </a:t>
            </a:r>
            <a:r>
              <a:rPr b="1" lang="pt-PT" sz="1100"/>
              <a:t>extra 15-20% reserve stock</a:t>
            </a:r>
            <a:r>
              <a:rPr lang="pt-PT" sz="1100"/>
              <a:t> specifically for categories ending in ‘Z’ (Frozen Meat &amp; Staples) because the error rate is still high.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22" name="Google Shape;1022;p45"/>
          <p:cNvSpPr txBox="1"/>
          <p:nvPr>
            <p:ph idx="3" type="subTitle"/>
          </p:nvPr>
        </p:nvSpPr>
        <p:spPr>
          <a:xfrm>
            <a:off x="6197050" y="3027775"/>
            <a:ext cx="2600400" cy="9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Use </a:t>
            </a:r>
            <a:r>
              <a:rPr b="1" lang="pt-PT" sz="1100"/>
              <a:t>Holt-Winters forecast</a:t>
            </a:r>
            <a:r>
              <a:rPr lang="pt-PT" sz="1100"/>
              <a:t> figures. We must </a:t>
            </a:r>
            <a:r>
              <a:rPr b="1" lang="pt-PT" sz="1100"/>
              <a:t>dare to stock</a:t>
            </a:r>
            <a:r>
              <a:rPr lang="pt-PT" sz="1100"/>
              <a:t> more because demand is on the rise.</a:t>
            </a:r>
            <a:endParaRPr sz="1100"/>
          </a:p>
        </p:txBody>
      </p:sp>
      <p:sp>
        <p:nvSpPr>
          <p:cNvPr id="1023" name="Google Shape;1023;p45"/>
          <p:cNvSpPr txBox="1"/>
          <p:nvPr>
            <p:ph type="title"/>
          </p:nvPr>
        </p:nvSpPr>
        <p:spPr>
          <a:xfrm>
            <a:off x="810075" y="1060525"/>
            <a:ext cx="367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>
                <a:latin typeface="Roboto"/>
                <a:ea typeface="Roboto"/>
                <a:cs typeface="Roboto"/>
                <a:sym typeface="Roboto"/>
              </a:rPr>
              <a:t>Procurement Strategy - CRITICAL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4" name="Google Shape;1024;p45"/>
          <p:cNvSpPr txBox="1"/>
          <p:nvPr>
            <p:ph idx="7" type="subTitle"/>
          </p:nvPr>
        </p:nvSpPr>
        <p:spPr>
          <a:xfrm>
            <a:off x="665750" y="384935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0000"/>
                </a:solidFill>
              </a:rPr>
              <a:t>“Play it safe.”</a:t>
            </a:r>
            <a:endParaRPr sz="1400">
              <a:solidFill>
                <a:srgbClr val="FF0000"/>
              </a:solidFill>
            </a:endParaRPr>
          </a:p>
        </p:txBody>
      </p:sp>
      <p:pic>
        <p:nvPicPr>
          <p:cNvPr id="1025" name="Google Shape;10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0125" y="1775875"/>
            <a:ext cx="812349" cy="8123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45"/>
          <p:cNvSpPr txBox="1"/>
          <p:nvPr>
            <p:ph idx="7" type="subTitle"/>
          </p:nvPr>
        </p:nvSpPr>
        <p:spPr>
          <a:xfrm>
            <a:off x="6306700" y="384935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>
                <a:solidFill>
                  <a:srgbClr val="FF0000"/>
                </a:solidFill>
              </a:rPr>
              <a:t>“</a:t>
            </a:r>
            <a:r>
              <a:rPr lang="pt-PT" sz="1400">
                <a:solidFill>
                  <a:srgbClr val="FF0000"/>
                </a:solidFill>
              </a:rPr>
              <a:t>Go for it</a:t>
            </a:r>
            <a:r>
              <a:rPr lang="pt-PT" sz="1400">
                <a:solidFill>
                  <a:srgbClr val="FF0000"/>
                </a:solidFill>
              </a:rPr>
              <a:t>.”</a:t>
            </a:r>
            <a:endParaRPr sz="1400">
              <a:solidFill>
                <a:srgbClr val="FF0000"/>
              </a:solidFill>
            </a:endParaRPr>
          </a:p>
        </p:txBody>
      </p:sp>
      <p:pic>
        <p:nvPicPr>
          <p:cNvPr id="1027" name="Google Shape;1027;p45"/>
          <p:cNvPicPr preferRelativeResize="0"/>
          <p:nvPr/>
        </p:nvPicPr>
        <p:blipFill rotWithShape="1">
          <a:blip r:embed="rId4">
            <a:alphaModFix/>
          </a:blip>
          <a:srcRect b="18813" l="13137" r="14284" t="14118"/>
          <a:stretch/>
        </p:blipFill>
        <p:spPr>
          <a:xfrm>
            <a:off x="7160525" y="1775875"/>
            <a:ext cx="683400" cy="6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64963" y="1813376"/>
            <a:ext cx="1086975" cy="10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6"/>
          <p:cNvSpPr/>
          <p:nvPr/>
        </p:nvSpPr>
        <p:spPr>
          <a:xfrm>
            <a:off x="591423" y="588273"/>
            <a:ext cx="527100" cy="510300"/>
          </a:xfrm>
          <a:prstGeom prst="teardrop">
            <a:avLst>
              <a:gd fmla="val 10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4" name="Google Shape;1034;p46"/>
          <p:cNvSpPr txBox="1"/>
          <p:nvPr>
            <p:ph idx="7" type="subTitle"/>
          </p:nvPr>
        </p:nvSpPr>
        <p:spPr>
          <a:xfrm>
            <a:off x="1474000" y="243800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Warehouse Strategy (Manpower)</a:t>
            </a:r>
            <a:endParaRPr sz="1400"/>
          </a:p>
        </p:txBody>
      </p:sp>
      <p:sp>
        <p:nvSpPr>
          <p:cNvPr id="1035" name="Google Shape;1035;p46"/>
          <p:cNvSpPr txBox="1"/>
          <p:nvPr>
            <p:ph idx="9" type="subTitle"/>
          </p:nvPr>
        </p:nvSpPr>
        <p:spPr>
          <a:xfrm>
            <a:off x="5121523" y="2395213"/>
            <a:ext cx="23760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 </a:t>
            </a:r>
            <a:br>
              <a:rPr b="1" lang="pt-P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P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(Monitoring)</a:t>
            </a:r>
            <a:endParaRPr sz="1400"/>
          </a:p>
        </p:txBody>
      </p:sp>
      <p:sp>
        <p:nvSpPr>
          <p:cNvPr id="1036" name="Google Shape;1036;p46"/>
          <p:cNvSpPr txBox="1"/>
          <p:nvPr>
            <p:ph type="title"/>
          </p:nvPr>
        </p:nvSpPr>
        <p:spPr>
          <a:xfrm>
            <a:off x="674250" y="588275"/>
            <a:ext cx="337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Recommendation</a:t>
            </a:r>
            <a:endParaRPr b="1"/>
          </a:p>
        </p:txBody>
      </p:sp>
      <p:sp>
        <p:nvSpPr>
          <p:cNvPr id="1037" name="Google Shape;1037;p46"/>
          <p:cNvSpPr txBox="1"/>
          <p:nvPr>
            <p:ph idx="1" type="subTitle"/>
          </p:nvPr>
        </p:nvSpPr>
        <p:spPr>
          <a:xfrm>
            <a:off x="1245450" y="3070575"/>
            <a:ext cx="2847600" cy="9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W4 Full Team: Maintain the ban on leave during the fourth week of August. Although category A is stable, the volume remains enormous and requires a lot of manpower.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8" name="Google Shape;1038;p46"/>
          <p:cNvSpPr txBox="1"/>
          <p:nvPr>
            <p:ph idx="3" type="subTitle"/>
          </p:nvPr>
        </p:nvSpPr>
        <p:spPr>
          <a:xfrm>
            <a:off x="5004350" y="3027775"/>
            <a:ext cx="2600400" cy="11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Weekly Review: Check Category A stock every Friday. If Week 1 turns out to be busier than the Naive prediction, immediately switch to the Holt-Winters strategy for the rest of the month (dynamic in nature).</a:t>
            </a:r>
            <a:endParaRPr sz="1100"/>
          </a:p>
        </p:txBody>
      </p:sp>
      <p:pic>
        <p:nvPicPr>
          <p:cNvPr id="1039" name="Google Shape;103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600" y="1447750"/>
            <a:ext cx="1025300" cy="11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2759" y="1577397"/>
            <a:ext cx="913524" cy="91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7"/>
          <p:cNvSpPr txBox="1"/>
          <p:nvPr/>
        </p:nvSpPr>
        <p:spPr>
          <a:xfrm>
            <a:off x="1542450" y="2202300"/>
            <a:ext cx="605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6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APPENDIX</a:t>
            </a:r>
            <a:endParaRPr b="1" sz="3600" u="sng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8"/>
          <p:cNvSpPr txBox="1"/>
          <p:nvPr>
            <p:ph type="title"/>
          </p:nvPr>
        </p:nvSpPr>
        <p:spPr>
          <a:xfrm>
            <a:off x="445550" y="473075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b="1" lang="pt-PT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ERD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1" name="Google Shape;10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513" y="1045775"/>
            <a:ext cx="7956976" cy="379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9"/>
          <p:cNvSpPr txBox="1"/>
          <p:nvPr>
            <p:ph type="title"/>
          </p:nvPr>
        </p:nvSpPr>
        <p:spPr>
          <a:xfrm>
            <a:off x="575300" y="591588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pt-PT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Dataset Overview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49"/>
          <p:cNvSpPr txBox="1"/>
          <p:nvPr>
            <p:ph idx="1" type="body"/>
          </p:nvPr>
        </p:nvSpPr>
        <p:spPr>
          <a:xfrm>
            <a:off x="575300" y="1164288"/>
            <a:ext cx="3852000" cy="32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Time range 7 Months : Jan - Jul 2022 With </a:t>
            </a:r>
            <a:r>
              <a:rPr b="1" lang="pt-PT" sz="1100">
                <a:latin typeface="Roboto"/>
                <a:ea typeface="Roboto"/>
                <a:cs typeface="Roboto"/>
                <a:sym typeface="Roboto"/>
              </a:rPr>
              <a:t>1.400</a:t>
            </a: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pt-PT" sz="1100">
                <a:latin typeface="Roboto"/>
                <a:ea typeface="Roboto"/>
                <a:cs typeface="Roboto"/>
                <a:sym typeface="Roboto"/>
              </a:rPr>
              <a:t>rows </a:t>
            </a: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of weekly data from </a:t>
            </a:r>
            <a:r>
              <a:rPr b="1" lang="pt-PT" sz="1100">
                <a:latin typeface="Roboto"/>
                <a:ea typeface="Roboto"/>
                <a:cs typeface="Roboto"/>
                <a:sym typeface="Roboto"/>
              </a:rPr>
              <a:t>5 different hubs</a:t>
            </a: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Total volume (Shipped Qty) </a:t>
            </a:r>
            <a:r>
              <a:rPr b="1" lang="pt-PT" sz="1100">
                <a:latin typeface="Roboto"/>
                <a:ea typeface="Roboto"/>
                <a:cs typeface="Roboto"/>
                <a:sym typeface="Roboto"/>
              </a:rPr>
              <a:t>2.152.036</a:t>
            </a: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 unit.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Data Quality: 100% </a:t>
            </a:r>
            <a:r>
              <a:rPr b="1" lang="pt-PT" sz="1100">
                <a:latin typeface="Roboto"/>
                <a:ea typeface="Roboto"/>
                <a:cs typeface="Roboto"/>
                <a:sym typeface="Roboto"/>
              </a:rPr>
              <a:t>Clean</a:t>
            </a: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lang="pt-PT" sz="1100">
                <a:latin typeface="Roboto"/>
                <a:ea typeface="Roboto"/>
                <a:cs typeface="Roboto"/>
                <a:sym typeface="Roboto"/>
              </a:rPr>
              <a:t>No missing</a:t>
            </a: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 values, so it is ready for immediate processing.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Locations (Hub) : 5 Hubs (A, B, C, D, and E).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Products : 10 Categories (ranging from Cooking Ingredients &amp; Spices to Milk &amp; Dairy Products).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SzPts val="1100"/>
              <a:buFont typeface="Roboto"/>
              <a:buAutoNum type="arabicPeriod"/>
            </a:pP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Granularity data is recorded </a:t>
            </a:r>
            <a:r>
              <a:rPr b="1" lang="pt-PT" sz="1100">
                <a:latin typeface="Roboto"/>
                <a:ea typeface="Roboto"/>
                <a:cs typeface="Roboto"/>
                <a:sym typeface="Roboto"/>
              </a:rPr>
              <a:t>weekly </a:t>
            </a: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(W1-W4), but we </a:t>
            </a:r>
            <a:r>
              <a:rPr b="1" lang="pt-PT" sz="1100">
                <a:latin typeface="Roboto"/>
                <a:ea typeface="Roboto"/>
                <a:cs typeface="Roboto"/>
                <a:sym typeface="Roboto"/>
              </a:rPr>
              <a:t>aggregate it monthly</a:t>
            </a:r>
            <a:r>
              <a:rPr lang="pt-PT" sz="1100">
                <a:latin typeface="Roboto"/>
                <a:ea typeface="Roboto"/>
                <a:cs typeface="Roboto"/>
                <a:sym typeface="Roboto"/>
              </a:rPr>
              <a:t> for restocking accuracy.</a:t>
            </a:r>
            <a:endParaRPr b="1" sz="1100">
              <a:highlight>
                <a:schemeClr val="accen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8" name="Google Shape;1058;p49" title="total_demmand by 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2675" y="892138"/>
            <a:ext cx="3946024" cy="134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49" title="total_demmand by mont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688" y="2322862"/>
            <a:ext cx="3851998" cy="113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49" title="avg_weekly_demand by wee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9700" y="3535588"/>
            <a:ext cx="3851976" cy="101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49" title="Diagram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445" y="3102135"/>
            <a:ext cx="3373700" cy="1622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Google Shape;1066;p50"/>
          <p:cNvPicPr preferRelativeResize="0"/>
          <p:nvPr/>
        </p:nvPicPr>
        <p:blipFill rotWithShape="1">
          <a:blip r:embed="rId3">
            <a:alphaModFix/>
          </a:blip>
          <a:srcRect b="25224" l="25345" r="18333" t="12092"/>
          <a:stretch/>
        </p:blipFill>
        <p:spPr>
          <a:xfrm>
            <a:off x="4188400" y="2714850"/>
            <a:ext cx="765000" cy="8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50"/>
          <p:cNvSpPr/>
          <p:nvPr/>
        </p:nvSpPr>
        <p:spPr>
          <a:xfrm>
            <a:off x="1982998" y="588273"/>
            <a:ext cx="527100" cy="510300"/>
          </a:xfrm>
          <a:prstGeom prst="teardrop">
            <a:avLst>
              <a:gd fmla="val 10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8" name="Google Shape;1068;p50"/>
          <p:cNvSpPr txBox="1"/>
          <p:nvPr>
            <p:ph idx="14" type="subTitle"/>
          </p:nvPr>
        </p:nvSpPr>
        <p:spPr>
          <a:xfrm>
            <a:off x="3380359" y="3291103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Stock Priority</a:t>
            </a:r>
            <a:endParaRPr/>
          </a:p>
        </p:txBody>
      </p:sp>
      <p:sp>
        <p:nvSpPr>
          <p:cNvPr id="1069" name="Google Shape;1069;p50"/>
          <p:cNvSpPr txBox="1"/>
          <p:nvPr>
            <p:ph idx="7" type="subTitle"/>
          </p:nvPr>
        </p:nvSpPr>
        <p:spPr>
          <a:xfrm>
            <a:off x="841400" y="1539525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B</a:t>
            </a:r>
            <a:r>
              <a:rPr lang="pt-PT" sz="1400"/>
              <a:t>usiness Growth</a:t>
            </a:r>
            <a:endParaRPr sz="1400"/>
          </a:p>
        </p:txBody>
      </p:sp>
      <p:sp>
        <p:nvSpPr>
          <p:cNvPr id="1070" name="Google Shape;1070;p50"/>
          <p:cNvSpPr txBox="1"/>
          <p:nvPr>
            <p:ph idx="8" type="subTitle"/>
          </p:nvPr>
        </p:nvSpPr>
        <p:spPr>
          <a:xfrm>
            <a:off x="3380352" y="1582050"/>
            <a:ext cx="23811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/>
              <a:t>Payday Effect</a:t>
            </a:r>
            <a:endParaRPr sz="1400"/>
          </a:p>
        </p:txBody>
      </p:sp>
      <p:sp>
        <p:nvSpPr>
          <p:cNvPr id="1071" name="Google Shape;1071;p50"/>
          <p:cNvSpPr txBox="1"/>
          <p:nvPr>
            <p:ph idx="9" type="subTitle"/>
          </p:nvPr>
        </p:nvSpPr>
        <p:spPr>
          <a:xfrm>
            <a:off x="5924281" y="1582050"/>
            <a:ext cx="23760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Holt-Winters (Multiplicative)</a:t>
            </a:r>
            <a:endParaRPr sz="1400"/>
          </a:p>
        </p:txBody>
      </p:sp>
      <p:sp>
        <p:nvSpPr>
          <p:cNvPr id="1072" name="Google Shape;1072;p50"/>
          <p:cNvSpPr txBox="1"/>
          <p:nvPr>
            <p:ph type="title"/>
          </p:nvPr>
        </p:nvSpPr>
        <p:spPr>
          <a:xfrm>
            <a:off x="720000" y="588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/>
              <a:t>Result &amp; Recommendations</a:t>
            </a:r>
            <a:endParaRPr b="1"/>
          </a:p>
        </p:txBody>
      </p:sp>
      <p:sp>
        <p:nvSpPr>
          <p:cNvPr id="1073" name="Google Shape;1073;p50"/>
          <p:cNvSpPr txBox="1"/>
          <p:nvPr>
            <p:ph idx="1" type="subTitle"/>
          </p:nvPr>
        </p:nvSpPr>
        <p:spPr>
          <a:xfrm>
            <a:off x="846112" y="2172094"/>
            <a:ext cx="23811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Demand trends are rising consistently.</a:t>
            </a:r>
            <a:endParaRPr/>
          </a:p>
        </p:txBody>
      </p:sp>
      <p:sp>
        <p:nvSpPr>
          <p:cNvPr id="1074" name="Google Shape;1074;p50"/>
          <p:cNvSpPr txBox="1"/>
          <p:nvPr>
            <p:ph idx="5" type="subTitle"/>
          </p:nvPr>
        </p:nvSpPr>
        <p:spPr>
          <a:xfrm>
            <a:off x="846500" y="3959800"/>
            <a:ext cx="74487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(AX/AY): </a:t>
            </a:r>
            <a:r>
              <a:rPr lang="pt-P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Vegetables &amp; Fruits, Protein, Cooking Packages (Large Volume + Clear Pattern).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Volatile (BZ/CZ): </a:t>
            </a:r>
            <a:r>
              <a:rPr lang="pt-PT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Frozen Meat, Basic Necessities (Medium/Small Volume + Unpredictable Pattern).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50"/>
          <p:cNvSpPr txBox="1"/>
          <p:nvPr>
            <p:ph idx="2" type="subTitle"/>
          </p:nvPr>
        </p:nvSpPr>
        <p:spPr>
          <a:xfrm>
            <a:off x="3380348" y="2172094"/>
            <a:ext cx="23811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</a:t>
            </a:r>
            <a:r>
              <a:rPr lang="pt-PT"/>
              <a:t>xtreme spike in Week 4</a:t>
            </a:r>
            <a:endParaRPr/>
          </a:p>
        </p:txBody>
      </p:sp>
      <p:sp>
        <p:nvSpPr>
          <p:cNvPr id="1076" name="Google Shape;1076;p50"/>
          <p:cNvSpPr txBox="1"/>
          <p:nvPr>
            <p:ph idx="3" type="subTitle"/>
          </p:nvPr>
        </p:nvSpPr>
        <p:spPr>
          <a:xfrm>
            <a:off x="5919296" y="2172094"/>
            <a:ext cx="23760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H</a:t>
            </a:r>
            <a:r>
              <a:rPr lang="pt-PT"/>
              <a:t>ighest accuracy (captures upward trends and salary spikes)</a:t>
            </a:r>
            <a:endParaRPr/>
          </a:p>
        </p:txBody>
      </p:sp>
      <p:pic>
        <p:nvPicPr>
          <p:cNvPr id="1077" name="Google Shape;1077;p50"/>
          <p:cNvPicPr preferRelativeResize="0"/>
          <p:nvPr/>
        </p:nvPicPr>
        <p:blipFill rotWithShape="1">
          <a:blip r:embed="rId4">
            <a:alphaModFix/>
          </a:blip>
          <a:srcRect b="22121" l="16328" r="14806" t="11689"/>
          <a:stretch/>
        </p:blipFill>
        <p:spPr>
          <a:xfrm>
            <a:off x="1719175" y="1369275"/>
            <a:ext cx="59584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5324" y="1368613"/>
            <a:ext cx="595850" cy="5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1"/>
          <p:cNvSpPr txBox="1"/>
          <p:nvPr/>
        </p:nvSpPr>
        <p:spPr>
          <a:xfrm>
            <a:off x="1542450" y="2202300"/>
            <a:ext cx="605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600" u="sng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b="1" sz="3600" u="sng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4" name="Google Shape;1084;p51"/>
          <p:cNvSpPr txBox="1"/>
          <p:nvPr/>
        </p:nvSpPr>
        <p:spPr>
          <a:xfrm>
            <a:off x="2186550" y="3919200"/>
            <a:ext cx="47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u="sng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 Me - Mikhael Putra Iswanto</a:t>
            </a:r>
            <a:endParaRPr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p51"/>
          <p:cNvSpPr txBox="1"/>
          <p:nvPr/>
        </p:nvSpPr>
        <p:spPr>
          <a:xfrm>
            <a:off x="3072000" y="4198682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200" u="sng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Looker </a:t>
            </a:r>
            <a:r>
              <a:rPr b="1" lang="pt-PT" sz="1200" u="sng">
                <a:solidFill>
                  <a:srgbClr val="00C3B1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</a:t>
            </a:r>
            <a:endParaRPr b="1" sz="1200">
              <a:solidFill>
                <a:srgbClr val="00C3B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6" name="Google Shape;1086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7475" y="3741575"/>
            <a:ext cx="226550" cy="22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51">
            <a:hlinkClick r:id="rId7"/>
          </p:cNvPr>
          <p:cNvSpPr/>
          <p:nvPr/>
        </p:nvSpPr>
        <p:spPr>
          <a:xfrm>
            <a:off x="4186825" y="3743375"/>
            <a:ext cx="2265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88" name="Google Shape;1088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57250" y="3695150"/>
            <a:ext cx="322950" cy="3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51">
            <a:hlinkClick r:id="rId9"/>
          </p:cNvPr>
          <p:cNvSpPr/>
          <p:nvPr/>
        </p:nvSpPr>
        <p:spPr>
          <a:xfrm>
            <a:off x="4508500" y="3763150"/>
            <a:ext cx="226500" cy="206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Illustrations Marketing Plan by Slidesgo">
  <a:themeElements>
    <a:clrScheme name="Simple Light">
      <a:dk1>
        <a:srgbClr val="00060A"/>
      </a:dk1>
      <a:lt1>
        <a:srgbClr val="FFFFFF"/>
      </a:lt1>
      <a:dk2>
        <a:srgbClr val="D5D3CD"/>
      </a:dk2>
      <a:lt2>
        <a:srgbClr val="EFE0CA"/>
      </a:lt2>
      <a:accent1>
        <a:srgbClr val="F4BC4A"/>
      </a:accent1>
      <a:accent2>
        <a:srgbClr val="E16445"/>
      </a:accent2>
      <a:accent3>
        <a:srgbClr val="4557E1"/>
      </a:accent3>
      <a:accent4>
        <a:srgbClr val="FFFFFF"/>
      </a:accent4>
      <a:accent5>
        <a:srgbClr val="FFFFFF"/>
      </a:accent5>
      <a:accent6>
        <a:srgbClr val="FFFFFF"/>
      </a:accent6>
      <a:hlink>
        <a:srgbClr val="0006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