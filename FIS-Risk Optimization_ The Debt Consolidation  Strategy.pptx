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3"/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Ubuntu"/>
      <p:regular r:id="rId31"/>
      <p:bold r:id="rId32"/>
      <p:italic r:id="rId33"/>
      <p:boldItalic r:id="rId34"/>
    </p:embeddedFont>
    <p:embeddedFont>
      <p:font typeface="Roboto Slab"/>
      <p:regular r:id="rId35"/>
      <p:bold r:id="rId36"/>
    </p:embeddedFont>
    <p:embeddedFont>
      <p:font typeface="Proxima Nova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Cutive Mono"/>
      <p:regular r:id="rId45"/>
    </p:embeddedFont>
    <p:embeddedFont>
      <p:font typeface="Proxima Nova Semibold"/>
      <p:regular r:id="rId46"/>
      <p:bold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ProximaNovaSemibold-regular.fntdata"/><Relationship Id="rId45" Type="http://schemas.openxmlformats.org/officeDocument/2006/relationships/font" Target="fonts/CutiveMono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ProximaNovaSemibold-boldItalic.fntdata"/><Relationship Id="rId47" Type="http://schemas.openxmlformats.org/officeDocument/2006/relationships/font" Target="fonts/ProximaNovaSemibold-bold.fntdata"/><Relationship Id="rId49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buntu-regular.fntdata"/><Relationship Id="rId30" Type="http://schemas.openxmlformats.org/officeDocument/2006/relationships/slide" Target="slides/slide25.xml"/><Relationship Id="rId33" Type="http://schemas.openxmlformats.org/officeDocument/2006/relationships/font" Target="fonts/Ubuntu-italic.fntdata"/><Relationship Id="rId32" Type="http://schemas.openxmlformats.org/officeDocument/2006/relationships/font" Target="fonts/Ubuntu-bold.fntdata"/><Relationship Id="rId35" Type="http://schemas.openxmlformats.org/officeDocument/2006/relationships/font" Target="fonts/RobotoSlab-regular.fntdata"/><Relationship Id="rId34" Type="http://schemas.openxmlformats.org/officeDocument/2006/relationships/font" Target="fonts/Ubuntu-boldItalic.fntdata"/><Relationship Id="rId37" Type="http://schemas.openxmlformats.org/officeDocument/2006/relationships/font" Target="fonts/ProximaNova-regular.fntdata"/><Relationship Id="rId36" Type="http://schemas.openxmlformats.org/officeDocument/2006/relationships/font" Target="fonts/RobotoSlab-bold.fntdata"/><Relationship Id="rId39" Type="http://schemas.openxmlformats.org/officeDocument/2006/relationships/font" Target="fonts/ProximaNova-italic.fntdata"/><Relationship Id="rId38" Type="http://schemas.openxmlformats.org/officeDocument/2006/relationships/font" Target="fonts/ProximaNova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3a5a8ad6517cd86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3a5a8ad6517cd86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a26e00b28b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a26e00b28b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ae374c52d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ae374c52d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ae374c52d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ae374c52d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ace7fa64f5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ace7fa64f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a26e00b28b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a26e00b28b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af8eb911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af8eb911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3a5a8ad6517cd86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3a5a8ad6517cd86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3a5a8ad6517cd86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3a5a8ad6517cd86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3a5a8ad6517cd86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3a5a8ad6517cd8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3a5a8ad6517cd86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3a5a8ad6517cd86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3a5a8ad6517cd86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33a5a8ad6517cd86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3a5a8ad6517cd86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3a5a8ad6517cd86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3a5a8ad6517cd86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3a5a8ad6517cd86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3a5a8ad6517cd86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3a5a8ad6517cd86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ace7fa64f5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ace7fa64f5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33a5a8ad6517cd86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33a5a8ad6517cd8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ae374c52d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ae374c52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b022d89c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3b022d89c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b022d89c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3b022d89c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3a5a8ad6517cd86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33a5a8ad6517cd86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ace7fa64f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ace7fa64f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ae374c52d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ae374c52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33a5a8ad6517cd86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33a5a8ad6517cd86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36875" y="719386"/>
            <a:ext cx="41148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49175" y="3542250"/>
            <a:ext cx="252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3577575" y="-126565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815300" y="2570575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rot="-4895465">
            <a:off x="3368024" y="-1303705"/>
            <a:ext cx="9412969" cy="648010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4815300" y="2570575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idx="2" type="title"/>
          </p:nvPr>
        </p:nvSpPr>
        <p:spPr>
          <a:xfrm>
            <a:off x="641800" y="2258012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641800" y="2619438"/>
            <a:ext cx="26898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5824800" y="2252450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824800" y="2624010"/>
            <a:ext cx="2689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 flipH="1" rot="193">
            <a:off x="3014849" y="1017810"/>
            <a:ext cx="3373153" cy="572222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57200" y="951000"/>
            <a:ext cx="375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457200" y="2234150"/>
            <a:ext cx="36774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/>
          <p:nvPr/>
        </p:nvSpPr>
        <p:spPr>
          <a:xfrm rot="-8960560">
            <a:off x="3895755" y="-250865"/>
            <a:ext cx="9413004" cy="7136681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410799" y="1266068"/>
            <a:ext cx="43224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2410800" y="3246072"/>
            <a:ext cx="4322400" cy="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/>
          <p:nvPr/>
        </p:nvSpPr>
        <p:spPr>
          <a:xfrm>
            <a:off x="3384975" y="2600400"/>
            <a:ext cx="5859300" cy="24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-984387" y="-41910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57200" y="457200"/>
            <a:ext cx="82296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2" type="title"/>
          </p:nvPr>
        </p:nvSpPr>
        <p:spPr>
          <a:xfrm>
            <a:off x="1404150" y="3196373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395095" y="3563859"/>
            <a:ext cx="26898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3" type="title"/>
          </p:nvPr>
        </p:nvSpPr>
        <p:spPr>
          <a:xfrm>
            <a:off x="5050035" y="3200677"/>
            <a:ext cx="2689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9"/>
          <p:cNvSpPr txBox="1"/>
          <p:nvPr>
            <p:ph idx="4" type="subTitle"/>
          </p:nvPr>
        </p:nvSpPr>
        <p:spPr>
          <a:xfrm>
            <a:off x="5040979" y="3560213"/>
            <a:ext cx="2689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/>
          <p:nvPr/>
        </p:nvSpPr>
        <p:spPr>
          <a:xfrm>
            <a:off x="4093938" y="994800"/>
            <a:ext cx="9837487" cy="677241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440650" y="497725"/>
            <a:ext cx="4755900" cy="18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4708075" y="645775"/>
            <a:ext cx="4207200" cy="15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3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57200" y="1197526"/>
            <a:ext cx="5554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2772226"/>
            <a:ext cx="55548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 rot="4882985">
            <a:off x="-1124517" y="-2578459"/>
            <a:ext cx="7378882" cy="748217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445025"/>
            <a:ext cx="8229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2" type="title"/>
          </p:nvPr>
        </p:nvSpPr>
        <p:spPr>
          <a:xfrm>
            <a:off x="1120050" y="1827650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136550" y="2208253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3" type="title"/>
          </p:nvPr>
        </p:nvSpPr>
        <p:spPr>
          <a:xfrm>
            <a:off x="1136550" y="1261027"/>
            <a:ext cx="2240100" cy="6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4" type="title"/>
          </p:nvPr>
        </p:nvSpPr>
        <p:spPr>
          <a:xfrm>
            <a:off x="1051675" y="3604000"/>
            <a:ext cx="2409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3"/>
          <p:cNvSpPr txBox="1"/>
          <p:nvPr>
            <p:ph idx="5" type="subTitle"/>
          </p:nvPr>
        </p:nvSpPr>
        <p:spPr>
          <a:xfrm>
            <a:off x="1136550" y="3945148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6" type="title"/>
          </p:nvPr>
        </p:nvSpPr>
        <p:spPr>
          <a:xfrm>
            <a:off x="1136550" y="3036281"/>
            <a:ext cx="22401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7" type="title"/>
          </p:nvPr>
        </p:nvSpPr>
        <p:spPr>
          <a:xfrm>
            <a:off x="3528725" y="1817425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13"/>
          <p:cNvSpPr txBox="1"/>
          <p:nvPr>
            <p:ph idx="8" type="subTitle"/>
          </p:nvPr>
        </p:nvSpPr>
        <p:spPr>
          <a:xfrm>
            <a:off x="3442327" y="2208253"/>
            <a:ext cx="2240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9" type="title"/>
          </p:nvPr>
        </p:nvSpPr>
        <p:spPr>
          <a:xfrm>
            <a:off x="3442327" y="1235450"/>
            <a:ext cx="2240100" cy="6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3" type="title"/>
          </p:nvPr>
        </p:nvSpPr>
        <p:spPr>
          <a:xfrm>
            <a:off x="3442327" y="3604003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3442327" y="3945148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hasCustomPrompt="1" idx="15" type="title"/>
          </p:nvPr>
        </p:nvSpPr>
        <p:spPr>
          <a:xfrm>
            <a:off x="3442327" y="3012050"/>
            <a:ext cx="22401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idx="16" type="title"/>
          </p:nvPr>
        </p:nvSpPr>
        <p:spPr>
          <a:xfrm>
            <a:off x="5682425" y="1826175"/>
            <a:ext cx="2409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3"/>
          <p:cNvSpPr txBox="1"/>
          <p:nvPr>
            <p:ph idx="17" type="subTitle"/>
          </p:nvPr>
        </p:nvSpPr>
        <p:spPr>
          <a:xfrm>
            <a:off x="5768952" y="2161277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18" type="title"/>
          </p:nvPr>
        </p:nvSpPr>
        <p:spPr>
          <a:xfrm>
            <a:off x="5768951" y="1264506"/>
            <a:ext cx="2240100" cy="6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19" type="title"/>
          </p:nvPr>
        </p:nvSpPr>
        <p:spPr>
          <a:xfrm>
            <a:off x="5768952" y="3602543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3"/>
          <p:cNvSpPr txBox="1"/>
          <p:nvPr>
            <p:ph idx="20" type="subTitle"/>
          </p:nvPr>
        </p:nvSpPr>
        <p:spPr>
          <a:xfrm>
            <a:off x="5768952" y="3937632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21" type="title"/>
          </p:nvPr>
        </p:nvSpPr>
        <p:spPr>
          <a:xfrm>
            <a:off x="5768951" y="3039614"/>
            <a:ext cx="22401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/>
          <p:nvPr/>
        </p:nvSpPr>
        <p:spPr>
          <a:xfrm>
            <a:off x="1715088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597513" y="1163661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903264" y="1170188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4056539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6295140" y="2937001"/>
            <a:ext cx="1316596" cy="687324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229890" y="1163661"/>
            <a:ext cx="1316596" cy="736673"/>
          </a:xfrm>
          <a:custGeom>
            <a:rect b="b" l="l" r="r" t="t"/>
            <a:pathLst>
              <a:path extrusionOk="0" h="20955" w="4385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7" name="Google Shape;87;p14"/>
          <p:cNvSpPr/>
          <p:nvPr/>
        </p:nvSpPr>
        <p:spPr>
          <a:xfrm rot="-7531753">
            <a:off x="-1055188" y="-2420408"/>
            <a:ext cx="4167357" cy="458637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 rot="1432133">
            <a:off x="6060531" y="3892529"/>
            <a:ext cx="3850151" cy="350581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1620150" y="1739138"/>
            <a:ext cx="5903700" cy="1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1620150" y="2960638"/>
            <a:ext cx="59037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 rot="-9388082">
            <a:off x="-1143081" y="-588681"/>
            <a:ext cx="9612308" cy="6320856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815300" y="1598100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4815300" y="2793300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/>
          <p:nvPr/>
        </p:nvSpPr>
        <p:spPr>
          <a:xfrm>
            <a:off x="-3911925" y="-113230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 ">
  <p:cSld name="CUSTOM_25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61950" y="727575"/>
            <a:ext cx="34494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1953" y="3335775"/>
            <a:ext cx="28614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and Three Columns 1">
  <p:cSld name="CUSTOM_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2" type="title"/>
          </p:nvPr>
        </p:nvSpPr>
        <p:spPr>
          <a:xfrm>
            <a:off x="624938" y="2569157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624938" y="2937471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3" type="title"/>
          </p:nvPr>
        </p:nvSpPr>
        <p:spPr>
          <a:xfrm>
            <a:off x="3393318" y="2569158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8"/>
          <p:cNvSpPr txBox="1"/>
          <p:nvPr>
            <p:ph idx="4" type="subTitle"/>
          </p:nvPr>
        </p:nvSpPr>
        <p:spPr>
          <a:xfrm>
            <a:off x="3393318" y="2937472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5" type="title"/>
          </p:nvPr>
        </p:nvSpPr>
        <p:spPr>
          <a:xfrm>
            <a:off x="6169460" y="2564130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8"/>
          <p:cNvSpPr txBox="1"/>
          <p:nvPr>
            <p:ph idx="6" type="subTitle"/>
          </p:nvPr>
        </p:nvSpPr>
        <p:spPr>
          <a:xfrm>
            <a:off x="6169460" y="2932445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/>
          <p:nvPr/>
        </p:nvSpPr>
        <p:spPr>
          <a:xfrm rot="-639680">
            <a:off x="4055413" y="1796811"/>
            <a:ext cx="6875378" cy="4732714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3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1135750" y="2095577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1135750" y="2467122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2" type="title"/>
          </p:nvPr>
        </p:nvSpPr>
        <p:spPr>
          <a:xfrm>
            <a:off x="1135750" y="364332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1135750" y="4011640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3441529" y="2085352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19"/>
          <p:cNvSpPr txBox="1"/>
          <p:nvPr>
            <p:ph idx="5" type="subTitle"/>
          </p:nvPr>
        </p:nvSpPr>
        <p:spPr>
          <a:xfrm>
            <a:off x="3441527" y="2467122"/>
            <a:ext cx="2240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6" type="title"/>
          </p:nvPr>
        </p:nvSpPr>
        <p:spPr>
          <a:xfrm>
            <a:off x="3441527" y="364332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19"/>
          <p:cNvSpPr txBox="1"/>
          <p:nvPr>
            <p:ph idx="7" type="subTitle"/>
          </p:nvPr>
        </p:nvSpPr>
        <p:spPr>
          <a:xfrm>
            <a:off x="3441527" y="4011640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8" type="title"/>
          </p:nvPr>
        </p:nvSpPr>
        <p:spPr>
          <a:xfrm>
            <a:off x="5768154" y="2094110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19"/>
          <p:cNvSpPr txBox="1"/>
          <p:nvPr>
            <p:ph idx="9" type="subTitle"/>
          </p:nvPr>
        </p:nvSpPr>
        <p:spPr>
          <a:xfrm>
            <a:off x="5768152" y="2465424"/>
            <a:ext cx="22401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3" type="title"/>
          </p:nvPr>
        </p:nvSpPr>
        <p:spPr>
          <a:xfrm>
            <a:off x="5768152" y="3641868"/>
            <a:ext cx="2240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19"/>
          <p:cNvSpPr txBox="1"/>
          <p:nvPr>
            <p:ph idx="14" type="subTitle"/>
          </p:nvPr>
        </p:nvSpPr>
        <p:spPr>
          <a:xfrm>
            <a:off x="5768152" y="4004123"/>
            <a:ext cx="22401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5"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 rot="9117159">
            <a:off x="-1377015" y="-868228"/>
            <a:ext cx="3850050" cy="390413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7358925" y="1670851"/>
            <a:ext cx="3850094" cy="390409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27" name="Google Shape;127;p20"/>
          <p:cNvSpPr/>
          <p:nvPr/>
        </p:nvSpPr>
        <p:spPr>
          <a:xfrm>
            <a:off x="3628076" y="1779053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4327644" y="2872243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1331650" y="1768962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2031218" y="2862152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962164" y="1788640"/>
            <a:ext cx="1875925" cy="1116173"/>
          </a:xfrm>
          <a:custGeom>
            <a:rect b="b" l="l" r="r" t="t"/>
            <a:pathLst>
              <a:path extrusionOk="0" h="26459" w="44469">
                <a:moveTo>
                  <a:pt x="3591" y="0"/>
                </a:moveTo>
                <a:cubicBezTo>
                  <a:pt x="1596" y="0"/>
                  <a:pt x="1" y="1608"/>
                  <a:pt x="1" y="3590"/>
                </a:cubicBezTo>
                <a:lnTo>
                  <a:pt x="1" y="22869"/>
                </a:lnTo>
                <a:cubicBezTo>
                  <a:pt x="1" y="24863"/>
                  <a:pt x="1596" y="26458"/>
                  <a:pt x="3591" y="26458"/>
                </a:cubicBezTo>
                <a:lnTo>
                  <a:pt x="40879" y="26458"/>
                </a:lnTo>
                <a:cubicBezTo>
                  <a:pt x="42873" y="26458"/>
                  <a:pt x="44468" y="24863"/>
                  <a:pt x="44468" y="22869"/>
                </a:cubicBezTo>
                <a:lnTo>
                  <a:pt x="44468" y="3590"/>
                </a:lnTo>
                <a:cubicBezTo>
                  <a:pt x="44468" y="1608"/>
                  <a:pt x="42873" y="0"/>
                  <a:pt x="408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661732" y="2881830"/>
            <a:ext cx="476817" cy="250410"/>
          </a:xfrm>
          <a:custGeom>
            <a:rect b="b" l="l" r="r" t="t"/>
            <a:pathLst>
              <a:path extrusionOk="0" h="5936" w="11303">
                <a:moveTo>
                  <a:pt x="1" y="1"/>
                </a:moveTo>
                <a:lnTo>
                  <a:pt x="5742" y="5935"/>
                </a:lnTo>
                <a:lnTo>
                  <a:pt x="1130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7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8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815300" y="197322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" type="subTitle"/>
          </p:nvPr>
        </p:nvSpPr>
        <p:spPr>
          <a:xfrm>
            <a:off x="4815300" y="3159224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/>
          <p:nvPr/>
        </p:nvSpPr>
        <p:spPr>
          <a:xfrm>
            <a:off x="4094251" y="285751"/>
            <a:ext cx="8875013" cy="6109795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9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57200" y="2259475"/>
            <a:ext cx="18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2" type="title"/>
          </p:nvPr>
        </p:nvSpPr>
        <p:spPr>
          <a:xfrm>
            <a:off x="2302750" y="3648183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subTitle"/>
          </p:nvPr>
        </p:nvSpPr>
        <p:spPr>
          <a:xfrm>
            <a:off x="2302750" y="4016933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title"/>
          </p:nvPr>
        </p:nvSpPr>
        <p:spPr>
          <a:xfrm>
            <a:off x="3566623" y="488950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" name="Google Shape;146;p24"/>
          <p:cNvSpPr txBox="1"/>
          <p:nvPr>
            <p:ph idx="4" type="subTitle"/>
          </p:nvPr>
        </p:nvSpPr>
        <p:spPr>
          <a:xfrm>
            <a:off x="3566623" y="830095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5" type="title"/>
          </p:nvPr>
        </p:nvSpPr>
        <p:spPr>
          <a:xfrm>
            <a:off x="4749702" y="3647822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" name="Google Shape;148;p24"/>
          <p:cNvSpPr txBox="1"/>
          <p:nvPr>
            <p:ph idx="6" type="subTitle"/>
          </p:nvPr>
        </p:nvSpPr>
        <p:spPr>
          <a:xfrm>
            <a:off x="4749702" y="3988966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7" type="title"/>
          </p:nvPr>
        </p:nvSpPr>
        <p:spPr>
          <a:xfrm>
            <a:off x="5998592" y="488949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" name="Google Shape;150;p24"/>
          <p:cNvSpPr txBox="1"/>
          <p:nvPr>
            <p:ph idx="8" type="subTitle"/>
          </p:nvPr>
        </p:nvSpPr>
        <p:spPr>
          <a:xfrm>
            <a:off x="5853850" y="830095"/>
            <a:ext cx="17802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9" type="title"/>
          </p:nvPr>
        </p:nvSpPr>
        <p:spPr>
          <a:xfrm>
            <a:off x="7196642" y="3647817"/>
            <a:ext cx="14907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24"/>
          <p:cNvSpPr txBox="1"/>
          <p:nvPr>
            <p:ph idx="13" type="subTitle"/>
          </p:nvPr>
        </p:nvSpPr>
        <p:spPr>
          <a:xfrm>
            <a:off x="7196642" y="3988963"/>
            <a:ext cx="14907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815309" y="1871700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" type="subTitle"/>
          </p:nvPr>
        </p:nvSpPr>
        <p:spPr>
          <a:xfrm>
            <a:off x="4815300" y="3065475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/>
          <p:nvPr/>
        </p:nvSpPr>
        <p:spPr>
          <a:xfrm rot="10799903">
            <a:off x="4287249" y="-1668273"/>
            <a:ext cx="6680951" cy="656419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2" type="title"/>
          </p:nvPr>
        </p:nvSpPr>
        <p:spPr>
          <a:xfrm>
            <a:off x="3397188" y="2891208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27"/>
          <p:cNvSpPr txBox="1"/>
          <p:nvPr>
            <p:ph idx="1" type="subTitle"/>
          </p:nvPr>
        </p:nvSpPr>
        <p:spPr>
          <a:xfrm>
            <a:off x="3397188" y="3250467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3" type="title"/>
          </p:nvPr>
        </p:nvSpPr>
        <p:spPr>
          <a:xfrm>
            <a:off x="778718" y="2891210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27"/>
          <p:cNvSpPr txBox="1"/>
          <p:nvPr>
            <p:ph idx="4" type="subTitle"/>
          </p:nvPr>
        </p:nvSpPr>
        <p:spPr>
          <a:xfrm>
            <a:off x="778718" y="3250468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5" type="title"/>
          </p:nvPr>
        </p:nvSpPr>
        <p:spPr>
          <a:xfrm>
            <a:off x="6124185" y="2891207"/>
            <a:ext cx="23496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6" name="Google Shape;166;p27"/>
          <p:cNvSpPr txBox="1"/>
          <p:nvPr>
            <p:ph idx="6" type="subTitle"/>
          </p:nvPr>
        </p:nvSpPr>
        <p:spPr>
          <a:xfrm>
            <a:off x="6124185" y="3250466"/>
            <a:ext cx="2349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3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2" type="title"/>
          </p:nvPr>
        </p:nvSpPr>
        <p:spPr>
          <a:xfrm>
            <a:off x="6359302" y="2660600"/>
            <a:ext cx="1705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6359302" y="3028909"/>
            <a:ext cx="1705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3" type="title"/>
          </p:nvPr>
        </p:nvSpPr>
        <p:spPr>
          <a:xfrm>
            <a:off x="1064432" y="2658916"/>
            <a:ext cx="17058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28"/>
          <p:cNvSpPr txBox="1"/>
          <p:nvPr>
            <p:ph idx="4" type="subTitle"/>
          </p:nvPr>
        </p:nvSpPr>
        <p:spPr>
          <a:xfrm>
            <a:off x="1064432" y="3027227"/>
            <a:ext cx="17058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4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4092475" y="628600"/>
            <a:ext cx="4594500" cy="19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5" name="Google Shape;175;p29"/>
          <p:cNvSpPr txBox="1"/>
          <p:nvPr>
            <p:ph idx="2" type="title"/>
          </p:nvPr>
        </p:nvSpPr>
        <p:spPr>
          <a:xfrm>
            <a:off x="3798675" y="3318368"/>
            <a:ext cx="22590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3798675" y="3686676"/>
            <a:ext cx="2259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3" type="title"/>
          </p:nvPr>
        </p:nvSpPr>
        <p:spPr>
          <a:xfrm>
            <a:off x="6378100" y="3318350"/>
            <a:ext cx="22590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8" name="Google Shape;178;p29"/>
          <p:cNvSpPr txBox="1"/>
          <p:nvPr>
            <p:ph idx="4" type="subTitle"/>
          </p:nvPr>
        </p:nvSpPr>
        <p:spPr>
          <a:xfrm>
            <a:off x="6378100" y="3686657"/>
            <a:ext cx="22590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9"/>
          <p:cNvSpPr/>
          <p:nvPr/>
        </p:nvSpPr>
        <p:spPr>
          <a:xfrm>
            <a:off x="2022913" y="-1265650"/>
            <a:ext cx="9413034" cy="6480137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6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4815309" y="1579008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" type="subTitle"/>
          </p:nvPr>
        </p:nvSpPr>
        <p:spPr>
          <a:xfrm>
            <a:off x="4815300" y="2777674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0"/>
          <p:cNvSpPr/>
          <p:nvPr/>
        </p:nvSpPr>
        <p:spPr>
          <a:xfrm>
            <a:off x="3873077" y="-586805"/>
            <a:ext cx="6137522" cy="6223558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4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4810050" y="1975979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" type="subTitle"/>
          </p:nvPr>
        </p:nvSpPr>
        <p:spPr>
          <a:xfrm>
            <a:off x="4810050" y="2534964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/>
          <p:nvPr/>
        </p:nvSpPr>
        <p:spPr>
          <a:xfrm rot="-4546338">
            <a:off x="3291820" y="-1265711"/>
            <a:ext cx="9413075" cy="6480182"/>
          </a:xfrm>
          <a:custGeom>
            <a:rect b="b" l="l" r="r" t="t"/>
            <a:pathLst>
              <a:path extrusionOk="0" h="44606" w="69355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7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hasCustomPrompt="1" type="title"/>
          </p:nvPr>
        </p:nvSpPr>
        <p:spPr>
          <a:xfrm>
            <a:off x="457200" y="1163844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2"/>
          <p:cNvSpPr txBox="1"/>
          <p:nvPr>
            <p:ph idx="2"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1" name="Google Shape;191;p32"/>
          <p:cNvSpPr txBox="1"/>
          <p:nvPr>
            <p:ph hasCustomPrompt="1" idx="3" type="title"/>
          </p:nvPr>
        </p:nvSpPr>
        <p:spPr>
          <a:xfrm>
            <a:off x="3132000" y="2226898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2" name="Google Shape;192;p32"/>
          <p:cNvSpPr txBox="1"/>
          <p:nvPr>
            <p:ph hasCustomPrompt="1" idx="4" type="title"/>
          </p:nvPr>
        </p:nvSpPr>
        <p:spPr>
          <a:xfrm>
            <a:off x="457200" y="3319492"/>
            <a:ext cx="5554800" cy="11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32"/>
          <p:cNvSpPr/>
          <p:nvPr/>
        </p:nvSpPr>
        <p:spPr>
          <a:xfrm>
            <a:off x="457200" y="3374854"/>
            <a:ext cx="8229600" cy="107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457200" y="1219194"/>
            <a:ext cx="8229600" cy="107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8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4815309" y="1289250"/>
            <a:ext cx="387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1" type="subTitle"/>
          </p:nvPr>
        </p:nvSpPr>
        <p:spPr>
          <a:xfrm>
            <a:off x="4815300" y="2487916"/>
            <a:ext cx="38715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9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hasCustomPrompt="1" idx="2" type="title"/>
          </p:nvPr>
        </p:nvSpPr>
        <p:spPr>
          <a:xfrm>
            <a:off x="554211" y="2911825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1" name="Google Shape;201;p34"/>
          <p:cNvSpPr txBox="1"/>
          <p:nvPr>
            <p:ph idx="3" type="title"/>
          </p:nvPr>
        </p:nvSpPr>
        <p:spPr>
          <a:xfrm>
            <a:off x="463075" y="2579950"/>
            <a:ext cx="2011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2" name="Google Shape;202;p34"/>
          <p:cNvSpPr txBox="1"/>
          <p:nvPr>
            <p:ph idx="1" type="subTitle"/>
          </p:nvPr>
        </p:nvSpPr>
        <p:spPr>
          <a:xfrm>
            <a:off x="554211" y="3365091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hasCustomPrompt="1" idx="4" type="title"/>
          </p:nvPr>
        </p:nvSpPr>
        <p:spPr>
          <a:xfrm>
            <a:off x="2625014" y="2921975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4" name="Google Shape;204;p34"/>
          <p:cNvSpPr txBox="1"/>
          <p:nvPr>
            <p:ph idx="5" type="title"/>
          </p:nvPr>
        </p:nvSpPr>
        <p:spPr>
          <a:xfrm>
            <a:off x="2625025" y="2579950"/>
            <a:ext cx="1829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5" name="Google Shape;205;p34"/>
          <p:cNvSpPr txBox="1"/>
          <p:nvPr>
            <p:ph idx="6" type="subTitle"/>
          </p:nvPr>
        </p:nvSpPr>
        <p:spPr>
          <a:xfrm>
            <a:off x="2625014" y="3365103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4"/>
          <p:cNvSpPr txBox="1"/>
          <p:nvPr>
            <p:ph hasCustomPrompt="1" idx="7" type="title"/>
          </p:nvPr>
        </p:nvSpPr>
        <p:spPr>
          <a:xfrm>
            <a:off x="4659595" y="2921962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07" name="Google Shape;207;p34"/>
          <p:cNvSpPr txBox="1"/>
          <p:nvPr>
            <p:ph idx="8" type="title"/>
          </p:nvPr>
        </p:nvSpPr>
        <p:spPr>
          <a:xfrm>
            <a:off x="4474475" y="2579950"/>
            <a:ext cx="21444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8" name="Google Shape;208;p34"/>
          <p:cNvSpPr txBox="1"/>
          <p:nvPr>
            <p:ph idx="9" type="subTitle"/>
          </p:nvPr>
        </p:nvSpPr>
        <p:spPr>
          <a:xfrm>
            <a:off x="4659595" y="3365091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hasCustomPrompt="1" idx="13" type="title"/>
          </p:nvPr>
        </p:nvSpPr>
        <p:spPr>
          <a:xfrm>
            <a:off x="6775670" y="2919438"/>
            <a:ext cx="1829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 rt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r>
              <a:t>xx%</a:t>
            </a:r>
          </a:p>
        </p:txBody>
      </p:sp>
      <p:sp>
        <p:nvSpPr>
          <p:cNvPr id="210" name="Google Shape;210;p34"/>
          <p:cNvSpPr txBox="1"/>
          <p:nvPr>
            <p:ph idx="14" type="title"/>
          </p:nvPr>
        </p:nvSpPr>
        <p:spPr>
          <a:xfrm>
            <a:off x="6775670" y="2567281"/>
            <a:ext cx="18291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1" name="Google Shape;211;p34"/>
          <p:cNvSpPr txBox="1"/>
          <p:nvPr>
            <p:ph idx="15" type="subTitle"/>
          </p:nvPr>
        </p:nvSpPr>
        <p:spPr>
          <a:xfrm>
            <a:off x="6775670" y="3362566"/>
            <a:ext cx="18291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4"/>
          <p:cNvSpPr/>
          <p:nvPr/>
        </p:nvSpPr>
        <p:spPr>
          <a:xfrm rot="-8100000">
            <a:off x="5824825" y="-3086334"/>
            <a:ext cx="8181040" cy="6840110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0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457200" y="2521975"/>
            <a:ext cx="31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477656" y="2648313"/>
            <a:ext cx="31116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/>
          <p:nvPr/>
        </p:nvSpPr>
        <p:spPr>
          <a:xfrm>
            <a:off x="1849402" y="-710926"/>
            <a:ext cx="9538063" cy="6565367"/>
          </a:xfrm>
          <a:custGeom>
            <a:rect b="b" l="l" r="r" t="t"/>
            <a:pathLst>
              <a:path extrusionOk="0" h="52006" w="75555">
                <a:moveTo>
                  <a:pt x="54241" y="0"/>
                </a:moveTo>
                <a:cubicBezTo>
                  <a:pt x="52749" y="0"/>
                  <a:pt x="51267" y="444"/>
                  <a:pt x="50141" y="1404"/>
                </a:cubicBezTo>
                <a:cubicBezTo>
                  <a:pt x="48388" y="2890"/>
                  <a:pt x="47721" y="5341"/>
                  <a:pt x="46019" y="6878"/>
                </a:cubicBezTo>
                <a:cubicBezTo>
                  <a:pt x="44551" y="8198"/>
                  <a:pt x="42477" y="8653"/>
                  <a:pt x="40487" y="8653"/>
                </a:cubicBezTo>
                <a:cubicBezTo>
                  <a:pt x="40421" y="8653"/>
                  <a:pt x="40355" y="8653"/>
                  <a:pt x="40289" y="8652"/>
                </a:cubicBezTo>
                <a:cubicBezTo>
                  <a:pt x="38249" y="8631"/>
                  <a:pt x="36229" y="8190"/>
                  <a:pt x="34189" y="8037"/>
                </a:cubicBezTo>
                <a:cubicBezTo>
                  <a:pt x="33607" y="7992"/>
                  <a:pt x="33023" y="7972"/>
                  <a:pt x="32440" y="7972"/>
                </a:cubicBezTo>
                <a:cubicBezTo>
                  <a:pt x="30868" y="7972"/>
                  <a:pt x="29296" y="8120"/>
                  <a:pt x="27741" y="8344"/>
                </a:cubicBezTo>
                <a:cubicBezTo>
                  <a:pt x="25845" y="8631"/>
                  <a:pt x="23917" y="9041"/>
                  <a:pt x="22287" y="10046"/>
                </a:cubicBezTo>
                <a:cubicBezTo>
                  <a:pt x="20657" y="11051"/>
                  <a:pt x="19335" y="12732"/>
                  <a:pt x="19222" y="14649"/>
                </a:cubicBezTo>
                <a:cubicBezTo>
                  <a:pt x="19099" y="16863"/>
                  <a:pt x="20924" y="18811"/>
                  <a:pt x="20944" y="21025"/>
                </a:cubicBezTo>
                <a:cubicBezTo>
                  <a:pt x="20996" y="26981"/>
                  <a:pt x="16393" y="25649"/>
                  <a:pt x="14168" y="28970"/>
                </a:cubicBezTo>
                <a:cubicBezTo>
                  <a:pt x="12764" y="31082"/>
                  <a:pt x="14496" y="34660"/>
                  <a:pt x="12856" y="37028"/>
                </a:cubicBezTo>
                <a:cubicBezTo>
                  <a:pt x="11236" y="39334"/>
                  <a:pt x="8714" y="38770"/>
                  <a:pt x="6520" y="39755"/>
                </a:cubicBezTo>
                <a:cubicBezTo>
                  <a:pt x="2748" y="41446"/>
                  <a:pt x="1" y="45947"/>
                  <a:pt x="8858" y="45947"/>
                </a:cubicBezTo>
                <a:cubicBezTo>
                  <a:pt x="10769" y="45947"/>
                  <a:pt x="13152" y="45689"/>
                  <a:pt x="15512" y="45689"/>
                </a:cubicBezTo>
                <a:cubicBezTo>
                  <a:pt x="18457" y="45689"/>
                  <a:pt x="21365" y="46090"/>
                  <a:pt x="23271" y="47894"/>
                </a:cubicBezTo>
                <a:cubicBezTo>
                  <a:pt x="24630" y="49179"/>
                  <a:pt x="25735" y="49880"/>
                  <a:pt x="27385" y="49880"/>
                </a:cubicBezTo>
                <a:cubicBezTo>
                  <a:pt x="27777" y="49880"/>
                  <a:pt x="28200" y="49841"/>
                  <a:pt x="28664" y="49760"/>
                </a:cubicBezTo>
                <a:cubicBezTo>
                  <a:pt x="29048" y="49693"/>
                  <a:pt x="29403" y="49663"/>
                  <a:pt x="29736" y="49663"/>
                </a:cubicBezTo>
                <a:cubicBezTo>
                  <a:pt x="32676" y="49663"/>
                  <a:pt x="33835" y="52005"/>
                  <a:pt x="37500" y="52005"/>
                </a:cubicBezTo>
                <a:cubicBezTo>
                  <a:pt x="41191" y="52005"/>
                  <a:pt x="42318" y="49798"/>
                  <a:pt x="46348" y="49798"/>
                </a:cubicBezTo>
                <a:cubicBezTo>
                  <a:pt x="47434" y="49798"/>
                  <a:pt x="48731" y="49958"/>
                  <a:pt x="50346" y="50365"/>
                </a:cubicBezTo>
                <a:cubicBezTo>
                  <a:pt x="50907" y="50506"/>
                  <a:pt x="51422" y="50566"/>
                  <a:pt x="51901" y="50566"/>
                </a:cubicBezTo>
                <a:cubicBezTo>
                  <a:pt x="54272" y="50566"/>
                  <a:pt x="55758" y="49090"/>
                  <a:pt x="57634" y="48663"/>
                </a:cubicBezTo>
                <a:cubicBezTo>
                  <a:pt x="58412" y="48485"/>
                  <a:pt x="59185" y="48426"/>
                  <a:pt x="59958" y="48426"/>
                </a:cubicBezTo>
                <a:cubicBezTo>
                  <a:pt x="61460" y="48426"/>
                  <a:pt x="62960" y="48650"/>
                  <a:pt x="64482" y="48663"/>
                </a:cubicBezTo>
                <a:cubicBezTo>
                  <a:pt x="64488" y="48663"/>
                  <a:pt x="64494" y="48663"/>
                  <a:pt x="64500" y="48663"/>
                </a:cubicBezTo>
                <a:cubicBezTo>
                  <a:pt x="66727" y="48663"/>
                  <a:pt x="68515" y="46763"/>
                  <a:pt x="69895" y="45239"/>
                </a:cubicBezTo>
                <a:cubicBezTo>
                  <a:pt x="71095" y="43927"/>
                  <a:pt x="72796" y="42953"/>
                  <a:pt x="74037" y="41651"/>
                </a:cubicBezTo>
                <a:cubicBezTo>
                  <a:pt x="75328" y="40318"/>
                  <a:pt x="75554" y="38442"/>
                  <a:pt x="75144" y="36679"/>
                </a:cubicBezTo>
                <a:cubicBezTo>
                  <a:pt x="74088" y="32107"/>
                  <a:pt x="68727" y="30364"/>
                  <a:pt x="67404" y="25956"/>
                </a:cubicBezTo>
                <a:cubicBezTo>
                  <a:pt x="66707" y="23619"/>
                  <a:pt x="67394" y="21118"/>
                  <a:pt x="67609" y="18688"/>
                </a:cubicBezTo>
                <a:cubicBezTo>
                  <a:pt x="68132" y="12619"/>
                  <a:pt x="65426" y="6355"/>
                  <a:pt x="60648" y="2573"/>
                </a:cubicBezTo>
                <a:cubicBezTo>
                  <a:pt x="59152" y="1394"/>
                  <a:pt x="57429" y="430"/>
                  <a:pt x="55543" y="112"/>
                </a:cubicBezTo>
                <a:cubicBezTo>
                  <a:pt x="55114" y="38"/>
                  <a:pt x="54677" y="0"/>
                  <a:pt x="54241" y="0"/>
                </a:cubicBezTo>
                <a:close/>
              </a:path>
            </a:pathLst>
          </a:custGeom>
          <a:solidFill>
            <a:srgbClr val="8FCEF9">
              <a:alpha val="60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457200" y="776150"/>
            <a:ext cx="37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9" name="Google Shape;219;p36"/>
          <p:cNvSpPr txBox="1"/>
          <p:nvPr>
            <p:ph idx="1" type="subTitle"/>
          </p:nvPr>
        </p:nvSpPr>
        <p:spPr>
          <a:xfrm>
            <a:off x="460500" y="1613675"/>
            <a:ext cx="37599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6"/>
          <p:cNvSpPr txBox="1"/>
          <p:nvPr/>
        </p:nvSpPr>
        <p:spPr>
          <a:xfrm>
            <a:off x="481362" y="3624400"/>
            <a:ext cx="368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15212A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>
                <a:solidFill>
                  <a:srgbClr val="15212A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15212A"/>
                </a:solidFill>
                <a:latin typeface="Cutive Mono"/>
                <a:ea typeface="Cutive Mono"/>
                <a:cs typeface="Cutive Mono"/>
                <a:sym typeface="Cutive Mono"/>
              </a:rPr>
              <a:t>. </a:t>
            </a:r>
            <a:endParaRPr sz="1200">
              <a:solidFill>
                <a:srgbClr val="15212A"/>
              </a:solidFill>
              <a:latin typeface="Cutive Mono"/>
              <a:ea typeface="Cutive Mono"/>
              <a:cs typeface="Cutive Mono"/>
              <a:sym typeface="Cutive Mono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5212A"/>
              </a:solidFill>
              <a:latin typeface="Cutive Mono"/>
              <a:ea typeface="Cutive Mono"/>
              <a:cs typeface="Cutive Mono"/>
              <a:sym typeface="Cutive Mon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2" type="title"/>
          </p:nvPr>
        </p:nvSpPr>
        <p:spPr>
          <a:xfrm>
            <a:off x="641800" y="1140525"/>
            <a:ext cx="3745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4" name="Google Shape;224;p37"/>
          <p:cNvSpPr txBox="1"/>
          <p:nvPr>
            <p:ph idx="1" type="subTitle"/>
          </p:nvPr>
        </p:nvSpPr>
        <p:spPr>
          <a:xfrm>
            <a:off x="641800" y="1640450"/>
            <a:ext cx="37452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3" type="title"/>
          </p:nvPr>
        </p:nvSpPr>
        <p:spPr>
          <a:xfrm>
            <a:off x="4769400" y="1185650"/>
            <a:ext cx="3745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6" name="Google Shape;226;p37"/>
          <p:cNvSpPr txBox="1"/>
          <p:nvPr>
            <p:ph idx="4" type="subTitle"/>
          </p:nvPr>
        </p:nvSpPr>
        <p:spPr>
          <a:xfrm>
            <a:off x="4769400" y="1640390"/>
            <a:ext cx="37452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rgbClr val="37495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b="1" sz="3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hyperlink" Target="https://www.linkedin.com/in/mikhael-putra-iswanto-a8051876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ublic.tableau.com/views/FIS-RevoU/Dashboard2?:language=en-US&amp;:sid=&amp;:redirect=auth&amp;:display_count=n&amp;:origin=viz_share_link" TargetMode="External"/><Relationship Id="rId4" Type="http://schemas.openxmlformats.org/officeDocument/2006/relationships/image" Target="../media/image33.png"/><Relationship Id="rId5" Type="http://schemas.openxmlformats.org/officeDocument/2006/relationships/hyperlink" Target="https://public.tableau.com/views/FIS-RevoU/Dashboard2?:language=en-US&amp;:sid=&amp;:redirect=auth&amp;:display_count=n&amp;:origin=viz_share_link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hyperlink" Target="https://www.linkedin.com/in/mikhael-putra-iswanto-a8051876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onsole.cloud.google.com/bigquery?ws=!1m7!1m6!12m5!1m3!1snext-fsda!2sus-central1!3sc52f6234-049c-43b3-a5da-0adc22ba5a40!2e1" TargetMode="External"/><Relationship Id="rId4" Type="http://schemas.openxmlformats.org/officeDocument/2006/relationships/hyperlink" Target="https://console.cloud.google.com/bigquery?ws=!1m7!1m6!12m5!1m3!1snext-fsda!2sus-central1!3sc52f6234-049c-43b3-a5da-0adc22ba5a40!2e1" TargetMode="External"/><Relationship Id="rId9" Type="http://schemas.openxmlformats.org/officeDocument/2006/relationships/hyperlink" Target="https://console.cloud.google.com/bigquery?ws=!1m7!1m6!12m5!1m3!1snext-fsda!2sus-central1!3s196f7ec3-8f3e-45a2-a243-6f3576f8d7d9!2e1" TargetMode="External"/><Relationship Id="rId5" Type="http://schemas.openxmlformats.org/officeDocument/2006/relationships/hyperlink" Target="https://console.cloud.google.com/bigquery?ws=!1m7!1m6!12m5!1m3!1snext-fsda!2sus-central1!3seba3eb9b-95b3-4437-b7c7-6fd226379807!2e1" TargetMode="External"/><Relationship Id="rId6" Type="http://schemas.openxmlformats.org/officeDocument/2006/relationships/hyperlink" Target="https://console.cloud.google.com/bigquery?ws=!1m7!1m6!12m5!1m3!1snext-fsda!2sus-central1!3seba3eb9b-95b3-4437-b7c7-6fd226379807!2e1" TargetMode="External"/><Relationship Id="rId7" Type="http://schemas.openxmlformats.org/officeDocument/2006/relationships/hyperlink" Target="https://console.cloud.google.com/bigquery?ws=!1m7!1m6!12m5!1m3!1snext-fsda!2sus-central1!3seba3eb9b-95b3-4437-b7c7-6fd226379807!2e1" TargetMode="External"/><Relationship Id="rId8" Type="http://schemas.openxmlformats.org/officeDocument/2006/relationships/hyperlink" Target="https://console.cloud.google.com/bigquery?ws=!1m7!1m6!12m5!1m3!1snext-fsda!2sus-central1!3s196f7ec3-8f3e-45a2-a243-6f3576f8d7d9!2e1" TargetMode="External"/><Relationship Id="rId11" Type="http://schemas.openxmlformats.org/officeDocument/2006/relationships/hyperlink" Target="https://console.cloud.google.com/bigquery?ws=!1m7!1m6!12m5!1m3!1snext-fsda!2sus-central1!3s7988ddeb-9f73-4d26-ba33-762b6ef31df6!2e1" TargetMode="External"/><Relationship Id="rId10" Type="http://schemas.openxmlformats.org/officeDocument/2006/relationships/hyperlink" Target="https://console.cloud.google.com/bigquery?ws=!1m7!1m6!12m5!1m3!1snext-fsda!2sus-central1!3s196f7ec3-8f3e-45a2-a243-6f3576f8d7d9!2e1" TargetMode="External"/><Relationship Id="rId13" Type="http://schemas.openxmlformats.org/officeDocument/2006/relationships/hyperlink" Target="https://console.cloud.google.com/bigquery?ws=!1m7!1m6!12m5!1m3!1snext-fsda!2sus-central1!3s7988ddeb-9f73-4d26-ba33-762b6ef31df6!2e1" TargetMode="External"/><Relationship Id="rId12" Type="http://schemas.openxmlformats.org/officeDocument/2006/relationships/hyperlink" Target="https://console.cloud.google.com/bigquery?ws=!1m7!1m6!12m5!1m3!1snext-fsda!2sus-central1!3s7988ddeb-9f73-4d26-ba33-762b6ef31df6!2e1" TargetMode="External"/><Relationship Id="rId15" Type="http://schemas.openxmlformats.org/officeDocument/2006/relationships/hyperlink" Target="https://console.cloud.google.com/bigquery?ws=!1m7!1m6!12m5!1m3!1snext-fsda!2sus-central1!3s3f69a55a-24b0-403b-a861-0704fa47fdc1!2e1" TargetMode="External"/><Relationship Id="rId14" Type="http://schemas.openxmlformats.org/officeDocument/2006/relationships/hyperlink" Target="https://console.cloud.google.com/bigquery?ws=!1m7!1m6!12m5!1m3!1snext-fsda!2sus-central1!3s3f69a55a-24b0-403b-a861-0704fa47fdc1!2e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ctrTitle"/>
          </p:nvPr>
        </p:nvSpPr>
        <p:spPr>
          <a:xfrm>
            <a:off x="159725" y="1460100"/>
            <a:ext cx="6343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Risk Optimization:</a:t>
            </a:r>
            <a:br>
              <a:rPr lang="en" sz="3200"/>
            </a:br>
            <a:r>
              <a:rPr lang="en" sz="2400"/>
              <a:t>The Debt Consolidation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Strategy</a:t>
            </a:r>
            <a:endParaRPr sz="4800"/>
          </a:p>
        </p:txBody>
      </p:sp>
      <p:sp>
        <p:nvSpPr>
          <p:cNvPr id="236" name="Google Shape;236;p40"/>
          <p:cNvSpPr txBox="1"/>
          <p:nvPr>
            <p:ph idx="1" type="subTitle"/>
          </p:nvPr>
        </p:nvSpPr>
        <p:spPr>
          <a:xfrm>
            <a:off x="172025" y="3055050"/>
            <a:ext cx="31134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Analytical Report</a:t>
            </a:r>
            <a:endParaRPr sz="2400"/>
          </a:p>
        </p:txBody>
      </p:sp>
      <p:sp>
        <p:nvSpPr>
          <p:cNvPr id="237" name="Google Shape;237;p40"/>
          <p:cNvSpPr/>
          <p:nvPr/>
        </p:nvSpPr>
        <p:spPr>
          <a:xfrm>
            <a:off x="8964223" y="2608744"/>
            <a:ext cx="120227" cy="161505"/>
          </a:xfrm>
          <a:custGeom>
            <a:rect b="b" l="l" r="r" t="t"/>
            <a:pathLst>
              <a:path extrusionOk="0" h="2328" w="1733">
                <a:moveTo>
                  <a:pt x="871" y="1"/>
                </a:moveTo>
                <a:lnTo>
                  <a:pt x="636" y="923"/>
                </a:lnTo>
                <a:lnTo>
                  <a:pt x="0" y="1159"/>
                </a:lnTo>
                <a:lnTo>
                  <a:pt x="615" y="1395"/>
                </a:lnTo>
                <a:lnTo>
                  <a:pt x="861" y="2328"/>
                </a:lnTo>
                <a:lnTo>
                  <a:pt x="1097" y="1416"/>
                </a:lnTo>
                <a:lnTo>
                  <a:pt x="1733" y="1180"/>
                </a:lnTo>
                <a:lnTo>
                  <a:pt x="1117" y="944"/>
                </a:lnTo>
                <a:lnTo>
                  <a:pt x="871" y="1"/>
                </a:lnTo>
                <a:close/>
              </a:path>
            </a:pathLst>
          </a:custGeom>
          <a:solidFill>
            <a:srgbClr val="FFB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p40"/>
          <p:cNvGrpSpPr/>
          <p:nvPr/>
        </p:nvGrpSpPr>
        <p:grpSpPr>
          <a:xfrm>
            <a:off x="4384025" y="753975"/>
            <a:ext cx="4561734" cy="3321225"/>
            <a:chOff x="4384025" y="753975"/>
            <a:chExt cx="4561734" cy="3321225"/>
          </a:xfrm>
        </p:grpSpPr>
        <p:sp>
          <p:nvSpPr>
            <p:cNvPr id="239" name="Google Shape;239;p40"/>
            <p:cNvSpPr/>
            <p:nvPr/>
          </p:nvSpPr>
          <p:spPr>
            <a:xfrm>
              <a:off x="5131531" y="3948106"/>
              <a:ext cx="109315" cy="84899"/>
            </a:xfrm>
            <a:custGeom>
              <a:rect b="b" l="l" r="r" t="t"/>
              <a:pathLst>
                <a:path extrusionOk="0" h="1164" w="1499">
                  <a:moveTo>
                    <a:pt x="682" y="1"/>
                  </a:moveTo>
                  <a:cubicBezTo>
                    <a:pt x="579" y="1"/>
                    <a:pt x="468" y="22"/>
                    <a:pt x="371" y="35"/>
                  </a:cubicBezTo>
                  <a:cubicBezTo>
                    <a:pt x="279" y="45"/>
                    <a:pt x="207" y="127"/>
                    <a:pt x="207" y="219"/>
                  </a:cubicBezTo>
                  <a:cubicBezTo>
                    <a:pt x="207" y="230"/>
                    <a:pt x="207" y="240"/>
                    <a:pt x="207" y="250"/>
                  </a:cubicBezTo>
                  <a:cubicBezTo>
                    <a:pt x="207" y="271"/>
                    <a:pt x="207" y="291"/>
                    <a:pt x="207" y="312"/>
                  </a:cubicBezTo>
                  <a:cubicBezTo>
                    <a:pt x="197" y="486"/>
                    <a:pt x="156" y="650"/>
                    <a:pt x="94" y="814"/>
                  </a:cubicBezTo>
                  <a:cubicBezTo>
                    <a:pt x="0" y="1105"/>
                    <a:pt x="293" y="1164"/>
                    <a:pt x="800" y="1164"/>
                  </a:cubicBezTo>
                  <a:cubicBezTo>
                    <a:pt x="847" y="1164"/>
                    <a:pt x="895" y="1163"/>
                    <a:pt x="945" y="1162"/>
                  </a:cubicBezTo>
                  <a:cubicBezTo>
                    <a:pt x="1499" y="1152"/>
                    <a:pt x="1345" y="927"/>
                    <a:pt x="1263" y="804"/>
                  </a:cubicBezTo>
                  <a:cubicBezTo>
                    <a:pt x="1181" y="691"/>
                    <a:pt x="1037" y="629"/>
                    <a:pt x="1017" y="486"/>
                  </a:cubicBezTo>
                  <a:cubicBezTo>
                    <a:pt x="1007" y="383"/>
                    <a:pt x="996" y="281"/>
                    <a:pt x="986" y="189"/>
                  </a:cubicBezTo>
                  <a:cubicBezTo>
                    <a:pt x="986" y="178"/>
                    <a:pt x="986" y="178"/>
                    <a:pt x="986" y="178"/>
                  </a:cubicBezTo>
                  <a:cubicBezTo>
                    <a:pt x="939" y="38"/>
                    <a:pt x="819" y="1"/>
                    <a:pt x="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0"/>
            <p:cNvSpPr/>
            <p:nvPr/>
          </p:nvSpPr>
          <p:spPr>
            <a:xfrm>
              <a:off x="5151804" y="3907261"/>
              <a:ext cx="46453" cy="64841"/>
            </a:xfrm>
            <a:custGeom>
              <a:rect b="b" l="l" r="r" t="t"/>
              <a:pathLst>
                <a:path extrusionOk="0" h="889" w="637">
                  <a:moveTo>
                    <a:pt x="636" y="0"/>
                  </a:moveTo>
                  <a:lnTo>
                    <a:pt x="1" y="62"/>
                  </a:lnTo>
                  <a:cubicBezTo>
                    <a:pt x="1" y="62"/>
                    <a:pt x="1" y="636"/>
                    <a:pt x="1" y="769"/>
                  </a:cubicBezTo>
                  <a:cubicBezTo>
                    <a:pt x="1" y="816"/>
                    <a:pt x="135" y="888"/>
                    <a:pt x="294" y="888"/>
                  </a:cubicBezTo>
                  <a:cubicBezTo>
                    <a:pt x="380" y="888"/>
                    <a:pt x="472" y="867"/>
                    <a:pt x="554" y="810"/>
                  </a:cubicBezTo>
                  <a:cubicBezTo>
                    <a:pt x="575" y="800"/>
                    <a:pt x="585" y="779"/>
                    <a:pt x="595" y="749"/>
                  </a:cubicBezTo>
                  <a:cubicBezTo>
                    <a:pt x="606" y="677"/>
                    <a:pt x="626" y="226"/>
                    <a:pt x="636" y="0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0"/>
            <p:cNvSpPr/>
            <p:nvPr/>
          </p:nvSpPr>
          <p:spPr>
            <a:xfrm>
              <a:off x="5545100" y="3905000"/>
              <a:ext cx="50902" cy="71843"/>
            </a:xfrm>
            <a:custGeom>
              <a:rect b="b" l="l" r="r" t="t"/>
              <a:pathLst>
                <a:path extrusionOk="0" h="985" w="698">
                  <a:moveTo>
                    <a:pt x="554" y="0"/>
                  </a:moveTo>
                  <a:lnTo>
                    <a:pt x="0" y="72"/>
                  </a:lnTo>
                  <a:lnTo>
                    <a:pt x="144" y="985"/>
                  </a:lnTo>
                  <a:lnTo>
                    <a:pt x="697" y="933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0"/>
            <p:cNvSpPr/>
            <p:nvPr/>
          </p:nvSpPr>
          <p:spPr>
            <a:xfrm>
              <a:off x="5547360" y="3954962"/>
              <a:ext cx="160727" cy="62507"/>
            </a:xfrm>
            <a:custGeom>
              <a:rect b="b" l="l" r="r" t="t"/>
              <a:pathLst>
                <a:path extrusionOk="0" h="857" w="2204">
                  <a:moveTo>
                    <a:pt x="585" y="1"/>
                  </a:moveTo>
                  <a:cubicBezTo>
                    <a:pt x="552" y="1"/>
                    <a:pt x="500" y="43"/>
                    <a:pt x="482" y="136"/>
                  </a:cubicBezTo>
                  <a:cubicBezTo>
                    <a:pt x="460" y="200"/>
                    <a:pt x="360" y="249"/>
                    <a:pt x="249" y="249"/>
                  </a:cubicBezTo>
                  <a:cubicBezTo>
                    <a:pt x="200" y="249"/>
                    <a:pt x="149" y="239"/>
                    <a:pt x="102" y="218"/>
                  </a:cubicBezTo>
                  <a:cubicBezTo>
                    <a:pt x="51" y="300"/>
                    <a:pt x="20" y="392"/>
                    <a:pt x="20" y="494"/>
                  </a:cubicBezTo>
                  <a:cubicBezTo>
                    <a:pt x="3" y="778"/>
                    <a:pt x="0" y="838"/>
                    <a:pt x="187" y="838"/>
                  </a:cubicBezTo>
                  <a:cubicBezTo>
                    <a:pt x="223" y="838"/>
                    <a:pt x="266" y="836"/>
                    <a:pt x="318" y="833"/>
                  </a:cubicBezTo>
                  <a:cubicBezTo>
                    <a:pt x="420" y="822"/>
                    <a:pt x="525" y="817"/>
                    <a:pt x="630" y="817"/>
                  </a:cubicBezTo>
                  <a:cubicBezTo>
                    <a:pt x="735" y="817"/>
                    <a:pt x="841" y="822"/>
                    <a:pt x="943" y="833"/>
                  </a:cubicBezTo>
                  <a:cubicBezTo>
                    <a:pt x="1038" y="842"/>
                    <a:pt x="1174" y="856"/>
                    <a:pt x="1326" y="856"/>
                  </a:cubicBezTo>
                  <a:cubicBezTo>
                    <a:pt x="1503" y="856"/>
                    <a:pt x="1700" y="837"/>
                    <a:pt x="1876" y="771"/>
                  </a:cubicBezTo>
                  <a:cubicBezTo>
                    <a:pt x="2204" y="638"/>
                    <a:pt x="1599" y="617"/>
                    <a:pt x="1302" y="515"/>
                  </a:cubicBezTo>
                  <a:cubicBezTo>
                    <a:pt x="1087" y="453"/>
                    <a:pt x="892" y="330"/>
                    <a:pt x="738" y="166"/>
                  </a:cubicBezTo>
                  <a:cubicBezTo>
                    <a:pt x="697" y="95"/>
                    <a:pt x="646" y="13"/>
                    <a:pt x="594" y="2"/>
                  </a:cubicBezTo>
                  <a:cubicBezTo>
                    <a:pt x="591" y="1"/>
                    <a:pt x="588" y="1"/>
                    <a:pt x="5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0"/>
            <p:cNvSpPr/>
            <p:nvPr/>
          </p:nvSpPr>
          <p:spPr>
            <a:xfrm>
              <a:off x="5156691" y="3957296"/>
              <a:ext cx="51631" cy="25674"/>
            </a:xfrm>
            <a:custGeom>
              <a:rect b="b" l="l" r="r" t="t"/>
              <a:pathLst>
                <a:path extrusionOk="0" h="352" w="708">
                  <a:moveTo>
                    <a:pt x="288" y="1"/>
                  </a:moveTo>
                  <a:cubicBezTo>
                    <a:pt x="262" y="1"/>
                    <a:pt x="234" y="1"/>
                    <a:pt x="205" y="3"/>
                  </a:cubicBezTo>
                  <a:cubicBezTo>
                    <a:pt x="93" y="3"/>
                    <a:pt x="0" y="95"/>
                    <a:pt x="0" y="208"/>
                  </a:cubicBezTo>
                  <a:lnTo>
                    <a:pt x="82" y="310"/>
                  </a:lnTo>
                  <a:lnTo>
                    <a:pt x="308" y="351"/>
                  </a:lnTo>
                  <a:cubicBezTo>
                    <a:pt x="308" y="351"/>
                    <a:pt x="708" y="341"/>
                    <a:pt x="646" y="177"/>
                  </a:cubicBezTo>
                  <a:cubicBezTo>
                    <a:pt x="584" y="35"/>
                    <a:pt x="460" y="1"/>
                    <a:pt x="288" y="1"/>
                  </a:cubicBez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0"/>
            <p:cNvSpPr/>
            <p:nvPr/>
          </p:nvSpPr>
          <p:spPr>
            <a:xfrm>
              <a:off x="5530948" y="1003944"/>
              <a:ext cx="377955" cy="177947"/>
            </a:xfrm>
            <a:custGeom>
              <a:rect b="b" l="l" r="r" t="t"/>
              <a:pathLst>
                <a:path extrusionOk="0" h="2565" w="5448">
                  <a:moveTo>
                    <a:pt x="3817" y="0"/>
                  </a:moveTo>
                  <a:cubicBezTo>
                    <a:pt x="2165" y="0"/>
                    <a:pt x="1" y="1052"/>
                    <a:pt x="1470" y="2292"/>
                  </a:cubicBezTo>
                  <a:cubicBezTo>
                    <a:pt x="1706" y="2489"/>
                    <a:pt x="1978" y="2565"/>
                    <a:pt x="2268" y="2565"/>
                  </a:cubicBezTo>
                  <a:cubicBezTo>
                    <a:pt x="3078" y="2565"/>
                    <a:pt x="4025" y="1979"/>
                    <a:pt x="4689" y="1820"/>
                  </a:cubicBezTo>
                  <a:cubicBezTo>
                    <a:pt x="4904" y="1779"/>
                    <a:pt x="5099" y="1666"/>
                    <a:pt x="5232" y="1492"/>
                  </a:cubicBezTo>
                  <a:cubicBezTo>
                    <a:pt x="5396" y="1277"/>
                    <a:pt x="5448" y="990"/>
                    <a:pt x="5386" y="733"/>
                  </a:cubicBezTo>
                  <a:cubicBezTo>
                    <a:pt x="5325" y="549"/>
                    <a:pt x="5202" y="405"/>
                    <a:pt x="5048" y="303"/>
                  </a:cubicBezTo>
                  <a:cubicBezTo>
                    <a:pt x="4756" y="93"/>
                    <a:pt x="4309" y="0"/>
                    <a:pt x="38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0"/>
            <p:cNvSpPr/>
            <p:nvPr/>
          </p:nvSpPr>
          <p:spPr>
            <a:xfrm>
              <a:off x="5071055" y="3718270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0"/>
                  </a:moveTo>
                  <a:lnTo>
                    <a:pt x="0" y="1148"/>
                  </a:lnTo>
                  <a:cubicBezTo>
                    <a:pt x="0" y="1548"/>
                    <a:pt x="2133" y="1876"/>
                    <a:pt x="4778" y="1876"/>
                  </a:cubicBezTo>
                  <a:cubicBezTo>
                    <a:pt x="7422" y="1876"/>
                    <a:pt x="9565" y="1558"/>
                    <a:pt x="9565" y="115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0"/>
            <p:cNvSpPr/>
            <p:nvPr/>
          </p:nvSpPr>
          <p:spPr>
            <a:xfrm>
              <a:off x="5078131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0"/>
            <p:cNvSpPr/>
            <p:nvPr/>
          </p:nvSpPr>
          <p:spPr>
            <a:xfrm>
              <a:off x="5118716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0"/>
            <p:cNvSpPr/>
            <p:nvPr/>
          </p:nvSpPr>
          <p:spPr>
            <a:xfrm>
              <a:off x="5164920" y="368483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0"/>
            <p:cNvSpPr/>
            <p:nvPr/>
          </p:nvSpPr>
          <p:spPr>
            <a:xfrm>
              <a:off x="5223265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5287230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5566052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5070361" y="3666308"/>
              <a:ext cx="664335" cy="100386"/>
            </a:xfrm>
            <a:custGeom>
              <a:rect b="b" l="l" r="r" t="t"/>
              <a:pathLst>
                <a:path extrusionOk="0" h="1447" w="9576">
                  <a:moveTo>
                    <a:pt x="4788" y="1"/>
                  </a:moveTo>
                  <a:cubicBezTo>
                    <a:pt x="2143" y="1"/>
                    <a:pt x="0" y="329"/>
                    <a:pt x="0" y="729"/>
                  </a:cubicBezTo>
                  <a:cubicBezTo>
                    <a:pt x="0" y="1128"/>
                    <a:pt x="2143" y="1446"/>
                    <a:pt x="4788" y="1446"/>
                  </a:cubicBezTo>
                  <a:cubicBezTo>
                    <a:pt x="7432" y="1446"/>
                    <a:pt x="9575" y="1128"/>
                    <a:pt x="9575" y="729"/>
                  </a:cubicBezTo>
                  <a:cubicBezTo>
                    <a:pt x="9575" y="319"/>
                    <a:pt x="7432" y="1"/>
                    <a:pt x="478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5138627" y="3687676"/>
              <a:ext cx="527736" cy="46967"/>
            </a:xfrm>
            <a:custGeom>
              <a:rect b="b" l="l" r="r" t="t"/>
              <a:pathLst>
                <a:path extrusionOk="0" h="677" w="7607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5138627" y="3687676"/>
              <a:ext cx="527736" cy="30664"/>
            </a:xfrm>
            <a:custGeom>
              <a:rect b="b" l="l" r="r" t="t"/>
              <a:pathLst>
                <a:path extrusionOk="0" h="442" w="7607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380"/>
                    <a:pt x="62" y="410"/>
                    <a:pt x="164" y="44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1" y="298"/>
                    <a:pt x="7443" y="441"/>
                  </a:cubicBezTo>
                  <a:cubicBezTo>
                    <a:pt x="7545" y="410"/>
                    <a:pt x="7607" y="380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5023393" y="3627180"/>
              <a:ext cx="663641" cy="130980"/>
            </a:xfrm>
            <a:custGeom>
              <a:rect b="b" l="l" r="r" t="t"/>
              <a:pathLst>
                <a:path extrusionOk="0" h="1888" w="956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87"/>
                    <a:pt x="4778" y="1887"/>
                  </a:cubicBezTo>
                  <a:cubicBezTo>
                    <a:pt x="7423" y="188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5029776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5070361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5117259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5174910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0"/>
            <p:cNvSpPr/>
            <p:nvPr/>
          </p:nvSpPr>
          <p:spPr>
            <a:xfrm>
              <a:off x="5238875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0"/>
            <p:cNvSpPr/>
            <p:nvPr/>
          </p:nvSpPr>
          <p:spPr>
            <a:xfrm>
              <a:off x="5308598" y="3593810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5575973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0"/>
            <p:cNvSpPr/>
            <p:nvPr/>
          </p:nvSpPr>
          <p:spPr>
            <a:xfrm>
              <a:off x="5517697" y="3593810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0"/>
            <p:cNvSpPr/>
            <p:nvPr/>
          </p:nvSpPr>
          <p:spPr>
            <a:xfrm>
              <a:off x="5023393" y="3575981"/>
              <a:ext cx="662878" cy="100386"/>
            </a:xfrm>
            <a:custGeom>
              <a:rect b="b" l="l" r="r" t="t"/>
              <a:pathLst>
                <a:path extrusionOk="0" h="1447" w="9555">
                  <a:moveTo>
                    <a:pt x="477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18"/>
                    <a:pt x="2133" y="1446"/>
                    <a:pt x="4778" y="1446"/>
                  </a:cubicBezTo>
                  <a:cubicBezTo>
                    <a:pt x="7412" y="1446"/>
                    <a:pt x="9555" y="1128"/>
                    <a:pt x="9555" y="729"/>
                  </a:cubicBezTo>
                  <a:cubicBezTo>
                    <a:pt x="9555" y="31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0"/>
            <p:cNvSpPr/>
            <p:nvPr/>
          </p:nvSpPr>
          <p:spPr>
            <a:xfrm>
              <a:off x="5090965" y="3597348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0"/>
            <p:cNvSpPr/>
            <p:nvPr/>
          </p:nvSpPr>
          <p:spPr>
            <a:xfrm>
              <a:off x="5090965" y="3597348"/>
              <a:ext cx="527042" cy="29901"/>
            </a:xfrm>
            <a:custGeom>
              <a:rect b="b" l="l" r="r" t="t"/>
              <a:pathLst>
                <a:path extrusionOk="0" h="431" w="7597">
                  <a:moveTo>
                    <a:pt x="3793" y="0"/>
                  </a:moveTo>
                  <a:cubicBezTo>
                    <a:pt x="1702" y="0"/>
                    <a:pt x="0" y="154"/>
                    <a:pt x="0" y="339"/>
                  </a:cubicBezTo>
                  <a:cubicBezTo>
                    <a:pt x="0" y="369"/>
                    <a:pt x="52" y="400"/>
                    <a:pt x="164" y="431"/>
                  </a:cubicBezTo>
                  <a:cubicBezTo>
                    <a:pt x="636" y="298"/>
                    <a:pt x="2082" y="195"/>
                    <a:pt x="3804" y="195"/>
                  </a:cubicBezTo>
                  <a:cubicBezTo>
                    <a:pt x="5516" y="195"/>
                    <a:pt x="6961" y="298"/>
                    <a:pt x="7443" y="431"/>
                  </a:cubicBezTo>
                  <a:cubicBezTo>
                    <a:pt x="7546" y="400"/>
                    <a:pt x="7597" y="369"/>
                    <a:pt x="7597" y="339"/>
                  </a:cubicBezTo>
                  <a:cubicBezTo>
                    <a:pt x="7597" y="154"/>
                    <a:pt x="5895" y="0"/>
                    <a:pt x="3793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0"/>
            <p:cNvSpPr/>
            <p:nvPr/>
          </p:nvSpPr>
          <p:spPr>
            <a:xfrm>
              <a:off x="5076743" y="3536159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1"/>
                  </a:moveTo>
                  <a:lnTo>
                    <a:pt x="0" y="1149"/>
                  </a:lnTo>
                  <a:cubicBezTo>
                    <a:pt x="0" y="1559"/>
                    <a:pt x="2133" y="1877"/>
                    <a:pt x="4778" y="1877"/>
                  </a:cubicBezTo>
                  <a:cubicBezTo>
                    <a:pt x="7422" y="1877"/>
                    <a:pt x="9565" y="155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0"/>
            <p:cNvSpPr/>
            <p:nvPr/>
          </p:nvSpPr>
          <p:spPr>
            <a:xfrm>
              <a:off x="5083820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0"/>
            <p:cNvSpPr/>
            <p:nvPr/>
          </p:nvSpPr>
          <p:spPr>
            <a:xfrm>
              <a:off x="5124405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0"/>
            <p:cNvSpPr/>
            <p:nvPr/>
          </p:nvSpPr>
          <p:spPr>
            <a:xfrm>
              <a:off x="5171303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0"/>
            <p:cNvSpPr/>
            <p:nvPr/>
          </p:nvSpPr>
          <p:spPr>
            <a:xfrm>
              <a:off x="5228954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0"/>
            <p:cNvSpPr/>
            <p:nvPr/>
          </p:nvSpPr>
          <p:spPr>
            <a:xfrm>
              <a:off x="5292919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0"/>
            <p:cNvSpPr/>
            <p:nvPr/>
          </p:nvSpPr>
          <p:spPr>
            <a:xfrm>
              <a:off x="5571741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0"/>
            <p:cNvSpPr/>
            <p:nvPr/>
          </p:nvSpPr>
          <p:spPr>
            <a:xfrm>
              <a:off x="5508470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0"/>
            <p:cNvSpPr/>
            <p:nvPr/>
          </p:nvSpPr>
          <p:spPr>
            <a:xfrm>
              <a:off x="5076743" y="3484266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0"/>
                  </a:moveTo>
                  <a:cubicBezTo>
                    <a:pt x="2143" y="0"/>
                    <a:pt x="0" y="328"/>
                    <a:pt x="0" y="728"/>
                  </a:cubicBezTo>
                  <a:cubicBezTo>
                    <a:pt x="0" y="1128"/>
                    <a:pt x="2143" y="1456"/>
                    <a:pt x="4778" y="1456"/>
                  </a:cubicBezTo>
                  <a:cubicBezTo>
                    <a:pt x="7422" y="1456"/>
                    <a:pt x="9565" y="1128"/>
                    <a:pt x="9565" y="728"/>
                  </a:cubicBezTo>
                  <a:cubicBezTo>
                    <a:pt x="9565" y="328"/>
                    <a:pt x="7422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0"/>
            <p:cNvSpPr/>
            <p:nvPr/>
          </p:nvSpPr>
          <p:spPr>
            <a:xfrm>
              <a:off x="5144316" y="3506327"/>
              <a:ext cx="527736" cy="46273"/>
            </a:xfrm>
            <a:custGeom>
              <a:rect b="b" l="l" r="r" t="t"/>
              <a:pathLst>
                <a:path extrusionOk="0" h="667" w="7607">
                  <a:moveTo>
                    <a:pt x="3804" y="0"/>
                  </a:moveTo>
                  <a:cubicBezTo>
                    <a:pt x="1702" y="0"/>
                    <a:pt x="0" y="144"/>
                    <a:pt x="0" y="328"/>
                  </a:cubicBezTo>
                  <a:cubicBezTo>
                    <a:pt x="0" y="523"/>
                    <a:pt x="1702" y="667"/>
                    <a:pt x="3804" y="667"/>
                  </a:cubicBezTo>
                  <a:cubicBezTo>
                    <a:pt x="5905" y="667"/>
                    <a:pt x="7607" y="523"/>
                    <a:pt x="7607" y="328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0"/>
            <p:cNvSpPr/>
            <p:nvPr/>
          </p:nvSpPr>
          <p:spPr>
            <a:xfrm>
              <a:off x="5144316" y="3506327"/>
              <a:ext cx="528499" cy="29901"/>
            </a:xfrm>
            <a:custGeom>
              <a:rect b="b" l="l" r="r" t="t"/>
              <a:pathLst>
                <a:path extrusionOk="0" h="431" w="7618">
                  <a:moveTo>
                    <a:pt x="3814" y="0"/>
                  </a:moveTo>
                  <a:cubicBezTo>
                    <a:pt x="1712" y="0"/>
                    <a:pt x="11" y="144"/>
                    <a:pt x="11" y="328"/>
                  </a:cubicBezTo>
                  <a:cubicBezTo>
                    <a:pt x="0" y="369"/>
                    <a:pt x="62" y="400"/>
                    <a:pt x="175" y="431"/>
                  </a:cubicBezTo>
                  <a:cubicBezTo>
                    <a:pt x="646" y="287"/>
                    <a:pt x="2102" y="195"/>
                    <a:pt x="3814" y="195"/>
                  </a:cubicBezTo>
                  <a:cubicBezTo>
                    <a:pt x="5536" y="195"/>
                    <a:pt x="6982" y="287"/>
                    <a:pt x="7453" y="431"/>
                  </a:cubicBezTo>
                  <a:cubicBezTo>
                    <a:pt x="7556" y="400"/>
                    <a:pt x="7617" y="369"/>
                    <a:pt x="7617" y="328"/>
                  </a:cubicBezTo>
                  <a:cubicBezTo>
                    <a:pt x="7617" y="144"/>
                    <a:pt x="5915" y="0"/>
                    <a:pt x="381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0"/>
            <p:cNvSpPr/>
            <p:nvPr/>
          </p:nvSpPr>
          <p:spPr>
            <a:xfrm>
              <a:off x="5100192" y="3443751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58"/>
                  </a:lnTo>
                  <a:cubicBezTo>
                    <a:pt x="1" y="1558"/>
                    <a:pt x="2143" y="1876"/>
                    <a:pt x="4778" y="1876"/>
                  </a:cubicBezTo>
                  <a:cubicBezTo>
                    <a:pt x="7423" y="1876"/>
                    <a:pt x="9565" y="1558"/>
                    <a:pt x="9565" y="1158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0"/>
            <p:cNvSpPr/>
            <p:nvPr/>
          </p:nvSpPr>
          <p:spPr>
            <a:xfrm>
              <a:off x="5107338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0"/>
            <p:cNvSpPr/>
            <p:nvPr/>
          </p:nvSpPr>
          <p:spPr>
            <a:xfrm>
              <a:off x="5147854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5194058" y="341031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7" y="2655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0"/>
            <p:cNvSpPr/>
            <p:nvPr/>
          </p:nvSpPr>
          <p:spPr>
            <a:xfrm>
              <a:off x="5252403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0"/>
            <p:cNvSpPr/>
            <p:nvPr/>
          </p:nvSpPr>
          <p:spPr>
            <a:xfrm>
              <a:off x="5316437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0"/>
            <p:cNvSpPr/>
            <p:nvPr/>
          </p:nvSpPr>
          <p:spPr>
            <a:xfrm>
              <a:off x="5531225" y="3410311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0"/>
            <p:cNvSpPr/>
            <p:nvPr/>
          </p:nvSpPr>
          <p:spPr>
            <a:xfrm>
              <a:off x="5462196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0"/>
            <p:cNvSpPr/>
            <p:nvPr/>
          </p:nvSpPr>
          <p:spPr>
            <a:xfrm>
              <a:off x="5100192" y="3391788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28"/>
                    <a:pt x="2133" y="1456"/>
                    <a:pt x="4778" y="1456"/>
                  </a:cubicBezTo>
                  <a:cubicBezTo>
                    <a:pt x="7423" y="1456"/>
                    <a:pt x="9565" y="1128"/>
                    <a:pt x="9565" y="729"/>
                  </a:cubicBezTo>
                  <a:cubicBezTo>
                    <a:pt x="9565" y="32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5167765" y="3413850"/>
              <a:ext cx="527805" cy="46273"/>
            </a:xfrm>
            <a:custGeom>
              <a:rect b="b" l="l" r="r" t="t"/>
              <a:pathLst>
                <a:path extrusionOk="0" h="667" w="7608">
                  <a:moveTo>
                    <a:pt x="3804" y="0"/>
                  </a:moveTo>
                  <a:cubicBezTo>
                    <a:pt x="1702" y="0"/>
                    <a:pt x="1" y="144"/>
                    <a:pt x="1" y="329"/>
                  </a:cubicBezTo>
                  <a:cubicBezTo>
                    <a:pt x="1" y="523"/>
                    <a:pt x="1702" y="667"/>
                    <a:pt x="3804" y="667"/>
                  </a:cubicBezTo>
                  <a:cubicBezTo>
                    <a:pt x="5905" y="667"/>
                    <a:pt x="7607" y="523"/>
                    <a:pt x="7607" y="329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0"/>
            <p:cNvSpPr/>
            <p:nvPr/>
          </p:nvSpPr>
          <p:spPr>
            <a:xfrm>
              <a:off x="5167765" y="3413850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804" y="0"/>
                  </a:moveTo>
                  <a:cubicBezTo>
                    <a:pt x="1702" y="0"/>
                    <a:pt x="1" y="144"/>
                    <a:pt x="1" y="329"/>
                  </a:cubicBezTo>
                  <a:cubicBezTo>
                    <a:pt x="1" y="370"/>
                    <a:pt x="62" y="400"/>
                    <a:pt x="165" y="43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31"/>
                  </a:cubicBezTo>
                  <a:cubicBezTo>
                    <a:pt x="7556" y="400"/>
                    <a:pt x="7607" y="370"/>
                    <a:pt x="7607" y="329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0"/>
            <p:cNvSpPr/>
            <p:nvPr/>
          </p:nvSpPr>
          <p:spPr>
            <a:xfrm>
              <a:off x="5020549" y="3352660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8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0"/>
            <p:cNvSpPr/>
            <p:nvPr/>
          </p:nvSpPr>
          <p:spPr>
            <a:xfrm>
              <a:off x="5027695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/>
            <p:nvPr/>
          </p:nvSpPr>
          <p:spPr>
            <a:xfrm>
              <a:off x="5068904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5115108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/>
            <p:nvPr/>
          </p:nvSpPr>
          <p:spPr>
            <a:xfrm>
              <a:off x="5173453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5236794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>
              <a:off x="5306447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5573891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0"/>
            <p:cNvSpPr/>
            <p:nvPr/>
          </p:nvSpPr>
          <p:spPr>
            <a:xfrm>
              <a:off x="5516240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0"/>
            <p:cNvSpPr/>
            <p:nvPr/>
          </p:nvSpPr>
          <p:spPr>
            <a:xfrm>
              <a:off x="5020549" y="3300073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8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0"/>
            <p:cNvSpPr/>
            <p:nvPr/>
          </p:nvSpPr>
          <p:spPr>
            <a:xfrm>
              <a:off x="5088815" y="3322135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6" y="677"/>
                    <a:pt x="7607" y="523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0"/>
            <p:cNvSpPr/>
            <p:nvPr/>
          </p:nvSpPr>
          <p:spPr>
            <a:xfrm>
              <a:off x="5088815" y="3322135"/>
              <a:ext cx="527805" cy="30594"/>
            </a:xfrm>
            <a:custGeom>
              <a:rect b="b" l="l" r="r" t="t"/>
              <a:pathLst>
                <a:path extrusionOk="0" h="441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369"/>
                    <a:pt x="62" y="410"/>
                    <a:pt x="165" y="441"/>
                  </a:cubicBezTo>
                  <a:cubicBezTo>
                    <a:pt x="636" y="297"/>
                    <a:pt x="2082" y="195"/>
                    <a:pt x="3804" y="195"/>
                  </a:cubicBezTo>
                  <a:cubicBezTo>
                    <a:pt x="5516" y="195"/>
                    <a:pt x="6972" y="297"/>
                    <a:pt x="7443" y="441"/>
                  </a:cubicBezTo>
                  <a:cubicBezTo>
                    <a:pt x="7546" y="410"/>
                    <a:pt x="7607" y="369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0"/>
            <p:cNvSpPr/>
            <p:nvPr/>
          </p:nvSpPr>
          <p:spPr>
            <a:xfrm>
              <a:off x="5084583" y="3261639"/>
              <a:ext cx="663572" cy="130217"/>
            </a:xfrm>
            <a:custGeom>
              <a:rect b="b" l="l" r="r" t="t"/>
              <a:pathLst>
                <a:path extrusionOk="0" h="1877" w="9565">
                  <a:moveTo>
                    <a:pt x="0" y="1"/>
                  </a:moveTo>
                  <a:lnTo>
                    <a:pt x="0" y="1159"/>
                  </a:lnTo>
                  <a:cubicBezTo>
                    <a:pt x="0" y="1559"/>
                    <a:pt x="2143" y="1877"/>
                    <a:pt x="4788" y="1877"/>
                  </a:cubicBezTo>
                  <a:cubicBezTo>
                    <a:pt x="7433" y="187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0"/>
            <p:cNvSpPr/>
            <p:nvPr/>
          </p:nvSpPr>
          <p:spPr>
            <a:xfrm>
              <a:off x="5091659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5132938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0"/>
            <p:cNvSpPr/>
            <p:nvPr/>
          </p:nvSpPr>
          <p:spPr>
            <a:xfrm>
              <a:off x="5179142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0"/>
            <p:cNvSpPr/>
            <p:nvPr/>
          </p:nvSpPr>
          <p:spPr>
            <a:xfrm>
              <a:off x="5237487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0"/>
            <p:cNvSpPr/>
            <p:nvPr/>
          </p:nvSpPr>
          <p:spPr>
            <a:xfrm>
              <a:off x="5300758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0"/>
            <p:cNvSpPr/>
            <p:nvPr/>
          </p:nvSpPr>
          <p:spPr>
            <a:xfrm>
              <a:off x="5725339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0"/>
            <p:cNvSpPr/>
            <p:nvPr/>
          </p:nvSpPr>
          <p:spPr>
            <a:xfrm>
              <a:off x="5684823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0"/>
            <p:cNvSpPr/>
            <p:nvPr/>
          </p:nvSpPr>
          <p:spPr>
            <a:xfrm>
              <a:off x="5638619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0"/>
            <p:cNvSpPr/>
            <p:nvPr/>
          </p:nvSpPr>
          <p:spPr>
            <a:xfrm>
              <a:off x="5580274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0"/>
            <p:cNvSpPr/>
            <p:nvPr/>
          </p:nvSpPr>
          <p:spPr>
            <a:xfrm>
              <a:off x="5516240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0"/>
            <p:cNvSpPr/>
            <p:nvPr/>
          </p:nvSpPr>
          <p:spPr>
            <a:xfrm>
              <a:off x="5084583" y="3209052"/>
              <a:ext cx="664335" cy="101010"/>
            </a:xfrm>
            <a:custGeom>
              <a:rect b="b" l="l" r="r" t="t"/>
              <a:pathLst>
                <a:path extrusionOk="0" h="1456" w="9576">
                  <a:moveTo>
                    <a:pt x="4788" y="0"/>
                  </a:moveTo>
                  <a:cubicBezTo>
                    <a:pt x="2143" y="0"/>
                    <a:pt x="0" y="328"/>
                    <a:pt x="0" y="728"/>
                  </a:cubicBezTo>
                  <a:cubicBezTo>
                    <a:pt x="0" y="1128"/>
                    <a:pt x="2143" y="1456"/>
                    <a:pt x="4788" y="1456"/>
                  </a:cubicBezTo>
                  <a:cubicBezTo>
                    <a:pt x="7433" y="1456"/>
                    <a:pt x="9575" y="1128"/>
                    <a:pt x="9575" y="728"/>
                  </a:cubicBezTo>
                  <a:cubicBezTo>
                    <a:pt x="9575" y="328"/>
                    <a:pt x="743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0"/>
            <p:cNvSpPr/>
            <p:nvPr/>
          </p:nvSpPr>
          <p:spPr>
            <a:xfrm>
              <a:off x="5152849" y="3231044"/>
              <a:ext cx="527736" cy="47036"/>
            </a:xfrm>
            <a:custGeom>
              <a:rect b="b" l="l" r="r" t="t"/>
              <a:pathLst>
                <a:path extrusionOk="0" h="678" w="7607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7"/>
                    <a:pt x="3804" y="677"/>
                  </a:cubicBezTo>
                  <a:cubicBezTo>
                    <a:pt x="5905" y="677"/>
                    <a:pt x="7607" y="524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0"/>
            <p:cNvSpPr/>
            <p:nvPr/>
          </p:nvSpPr>
          <p:spPr>
            <a:xfrm>
              <a:off x="5152849" y="3231808"/>
              <a:ext cx="527736" cy="29901"/>
            </a:xfrm>
            <a:custGeom>
              <a:rect b="b" l="l" r="r" t="t"/>
              <a:pathLst>
                <a:path extrusionOk="0" h="431" w="7607">
                  <a:moveTo>
                    <a:pt x="3804" y="0"/>
                  </a:moveTo>
                  <a:cubicBezTo>
                    <a:pt x="1702" y="0"/>
                    <a:pt x="0" y="144"/>
                    <a:pt x="0" y="328"/>
                  </a:cubicBezTo>
                  <a:cubicBezTo>
                    <a:pt x="0" y="359"/>
                    <a:pt x="52" y="390"/>
                    <a:pt x="164" y="431"/>
                  </a:cubicBezTo>
                  <a:cubicBezTo>
                    <a:pt x="636" y="297"/>
                    <a:pt x="2081" y="195"/>
                    <a:pt x="3804" y="195"/>
                  </a:cubicBezTo>
                  <a:cubicBezTo>
                    <a:pt x="5516" y="195"/>
                    <a:pt x="6971" y="297"/>
                    <a:pt x="7443" y="431"/>
                  </a:cubicBezTo>
                  <a:cubicBezTo>
                    <a:pt x="7545" y="400"/>
                    <a:pt x="7607" y="369"/>
                    <a:pt x="7607" y="328"/>
                  </a:cubicBezTo>
                  <a:cubicBezTo>
                    <a:pt x="7607" y="144"/>
                    <a:pt x="5905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0"/>
            <p:cNvSpPr/>
            <p:nvPr/>
          </p:nvSpPr>
          <p:spPr>
            <a:xfrm>
              <a:off x="5026931" y="3169924"/>
              <a:ext cx="664335" cy="130217"/>
            </a:xfrm>
            <a:custGeom>
              <a:rect b="b" l="l" r="r" t="t"/>
              <a:pathLst>
                <a:path extrusionOk="0" h="1877" w="9576">
                  <a:moveTo>
                    <a:pt x="1" y="0"/>
                  </a:moveTo>
                  <a:lnTo>
                    <a:pt x="1" y="1159"/>
                  </a:lnTo>
                  <a:cubicBezTo>
                    <a:pt x="1" y="1558"/>
                    <a:pt x="2143" y="1876"/>
                    <a:pt x="4788" y="1876"/>
                  </a:cubicBezTo>
                  <a:cubicBezTo>
                    <a:pt x="7433" y="1876"/>
                    <a:pt x="9576" y="1558"/>
                    <a:pt x="9576" y="1159"/>
                  </a:cubicBezTo>
                  <a:lnTo>
                    <a:pt x="9576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5121560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0"/>
            <p:cNvSpPr/>
            <p:nvPr/>
          </p:nvSpPr>
          <p:spPr>
            <a:xfrm>
              <a:off x="5179836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0"/>
            <p:cNvSpPr/>
            <p:nvPr/>
          </p:nvSpPr>
          <p:spPr>
            <a:xfrm>
              <a:off x="5243870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5312830" y="3136485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6"/>
                  </a:lnTo>
                  <a:lnTo>
                    <a:pt x="237" y="2656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0"/>
            <p:cNvSpPr/>
            <p:nvPr/>
          </p:nvSpPr>
          <p:spPr>
            <a:xfrm>
              <a:off x="5667757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0"/>
            <p:cNvSpPr/>
            <p:nvPr/>
          </p:nvSpPr>
          <p:spPr>
            <a:xfrm>
              <a:off x="5627241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0"/>
            <p:cNvSpPr/>
            <p:nvPr/>
          </p:nvSpPr>
          <p:spPr>
            <a:xfrm>
              <a:off x="5580968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0"/>
            <p:cNvSpPr/>
            <p:nvPr/>
          </p:nvSpPr>
          <p:spPr>
            <a:xfrm>
              <a:off x="5522692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0"/>
            <p:cNvSpPr/>
            <p:nvPr/>
          </p:nvSpPr>
          <p:spPr>
            <a:xfrm>
              <a:off x="5458658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0"/>
            <p:cNvSpPr/>
            <p:nvPr/>
          </p:nvSpPr>
          <p:spPr>
            <a:xfrm>
              <a:off x="5026931" y="3117962"/>
              <a:ext cx="664335" cy="101079"/>
            </a:xfrm>
            <a:custGeom>
              <a:rect b="b" l="l" r="r" t="t"/>
              <a:pathLst>
                <a:path extrusionOk="0" h="1457" w="9576">
                  <a:moveTo>
                    <a:pt x="4788" y="1"/>
                  </a:moveTo>
                  <a:cubicBezTo>
                    <a:pt x="2143" y="1"/>
                    <a:pt x="1" y="329"/>
                    <a:pt x="1" y="729"/>
                  </a:cubicBezTo>
                  <a:cubicBezTo>
                    <a:pt x="1" y="1129"/>
                    <a:pt x="2143" y="1457"/>
                    <a:pt x="4788" y="1457"/>
                  </a:cubicBezTo>
                  <a:cubicBezTo>
                    <a:pt x="7433" y="1457"/>
                    <a:pt x="9576" y="1129"/>
                    <a:pt x="9576" y="729"/>
                  </a:cubicBezTo>
                  <a:cubicBezTo>
                    <a:pt x="9576" y="329"/>
                    <a:pt x="7433" y="1"/>
                    <a:pt x="478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0"/>
            <p:cNvSpPr/>
            <p:nvPr/>
          </p:nvSpPr>
          <p:spPr>
            <a:xfrm>
              <a:off x="5095197" y="3140023"/>
              <a:ext cx="527805" cy="46342"/>
            </a:xfrm>
            <a:custGeom>
              <a:rect b="b" l="l" r="r" t="t"/>
              <a:pathLst>
                <a:path extrusionOk="0" h="668" w="7608">
                  <a:moveTo>
                    <a:pt x="3804" y="1"/>
                  </a:moveTo>
                  <a:cubicBezTo>
                    <a:pt x="1703" y="1"/>
                    <a:pt x="1" y="144"/>
                    <a:pt x="1" y="339"/>
                  </a:cubicBezTo>
                  <a:cubicBezTo>
                    <a:pt x="1" y="523"/>
                    <a:pt x="1703" y="667"/>
                    <a:pt x="3804" y="667"/>
                  </a:cubicBezTo>
                  <a:cubicBezTo>
                    <a:pt x="5906" y="667"/>
                    <a:pt x="7608" y="523"/>
                    <a:pt x="7608" y="339"/>
                  </a:cubicBezTo>
                  <a:cubicBezTo>
                    <a:pt x="7608" y="14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0"/>
            <p:cNvSpPr/>
            <p:nvPr/>
          </p:nvSpPr>
          <p:spPr>
            <a:xfrm>
              <a:off x="5095197" y="3140023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804" y="1"/>
                  </a:moveTo>
                  <a:cubicBezTo>
                    <a:pt x="1703" y="1"/>
                    <a:pt x="1" y="144"/>
                    <a:pt x="1" y="339"/>
                  </a:cubicBezTo>
                  <a:cubicBezTo>
                    <a:pt x="1" y="370"/>
                    <a:pt x="62" y="400"/>
                    <a:pt x="165" y="431"/>
                  </a:cubicBezTo>
                  <a:cubicBezTo>
                    <a:pt x="637" y="298"/>
                    <a:pt x="2092" y="195"/>
                    <a:pt x="3804" y="195"/>
                  </a:cubicBezTo>
                  <a:cubicBezTo>
                    <a:pt x="5516" y="195"/>
                    <a:pt x="6972" y="298"/>
                    <a:pt x="7444" y="431"/>
                  </a:cubicBezTo>
                  <a:cubicBezTo>
                    <a:pt x="7546" y="400"/>
                    <a:pt x="7608" y="370"/>
                    <a:pt x="7608" y="339"/>
                  </a:cubicBezTo>
                  <a:cubicBezTo>
                    <a:pt x="7608" y="14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0"/>
            <p:cNvSpPr/>
            <p:nvPr/>
          </p:nvSpPr>
          <p:spPr>
            <a:xfrm>
              <a:off x="5078131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0"/>
            <p:cNvSpPr/>
            <p:nvPr/>
          </p:nvSpPr>
          <p:spPr>
            <a:xfrm>
              <a:off x="5118716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0"/>
            <p:cNvSpPr/>
            <p:nvPr/>
          </p:nvSpPr>
          <p:spPr>
            <a:xfrm>
              <a:off x="5164920" y="368483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0"/>
            <p:cNvSpPr/>
            <p:nvPr/>
          </p:nvSpPr>
          <p:spPr>
            <a:xfrm>
              <a:off x="5223265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0"/>
            <p:cNvSpPr/>
            <p:nvPr/>
          </p:nvSpPr>
          <p:spPr>
            <a:xfrm>
              <a:off x="5287230" y="368483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0"/>
            <p:cNvSpPr/>
            <p:nvPr/>
          </p:nvSpPr>
          <p:spPr>
            <a:xfrm>
              <a:off x="5566052" y="368483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5029776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5070361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5117259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5174910" y="3593810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5238875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5308598" y="3593810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5575973" y="3593810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5517697" y="3593810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5083820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0"/>
            <p:cNvSpPr/>
            <p:nvPr/>
          </p:nvSpPr>
          <p:spPr>
            <a:xfrm>
              <a:off x="5124405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5171303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5228954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5292919" y="3502720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5571741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5508470" y="3502720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5107338" y="3410311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5147854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0"/>
            <p:cNvSpPr/>
            <p:nvPr/>
          </p:nvSpPr>
          <p:spPr>
            <a:xfrm>
              <a:off x="5194058" y="3410311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7" y="2655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5252403" y="3410311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5531225" y="3410311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0"/>
                  </a:moveTo>
                  <a:lnTo>
                    <a:pt x="0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0"/>
            <p:cNvSpPr/>
            <p:nvPr/>
          </p:nvSpPr>
          <p:spPr>
            <a:xfrm>
              <a:off x="5027695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0"/>
            <p:cNvSpPr/>
            <p:nvPr/>
          </p:nvSpPr>
          <p:spPr>
            <a:xfrm>
              <a:off x="5068904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0"/>
            <p:cNvSpPr/>
            <p:nvPr/>
          </p:nvSpPr>
          <p:spPr>
            <a:xfrm>
              <a:off x="5115108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0"/>
            <p:cNvSpPr/>
            <p:nvPr/>
          </p:nvSpPr>
          <p:spPr>
            <a:xfrm>
              <a:off x="5173453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0"/>
            <p:cNvSpPr/>
            <p:nvPr/>
          </p:nvSpPr>
          <p:spPr>
            <a:xfrm>
              <a:off x="5236794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0"/>
            <p:cNvSpPr/>
            <p:nvPr/>
          </p:nvSpPr>
          <p:spPr>
            <a:xfrm>
              <a:off x="5306447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5573891" y="3319290"/>
              <a:ext cx="16372" cy="183497"/>
            </a:xfrm>
            <a:custGeom>
              <a:rect b="b" l="l" r="r" t="t"/>
              <a:pathLst>
                <a:path extrusionOk="0" h="2645" w="236">
                  <a:moveTo>
                    <a:pt x="0" y="0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5516240" y="3319290"/>
              <a:ext cx="15748" cy="183497"/>
            </a:xfrm>
            <a:custGeom>
              <a:rect b="b" l="l" r="r" t="t"/>
              <a:pathLst>
                <a:path extrusionOk="0" h="2645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0"/>
            <p:cNvSpPr/>
            <p:nvPr/>
          </p:nvSpPr>
          <p:spPr>
            <a:xfrm>
              <a:off x="5091659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5132938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5179142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5237487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5300758" y="3228200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6" y="264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0"/>
            <p:cNvSpPr/>
            <p:nvPr/>
          </p:nvSpPr>
          <p:spPr>
            <a:xfrm>
              <a:off x="5725339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0"/>
            <p:cNvSpPr/>
            <p:nvPr/>
          </p:nvSpPr>
          <p:spPr>
            <a:xfrm>
              <a:off x="5684823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0"/>
            <p:cNvSpPr/>
            <p:nvPr/>
          </p:nvSpPr>
          <p:spPr>
            <a:xfrm>
              <a:off x="5638619" y="3228200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0"/>
            <p:cNvSpPr/>
            <p:nvPr/>
          </p:nvSpPr>
          <p:spPr>
            <a:xfrm>
              <a:off x="5580274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0"/>
            <p:cNvSpPr/>
            <p:nvPr/>
          </p:nvSpPr>
          <p:spPr>
            <a:xfrm>
              <a:off x="5516240" y="3228200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5243870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5312830" y="3136485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6"/>
                  </a:lnTo>
                  <a:lnTo>
                    <a:pt x="237" y="2656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0"/>
            <p:cNvSpPr/>
            <p:nvPr/>
          </p:nvSpPr>
          <p:spPr>
            <a:xfrm>
              <a:off x="5667757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5627241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5580968" y="313648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5522692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5458658" y="313648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4693372" y="376232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78" y="1877"/>
                  </a:cubicBezTo>
                  <a:cubicBezTo>
                    <a:pt x="7423" y="1877"/>
                    <a:pt x="9566" y="1549"/>
                    <a:pt x="9566" y="1149"/>
                  </a:cubicBezTo>
                  <a:lnTo>
                    <a:pt x="9566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5188369" y="3728885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1" y="1"/>
                  </a:moveTo>
                  <a:lnTo>
                    <a:pt x="1" y="2646"/>
                  </a:lnTo>
                  <a:lnTo>
                    <a:pt x="237" y="264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4741033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4788001" y="3728885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4845583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4909617" y="3728885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4979270" y="3728885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6"/>
                  </a:lnTo>
                  <a:lnTo>
                    <a:pt x="226" y="264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4693372" y="3710431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78" y="0"/>
                  </a:moveTo>
                  <a:cubicBezTo>
                    <a:pt x="2143" y="0"/>
                    <a:pt x="1" y="328"/>
                    <a:pt x="1" y="718"/>
                  </a:cubicBezTo>
                  <a:cubicBezTo>
                    <a:pt x="1" y="1128"/>
                    <a:pt x="2143" y="1446"/>
                    <a:pt x="4778" y="1446"/>
                  </a:cubicBezTo>
                  <a:cubicBezTo>
                    <a:pt x="7423" y="1446"/>
                    <a:pt x="9566" y="1128"/>
                    <a:pt x="9566" y="718"/>
                  </a:cubicBezTo>
                  <a:cubicBezTo>
                    <a:pt x="9566" y="31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4760944" y="373172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3" y="1"/>
                    <a:pt x="1" y="155"/>
                    <a:pt x="1" y="339"/>
                  </a:cubicBezTo>
                  <a:cubicBezTo>
                    <a:pt x="1" y="524"/>
                    <a:pt x="1713" y="677"/>
                    <a:pt x="3804" y="677"/>
                  </a:cubicBezTo>
                  <a:cubicBezTo>
                    <a:pt x="5906" y="677"/>
                    <a:pt x="7607" y="524"/>
                    <a:pt x="7607" y="339"/>
                  </a:cubicBezTo>
                  <a:cubicBezTo>
                    <a:pt x="7607" y="155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4760944" y="373172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3" y="1"/>
                    <a:pt x="1" y="155"/>
                    <a:pt x="1" y="339"/>
                  </a:cubicBezTo>
                  <a:cubicBezTo>
                    <a:pt x="1" y="370"/>
                    <a:pt x="62" y="411"/>
                    <a:pt x="165" y="442"/>
                  </a:cubicBezTo>
                  <a:cubicBezTo>
                    <a:pt x="647" y="298"/>
                    <a:pt x="2092" y="196"/>
                    <a:pt x="3804" y="196"/>
                  </a:cubicBezTo>
                  <a:cubicBezTo>
                    <a:pt x="5526" y="196"/>
                    <a:pt x="6972" y="298"/>
                    <a:pt x="7443" y="442"/>
                  </a:cubicBezTo>
                  <a:cubicBezTo>
                    <a:pt x="7556" y="401"/>
                    <a:pt x="7607" y="370"/>
                    <a:pt x="7607" y="339"/>
                  </a:cubicBezTo>
                  <a:cubicBezTo>
                    <a:pt x="7607" y="155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4741727" y="3671303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59"/>
                  </a:lnTo>
                  <a:cubicBezTo>
                    <a:pt x="1" y="1559"/>
                    <a:pt x="2144" y="1877"/>
                    <a:pt x="4778" y="1877"/>
                  </a:cubicBezTo>
                  <a:cubicBezTo>
                    <a:pt x="7423" y="1877"/>
                    <a:pt x="9566" y="1559"/>
                    <a:pt x="9566" y="1159"/>
                  </a:cubicBezTo>
                  <a:lnTo>
                    <a:pt x="9566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5172760" y="3637864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4748179" y="3637864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0" y="1"/>
                  </a:moveTo>
                  <a:lnTo>
                    <a:pt x="0" y="2656"/>
                  </a:lnTo>
                  <a:lnTo>
                    <a:pt x="236" y="265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4789388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4835662" y="3637864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4893938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4957278" y="3637864"/>
              <a:ext cx="16372" cy="184260"/>
            </a:xfrm>
            <a:custGeom>
              <a:rect b="b" l="l" r="r" t="t"/>
              <a:pathLst>
                <a:path extrusionOk="0" h="2656" w="236">
                  <a:moveTo>
                    <a:pt x="0" y="1"/>
                  </a:moveTo>
                  <a:lnTo>
                    <a:pt x="0" y="2656"/>
                  </a:lnTo>
                  <a:lnTo>
                    <a:pt x="236" y="2656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5026931" y="3637864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4741033" y="3619410"/>
              <a:ext cx="664335" cy="101010"/>
            </a:xfrm>
            <a:custGeom>
              <a:rect b="b" l="l" r="r" t="t"/>
              <a:pathLst>
                <a:path extrusionOk="0" h="1456" w="9576">
                  <a:moveTo>
                    <a:pt x="4788" y="0"/>
                  </a:moveTo>
                  <a:cubicBezTo>
                    <a:pt x="2154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33" y="1456"/>
                    <a:pt x="9576" y="1128"/>
                    <a:pt x="9576" y="728"/>
                  </a:cubicBezTo>
                  <a:cubicBezTo>
                    <a:pt x="9576" y="328"/>
                    <a:pt x="743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4810062" y="3641402"/>
              <a:ext cx="527042" cy="46343"/>
            </a:xfrm>
            <a:custGeom>
              <a:rect b="b" l="l" r="r" t="t"/>
              <a:pathLst>
                <a:path extrusionOk="0" h="668" w="7597">
                  <a:moveTo>
                    <a:pt x="3793" y="1"/>
                  </a:moveTo>
                  <a:cubicBezTo>
                    <a:pt x="1702" y="1"/>
                    <a:pt x="0" y="144"/>
                    <a:pt x="0" y="329"/>
                  </a:cubicBezTo>
                  <a:cubicBezTo>
                    <a:pt x="0" y="524"/>
                    <a:pt x="1702" y="667"/>
                    <a:pt x="3793" y="667"/>
                  </a:cubicBezTo>
                  <a:cubicBezTo>
                    <a:pt x="5895" y="667"/>
                    <a:pt x="7596" y="524"/>
                    <a:pt x="7596" y="329"/>
                  </a:cubicBezTo>
                  <a:cubicBezTo>
                    <a:pt x="7596" y="144"/>
                    <a:pt x="5895" y="1"/>
                    <a:pt x="3793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4809299" y="3641402"/>
              <a:ext cx="527805" cy="29970"/>
            </a:xfrm>
            <a:custGeom>
              <a:rect b="b" l="l" r="r" t="t"/>
              <a:pathLst>
                <a:path extrusionOk="0" h="432" w="7608">
                  <a:moveTo>
                    <a:pt x="3794" y="1"/>
                  </a:moveTo>
                  <a:cubicBezTo>
                    <a:pt x="1703" y="1"/>
                    <a:pt x="1" y="144"/>
                    <a:pt x="1" y="329"/>
                  </a:cubicBezTo>
                  <a:cubicBezTo>
                    <a:pt x="1" y="370"/>
                    <a:pt x="52" y="401"/>
                    <a:pt x="165" y="431"/>
                  </a:cubicBezTo>
                  <a:cubicBezTo>
                    <a:pt x="636" y="298"/>
                    <a:pt x="2082" y="196"/>
                    <a:pt x="3804" y="196"/>
                  </a:cubicBezTo>
                  <a:cubicBezTo>
                    <a:pt x="5516" y="196"/>
                    <a:pt x="6962" y="298"/>
                    <a:pt x="7443" y="431"/>
                  </a:cubicBezTo>
                  <a:cubicBezTo>
                    <a:pt x="7546" y="401"/>
                    <a:pt x="7607" y="370"/>
                    <a:pt x="7597" y="329"/>
                  </a:cubicBezTo>
                  <a:cubicBezTo>
                    <a:pt x="7597" y="144"/>
                    <a:pt x="5895" y="1"/>
                    <a:pt x="379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0"/>
            <p:cNvSpPr/>
            <p:nvPr/>
          </p:nvSpPr>
          <p:spPr>
            <a:xfrm>
              <a:off x="4687683" y="3580282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48"/>
                  </a:lnTo>
                  <a:cubicBezTo>
                    <a:pt x="1" y="1548"/>
                    <a:pt x="2143" y="1876"/>
                    <a:pt x="4778" y="1876"/>
                  </a:cubicBezTo>
                  <a:cubicBezTo>
                    <a:pt x="7423" y="1876"/>
                    <a:pt x="9565" y="1548"/>
                    <a:pt x="9565" y="1148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5241026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5182680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5049687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0"/>
            <p:cNvSpPr/>
            <p:nvPr/>
          </p:nvSpPr>
          <p:spPr>
            <a:xfrm>
              <a:off x="4735345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0"/>
            <p:cNvSpPr/>
            <p:nvPr/>
          </p:nvSpPr>
          <p:spPr>
            <a:xfrm>
              <a:off x="4781618" y="3546843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0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4839894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4903928" y="3546843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0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4972888" y="3546843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0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4687683" y="3528320"/>
              <a:ext cx="663641" cy="100386"/>
            </a:xfrm>
            <a:custGeom>
              <a:rect b="b" l="l" r="r" t="t"/>
              <a:pathLst>
                <a:path extrusionOk="0" h="1447" w="9566">
                  <a:moveTo>
                    <a:pt x="4778" y="1"/>
                  </a:moveTo>
                  <a:cubicBezTo>
                    <a:pt x="2133" y="1"/>
                    <a:pt x="1" y="319"/>
                    <a:pt x="1" y="729"/>
                  </a:cubicBezTo>
                  <a:cubicBezTo>
                    <a:pt x="1" y="1129"/>
                    <a:pt x="2133" y="1446"/>
                    <a:pt x="4778" y="1446"/>
                  </a:cubicBezTo>
                  <a:cubicBezTo>
                    <a:pt x="7423" y="1446"/>
                    <a:pt x="9565" y="1129"/>
                    <a:pt x="9565" y="729"/>
                  </a:cubicBezTo>
                  <a:cubicBezTo>
                    <a:pt x="9565" y="31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4755255" y="3549687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0"/>
                  </a:moveTo>
                  <a:cubicBezTo>
                    <a:pt x="1702" y="0"/>
                    <a:pt x="1" y="154"/>
                    <a:pt x="1" y="339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6" y="677"/>
                    <a:pt x="7607" y="523"/>
                    <a:pt x="7607" y="339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4755949" y="3549687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0"/>
                  </a:moveTo>
                  <a:cubicBezTo>
                    <a:pt x="1703" y="0"/>
                    <a:pt x="1" y="154"/>
                    <a:pt x="1" y="339"/>
                  </a:cubicBezTo>
                  <a:cubicBezTo>
                    <a:pt x="1" y="370"/>
                    <a:pt x="52" y="411"/>
                    <a:pt x="165" y="441"/>
                  </a:cubicBezTo>
                  <a:cubicBezTo>
                    <a:pt x="637" y="298"/>
                    <a:pt x="2082" y="195"/>
                    <a:pt x="3804" y="195"/>
                  </a:cubicBezTo>
                  <a:cubicBezTo>
                    <a:pt x="5516" y="195"/>
                    <a:pt x="6962" y="298"/>
                    <a:pt x="7444" y="441"/>
                  </a:cubicBezTo>
                  <a:cubicBezTo>
                    <a:pt x="7536" y="411"/>
                    <a:pt x="7597" y="370"/>
                    <a:pt x="7608" y="339"/>
                  </a:cubicBezTo>
                  <a:cubicBezTo>
                    <a:pt x="7608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4664234" y="348780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7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0"/>
            <p:cNvSpPr/>
            <p:nvPr/>
          </p:nvSpPr>
          <p:spPr>
            <a:xfrm>
              <a:off x="5217577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5159231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5095961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5026238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4442780" y="36067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4483295" y="36067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0"/>
            <p:cNvSpPr/>
            <p:nvPr/>
          </p:nvSpPr>
          <p:spPr>
            <a:xfrm>
              <a:off x="4758863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4816445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4880479" y="3454365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4950132" y="3454365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4664234" y="3435911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7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4731806" y="345720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7"/>
                    <a:pt x="3804" y="677"/>
                  </a:cubicBezTo>
                  <a:cubicBezTo>
                    <a:pt x="5905" y="677"/>
                    <a:pt x="7607" y="524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4731806" y="345720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380"/>
                    <a:pt x="62" y="411"/>
                    <a:pt x="164" y="442"/>
                  </a:cubicBezTo>
                  <a:cubicBezTo>
                    <a:pt x="646" y="298"/>
                    <a:pt x="2092" y="196"/>
                    <a:pt x="3804" y="196"/>
                  </a:cubicBezTo>
                  <a:cubicBezTo>
                    <a:pt x="5526" y="196"/>
                    <a:pt x="6971" y="298"/>
                    <a:pt x="7443" y="442"/>
                  </a:cubicBezTo>
                  <a:cubicBezTo>
                    <a:pt x="7556" y="411"/>
                    <a:pt x="7607" y="380"/>
                    <a:pt x="7607" y="339"/>
                  </a:cubicBezTo>
                  <a:cubicBezTo>
                    <a:pt x="7607" y="155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0"/>
            <p:cNvSpPr/>
            <p:nvPr/>
          </p:nvSpPr>
          <p:spPr>
            <a:xfrm>
              <a:off x="4743184" y="3396783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0" y="0"/>
                  </a:moveTo>
                  <a:lnTo>
                    <a:pt x="0" y="1149"/>
                  </a:lnTo>
                  <a:cubicBezTo>
                    <a:pt x="0" y="1548"/>
                    <a:pt x="2143" y="1876"/>
                    <a:pt x="4788" y="1876"/>
                  </a:cubicBezTo>
                  <a:cubicBezTo>
                    <a:pt x="7423" y="1876"/>
                    <a:pt x="9565" y="1548"/>
                    <a:pt x="9565" y="114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5238875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5174910" y="3363344"/>
              <a:ext cx="15679" cy="183566"/>
            </a:xfrm>
            <a:custGeom>
              <a:rect b="b" l="l" r="r" t="t"/>
              <a:pathLst>
                <a:path extrusionOk="0" h="2646" w="226">
                  <a:moveTo>
                    <a:pt x="0" y="1"/>
                  </a:moveTo>
                  <a:lnTo>
                    <a:pt x="0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>
              <a:off x="4750260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7" y="264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4790845" y="3363344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0" y="1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4837743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4895395" y="3363344"/>
              <a:ext cx="16442" cy="183566"/>
            </a:xfrm>
            <a:custGeom>
              <a:rect b="b" l="l" r="r" t="t"/>
              <a:pathLst>
                <a:path extrusionOk="0" h="2646" w="237">
                  <a:moveTo>
                    <a:pt x="0" y="1"/>
                  </a:moveTo>
                  <a:lnTo>
                    <a:pt x="0" y="2645"/>
                  </a:lnTo>
                  <a:lnTo>
                    <a:pt x="236" y="264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4959359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5029082" y="3363344"/>
              <a:ext cx="15748" cy="183566"/>
            </a:xfrm>
            <a:custGeom>
              <a:rect b="b" l="l" r="r" t="t"/>
              <a:pathLst>
                <a:path extrusionOk="0" h="2646" w="227">
                  <a:moveTo>
                    <a:pt x="1" y="1"/>
                  </a:moveTo>
                  <a:lnTo>
                    <a:pt x="1" y="2645"/>
                  </a:lnTo>
                  <a:lnTo>
                    <a:pt x="226" y="264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4743184" y="3344890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88" y="0"/>
                  </a:moveTo>
                  <a:cubicBezTo>
                    <a:pt x="2143" y="0"/>
                    <a:pt x="0" y="318"/>
                    <a:pt x="0" y="728"/>
                  </a:cubicBezTo>
                  <a:cubicBezTo>
                    <a:pt x="0" y="1128"/>
                    <a:pt x="2143" y="1446"/>
                    <a:pt x="4788" y="1446"/>
                  </a:cubicBezTo>
                  <a:cubicBezTo>
                    <a:pt x="7423" y="1446"/>
                    <a:pt x="9565" y="1128"/>
                    <a:pt x="9565" y="728"/>
                  </a:cubicBezTo>
                  <a:cubicBezTo>
                    <a:pt x="9565" y="31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4811450" y="3366188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04" y="1"/>
                  </a:moveTo>
                  <a:cubicBezTo>
                    <a:pt x="1702" y="1"/>
                    <a:pt x="1" y="154"/>
                    <a:pt x="1" y="339"/>
                  </a:cubicBezTo>
                  <a:cubicBezTo>
                    <a:pt x="1" y="523"/>
                    <a:pt x="1702" y="677"/>
                    <a:pt x="3804" y="677"/>
                  </a:cubicBezTo>
                  <a:cubicBezTo>
                    <a:pt x="5905" y="677"/>
                    <a:pt x="7607" y="523"/>
                    <a:pt x="7607" y="339"/>
                  </a:cubicBezTo>
                  <a:cubicBezTo>
                    <a:pt x="7607" y="154"/>
                    <a:pt x="5895" y="1"/>
                    <a:pt x="380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4811450" y="3366188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02" y="1"/>
                    <a:pt x="1" y="154"/>
                    <a:pt x="1" y="339"/>
                  </a:cubicBezTo>
                  <a:cubicBezTo>
                    <a:pt x="1" y="370"/>
                    <a:pt x="52" y="400"/>
                    <a:pt x="165" y="441"/>
                  </a:cubicBezTo>
                  <a:cubicBezTo>
                    <a:pt x="636" y="298"/>
                    <a:pt x="2082" y="195"/>
                    <a:pt x="3804" y="195"/>
                  </a:cubicBezTo>
                  <a:cubicBezTo>
                    <a:pt x="5516" y="195"/>
                    <a:pt x="6961" y="298"/>
                    <a:pt x="7443" y="441"/>
                  </a:cubicBezTo>
                  <a:cubicBezTo>
                    <a:pt x="7546" y="400"/>
                    <a:pt x="7607" y="370"/>
                    <a:pt x="7607" y="339"/>
                  </a:cubicBezTo>
                  <a:cubicBezTo>
                    <a:pt x="7607" y="154"/>
                    <a:pt x="5905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4679150" y="3304999"/>
              <a:ext cx="664335" cy="130980"/>
            </a:xfrm>
            <a:custGeom>
              <a:rect b="b" l="l" r="r" t="t"/>
              <a:pathLst>
                <a:path extrusionOk="0" h="1888" w="957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87"/>
                    <a:pt x="4788" y="1887"/>
                  </a:cubicBezTo>
                  <a:cubicBezTo>
                    <a:pt x="7433" y="1887"/>
                    <a:pt x="9576" y="1559"/>
                    <a:pt x="9576" y="1159"/>
                  </a:cubicBezTo>
                  <a:lnTo>
                    <a:pt x="9576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5279460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5232492" y="32716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4498905" y="34240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4773779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4831361" y="3271629"/>
              <a:ext cx="16442" cy="184260"/>
            </a:xfrm>
            <a:custGeom>
              <a:rect b="b" l="l" r="r" t="t"/>
              <a:pathLst>
                <a:path extrusionOk="0" h="2656" w="237">
                  <a:moveTo>
                    <a:pt x="1" y="0"/>
                  </a:moveTo>
                  <a:lnTo>
                    <a:pt x="1" y="2655"/>
                  </a:lnTo>
                  <a:lnTo>
                    <a:pt x="236" y="265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4895395" y="3271629"/>
              <a:ext cx="15679" cy="184260"/>
            </a:xfrm>
            <a:custGeom>
              <a:rect b="b" l="l" r="r" t="t"/>
              <a:pathLst>
                <a:path extrusionOk="0" h="2656" w="226">
                  <a:moveTo>
                    <a:pt x="0" y="0"/>
                  </a:moveTo>
                  <a:lnTo>
                    <a:pt x="0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4965048" y="3271629"/>
              <a:ext cx="15748" cy="184260"/>
            </a:xfrm>
            <a:custGeom>
              <a:rect b="b" l="l" r="r" t="t"/>
              <a:pathLst>
                <a:path extrusionOk="0" h="2656" w="227">
                  <a:moveTo>
                    <a:pt x="1" y="0"/>
                  </a:moveTo>
                  <a:lnTo>
                    <a:pt x="1" y="2655"/>
                  </a:lnTo>
                  <a:lnTo>
                    <a:pt x="226" y="2655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4679150" y="3253106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78" y="1"/>
                  </a:moveTo>
                  <a:cubicBezTo>
                    <a:pt x="2143" y="1"/>
                    <a:pt x="1" y="329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9"/>
                    <a:pt x="7423" y="1"/>
                    <a:pt x="4778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4747416" y="3275167"/>
              <a:ext cx="527805" cy="46273"/>
            </a:xfrm>
            <a:custGeom>
              <a:rect b="b" l="l" r="r" t="t"/>
              <a:pathLst>
                <a:path extrusionOk="0" h="667" w="7608">
                  <a:moveTo>
                    <a:pt x="3804" y="0"/>
                  </a:moveTo>
                  <a:cubicBezTo>
                    <a:pt x="1703" y="0"/>
                    <a:pt x="1" y="144"/>
                    <a:pt x="1" y="339"/>
                  </a:cubicBezTo>
                  <a:cubicBezTo>
                    <a:pt x="1" y="523"/>
                    <a:pt x="1703" y="667"/>
                    <a:pt x="3804" y="667"/>
                  </a:cubicBezTo>
                  <a:cubicBezTo>
                    <a:pt x="5906" y="667"/>
                    <a:pt x="7608" y="523"/>
                    <a:pt x="7608" y="339"/>
                  </a:cubicBezTo>
                  <a:cubicBezTo>
                    <a:pt x="7608" y="14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4746722" y="3275167"/>
              <a:ext cx="528499" cy="29901"/>
            </a:xfrm>
            <a:custGeom>
              <a:rect b="b" l="l" r="r" t="t"/>
              <a:pathLst>
                <a:path extrusionOk="0" h="431" w="7618">
                  <a:moveTo>
                    <a:pt x="3804" y="0"/>
                  </a:moveTo>
                  <a:cubicBezTo>
                    <a:pt x="1702" y="0"/>
                    <a:pt x="1" y="144"/>
                    <a:pt x="1" y="339"/>
                  </a:cubicBezTo>
                  <a:cubicBezTo>
                    <a:pt x="1" y="369"/>
                    <a:pt x="62" y="400"/>
                    <a:pt x="165" y="431"/>
                  </a:cubicBezTo>
                  <a:cubicBezTo>
                    <a:pt x="636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31"/>
                  </a:cubicBezTo>
                  <a:cubicBezTo>
                    <a:pt x="7556" y="400"/>
                    <a:pt x="7618" y="369"/>
                    <a:pt x="7607" y="339"/>
                  </a:cubicBezTo>
                  <a:cubicBezTo>
                    <a:pt x="7607" y="14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4736801" y="3213978"/>
              <a:ext cx="663572" cy="130217"/>
            </a:xfrm>
            <a:custGeom>
              <a:rect b="b" l="l" r="r" t="t"/>
              <a:pathLst>
                <a:path extrusionOk="0" h="1877" w="9565">
                  <a:moveTo>
                    <a:pt x="0" y="1"/>
                  </a:moveTo>
                  <a:lnTo>
                    <a:pt x="0" y="1149"/>
                  </a:lnTo>
                  <a:cubicBezTo>
                    <a:pt x="0" y="1549"/>
                    <a:pt x="2143" y="1877"/>
                    <a:pt x="4777" y="1877"/>
                  </a:cubicBezTo>
                  <a:cubicBezTo>
                    <a:pt x="7422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5290074" y="3180539"/>
              <a:ext cx="15748" cy="184329"/>
            </a:xfrm>
            <a:custGeom>
              <a:rect b="b" l="l" r="r" t="t"/>
              <a:pathLst>
                <a:path extrusionOk="0" h="2657" w="227">
                  <a:moveTo>
                    <a:pt x="1" y="1"/>
                  </a:moveTo>
                  <a:lnTo>
                    <a:pt x="1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5231799" y="3180539"/>
              <a:ext cx="15679" cy="184329"/>
            </a:xfrm>
            <a:custGeom>
              <a:rect b="b" l="l" r="r" t="t"/>
              <a:pathLst>
                <a:path extrusionOk="0" h="2657" w="226">
                  <a:moveTo>
                    <a:pt x="0" y="1"/>
                  </a:moveTo>
                  <a:lnTo>
                    <a:pt x="0" y="2656"/>
                  </a:lnTo>
                  <a:lnTo>
                    <a:pt x="226" y="2656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0"/>
            <p:cNvSpPr/>
            <p:nvPr/>
          </p:nvSpPr>
          <p:spPr>
            <a:xfrm>
              <a:off x="4736801" y="3162085"/>
              <a:ext cx="663572" cy="101079"/>
            </a:xfrm>
            <a:custGeom>
              <a:rect b="b" l="l" r="r" t="t"/>
              <a:pathLst>
                <a:path extrusionOk="0" h="1457" w="9565">
                  <a:moveTo>
                    <a:pt x="4777" y="0"/>
                  </a:moveTo>
                  <a:cubicBezTo>
                    <a:pt x="2143" y="0"/>
                    <a:pt x="0" y="329"/>
                    <a:pt x="0" y="728"/>
                  </a:cubicBezTo>
                  <a:cubicBezTo>
                    <a:pt x="0" y="1128"/>
                    <a:pt x="2143" y="1456"/>
                    <a:pt x="4777" y="1456"/>
                  </a:cubicBezTo>
                  <a:cubicBezTo>
                    <a:pt x="7422" y="1456"/>
                    <a:pt x="9565" y="1128"/>
                    <a:pt x="9565" y="728"/>
                  </a:cubicBezTo>
                  <a:cubicBezTo>
                    <a:pt x="9565" y="329"/>
                    <a:pt x="7422" y="0"/>
                    <a:pt x="4777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4805067" y="3183383"/>
              <a:ext cx="527042" cy="47036"/>
            </a:xfrm>
            <a:custGeom>
              <a:rect b="b" l="l" r="r" t="t"/>
              <a:pathLst>
                <a:path extrusionOk="0" h="678" w="7597">
                  <a:moveTo>
                    <a:pt x="3793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524"/>
                    <a:pt x="1702" y="678"/>
                    <a:pt x="3793" y="678"/>
                  </a:cubicBezTo>
                  <a:cubicBezTo>
                    <a:pt x="5895" y="678"/>
                    <a:pt x="7597" y="524"/>
                    <a:pt x="7597" y="339"/>
                  </a:cubicBezTo>
                  <a:cubicBezTo>
                    <a:pt x="7597" y="155"/>
                    <a:pt x="5895" y="1"/>
                    <a:pt x="379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4804374" y="3183383"/>
              <a:ext cx="527736" cy="30664"/>
            </a:xfrm>
            <a:custGeom>
              <a:rect b="b" l="l" r="r" t="t"/>
              <a:pathLst>
                <a:path extrusionOk="0" h="442" w="7607">
                  <a:moveTo>
                    <a:pt x="3803" y="1"/>
                  </a:moveTo>
                  <a:cubicBezTo>
                    <a:pt x="1702" y="1"/>
                    <a:pt x="0" y="155"/>
                    <a:pt x="0" y="339"/>
                  </a:cubicBezTo>
                  <a:cubicBezTo>
                    <a:pt x="0" y="380"/>
                    <a:pt x="62" y="411"/>
                    <a:pt x="164" y="442"/>
                  </a:cubicBezTo>
                  <a:cubicBezTo>
                    <a:pt x="646" y="298"/>
                    <a:pt x="2091" y="206"/>
                    <a:pt x="3803" y="206"/>
                  </a:cubicBezTo>
                  <a:cubicBezTo>
                    <a:pt x="5526" y="206"/>
                    <a:pt x="6971" y="298"/>
                    <a:pt x="7443" y="442"/>
                  </a:cubicBezTo>
                  <a:cubicBezTo>
                    <a:pt x="7555" y="411"/>
                    <a:pt x="7607" y="380"/>
                    <a:pt x="7607" y="339"/>
                  </a:cubicBezTo>
                  <a:cubicBezTo>
                    <a:pt x="7607" y="155"/>
                    <a:pt x="5905" y="1"/>
                    <a:pt x="3803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4672074" y="3278706"/>
              <a:ext cx="500055" cy="729270"/>
            </a:xfrm>
            <a:custGeom>
              <a:rect b="b" l="l" r="r" t="t"/>
              <a:pathLst>
                <a:path extrusionOk="0" h="10512" w="7208">
                  <a:moveTo>
                    <a:pt x="2338" y="1"/>
                  </a:moveTo>
                  <a:lnTo>
                    <a:pt x="0" y="10191"/>
                  </a:lnTo>
                  <a:lnTo>
                    <a:pt x="923" y="10406"/>
                  </a:lnTo>
                  <a:cubicBezTo>
                    <a:pt x="1228" y="10477"/>
                    <a:pt x="1535" y="10511"/>
                    <a:pt x="1839" y="10511"/>
                  </a:cubicBezTo>
                  <a:cubicBezTo>
                    <a:pt x="3981" y="10511"/>
                    <a:pt x="5987" y="8805"/>
                    <a:pt x="6561" y="6336"/>
                  </a:cubicBezTo>
                  <a:cubicBezTo>
                    <a:pt x="7207" y="3527"/>
                    <a:pt x="5721" y="780"/>
                    <a:pt x="3271" y="216"/>
                  </a:cubicBezTo>
                  <a:lnTo>
                    <a:pt x="2338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4384025" y="3268577"/>
              <a:ext cx="709151" cy="721361"/>
            </a:xfrm>
            <a:custGeom>
              <a:rect b="b" l="l" r="r" t="t"/>
              <a:pathLst>
                <a:path extrusionOk="0" h="10398" w="10222">
                  <a:moveTo>
                    <a:pt x="5369" y="0"/>
                  </a:moveTo>
                  <a:cubicBezTo>
                    <a:pt x="3227" y="0"/>
                    <a:pt x="1222" y="1706"/>
                    <a:pt x="657" y="4176"/>
                  </a:cubicBezTo>
                  <a:cubicBezTo>
                    <a:pt x="0" y="6984"/>
                    <a:pt x="1477" y="9732"/>
                    <a:pt x="3937" y="10296"/>
                  </a:cubicBezTo>
                  <a:cubicBezTo>
                    <a:pt x="4240" y="10365"/>
                    <a:pt x="4543" y="10398"/>
                    <a:pt x="4843" y="10398"/>
                  </a:cubicBezTo>
                  <a:cubicBezTo>
                    <a:pt x="6997" y="10398"/>
                    <a:pt x="9009" y="8691"/>
                    <a:pt x="9575" y="6226"/>
                  </a:cubicBezTo>
                  <a:cubicBezTo>
                    <a:pt x="10221" y="3407"/>
                    <a:pt x="8745" y="670"/>
                    <a:pt x="6285" y="106"/>
                  </a:cubicBezTo>
                  <a:cubicBezTo>
                    <a:pt x="5979" y="34"/>
                    <a:pt x="5673" y="0"/>
                    <a:pt x="5369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4403242" y="3268577"/>
              <a:ext cx="598914" cy="596972"/>
            </a:xfrm>
            <a:custGeom>
              <a:rect b="b" l="l" r="r" t="t"/>
              <a:pathLst>
                <a:path extrusionOk="0" h="8605" w="8633">
                  <a:moveTo>
                    <a:pt x="5099" y="0"/>
                  </a:moveTo>
                  <a:cubicBezTo>
                    <a:pt x="2950" y="0"/>
                    <a:pt x="945" y="1706"/>
                    <a:pt x="380" y="4176"/>
                  </a:cubicBezTo>
                  <a:cubicBezTo>
                    <a:pt x="0" y="5816"/>
                    <a:pt x="349" y="7435"/>
                    <a:pt x="1189" y="8604"/>
                  </a:cubicBezTo>
                  <a:cubicBezTo>
                    <a:pt x="400" y="7343"/>
                    <a:pt x="164" y="5816"/>
                    <a:pt x="513" y="4381"/>
                  </a:cubicBezTo>
                  <a:cubicBezTo>
                    <a:pt x="1078" y="1911"/>
                    <a:pt x="3083" y="205"/>
                    <a:pt x="5232" y="205"/>
                  </a:cubicBezTo>
                  <a:cubicBezTo>
                    <a:pt x="5537" y="205"/>
                    <a:pt x="5844" y="239"/>
                    <a:pt x="6151" y="311"/>
                  </a:cubicBezTo>
                  <a:cubicBezTo>
                    <a:pt x="7156" y="547"/>
                    <a:pt x="8048" y="1151"/>
                    <a:pt x="8632" y="2002"/>
                  </a:cubicBezTo>
                  <a:cubicBezTo>
                    <a:pt x="8048" y="1049"/>
                    <a:pt x="7105" y="362"/>
                    <a:pt x="6018" y="106"/>
                  </a:cubicBezTo>
                  <a:cubicBezTo>
                    <a:pt x="5711" y="34"/>
                    <a:pt x="5404" y="0"/>
                    <a:pt x="5099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4474352" y="3356892"/>
              <a:ext cx="531343" cy="560619"/>
            </a:xfrm>
            <a:custGeom>
              <a:rect b="b" l="l" r="r" t="t"/>
              <a:pathLst>
                <a:path extrusionOk="0" h="8081" w="7659">
                  <a:moveTo>
                    <a:pt x="4100" y="0"/>
                  </a:moveTo>
                  <a:cubicBezTo>
                    <a:pt x="2484" y="0"/>
                    <a:pt x="946" y="1344"/>
                    <a:pt x="503" y="3272"/>
                  </a:cubicBezTo>
                  <a:cubicBezTo>
                    <a:pt x="0" y="5465"/>
                    <a:pt x="1087" y="7577"/>
                    <a:pt x="2922" y="8008"/>
                  </a:cubicBezTo>
                  <a:cubicBezTo>
                    <a:pt x="3136" y="8057"/>
                    <a:pt x="3351" y="8080"/>
                    <a:pt x="3565" y="8080"/>
                  </a:cubicBezTo>
                  <a:cubicBezTo>
                    <a:pt x="5181" y="8080"/>
                    <a:pt x="6712" y="6728"/>
                    <a:pt x="7156" y="4799"/>
                  </a:cubicBezTo>
                  <a:cubicBezTo>
                    <a:pt x="7658" y="2615"/>
                    <a:pt x="6582" y="493"/>
                    <a:pt x="4747" y="73"/>
                  </a:cubicBezTo>
                  <a:cubicBezTo>
                    <a:pt x="4531" y="24"/>
                    <a:pt x="4315" y="0"/>
                    <a:pt x="4100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4472895" y="3349053"/>
              <a:ext cx="531343" cy="560619"/>
            </a:xfrm>
            <a:custGeom>
              <a:rect b="b" l="l" r="r" t="t"/>
              <a:pathLst>
                <a:path extrusionOk="0" h="8081" w="7659">
                  <a:moveTo>
                    <a:pt x="4101" y="0"/>
                  </a:moveTo>
                  <a:cubicBezTo>
                    <a:pt x="2484" y="0"/>
                    <a:pt x="947" y="1345"/>
                    <a:pt x="503" y="3272"/>
                  </a:cubicBezTo>
                  <a:cubicBezTo>
                    <a:pt x="1" y="5466"/>
                    <a:pt x="1088" y="7577"/>
                    <a:pt x="2923" y="8008"/>
                  </a:cubicBezTo>
                  <a:cubicBezTo>
                    <a:pt x="3137" y="8057"/>
                    <a:pt x="3352" y="8081"/>
                    <a:pt x="3566" y="8081"/>
                  </a:cubicBezTo>
                  <a:cubicBezTo>
                    <a:pt x="5181" y="8081"/>
                    <a:pt x="6713" y="6728"/>
                    <a:pt x="7156" y="4799"/>
                  </a:cubicBezTo>
                  <a:cubicBezTo>
                    <a:pt x="7659" y="2616"/>
                    <a:pt x="6582" y="494"/>
                    <a:pt x="4747" y="73"/>
                  </a:cubicBezTo>
                  <a:cubicBezTo>
                    <a:pt x="4532" y="24"/>
                    <a:pt x="4316" y="0"/>
                    <a:pt x="4101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4472895" y="3354811"/>
              <a:ext cx="325091" cy="554861"/>
            </a:xfrm>
            <a:custGeom>
              <a:rect b="b" l="l" r="r" t="t"/>
              <a:pathLst>
                <a:path extrusionOk="0" h="7998" w="4686">
                  <a:moveTo>
                    <a:pt x="3384" y="1"/>
                  </a:moveTo>
                  <a:lnTo>
                    <a:pt x="3384" y="1"/>
                  </a:lnTo>
                  <a:cubicBezTo>
                    <a:pt x="2051" y="329"/>
                    <a:pt x="883" y="1549"/>
                    <a:pt x="503" y="3189"/>
                  </a:cubicBezTo>
                  <a:cubicBezTo>
                    <a:pt x="1" y="5383"/>
                    <a:pt x="1088" y="7494"/>
                    <a:pt x="2923" y="7925"/>
                  </a:cubicBezTo>
                  <a:cubicBezTo>
                    <a:pt x="3136" y="7974"/>
                    <a:pt x="3353" y="7998"/>
                    <a:pt x="3570" y="7998"/>
                  </a:cubicBezTo>
                  <a:cubicBezTo>
                    <a:pt x="3949" y="7998"/>
                    <a:pt x="4328" y="7925"/>
                    <a:pt x="4686" y="7781"/>
                  </a:cubicBezTo>
                  <a:lnTo>
                    <a:pt x="4686" y="7781"/>
                  </a:lnTo>
                  <a:cubicBezTo>
                    <a:pt x="4455" y="7839"/>
                    <a:pt x="4221" y="7867"/>
                    <a:pt x="3988" y="7867"/>
                  </a:cubicBezTo>
                  <a:cubicBezTo>
                    <a:pt x="3765" y="7867"/>
                    <a:pt x="3543" y="7842"/>
                    <a:pt x="3322" y="7792"/>
                  </a:cubicBezTo>
                  <a:cubicBezTo>
                    <a:pt x="1487" y="7371"/>
                    <a:pt x="401" y="5249"/>
                    <a:pt x="903" y="3066"/>
                  </a:cubicBezTo>
                  <a:cubicBezTo>
                    <a:pt x="1252" y="1590"/>
                    <a:pt x="2225" y="462"/>
                    <a:pt x="338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4609497" y="3450064"/>
              <a:ext cx="255369" cy="341256"/>
            </a:xfrm>
            <a:custGeom>
              <a:rect b="b" l="l" r="r" t="t"/>
              <a:pathLst>
                <a:path extrusionOk="0" h="4919" w="3681">
                  <a:moveTo>
                    <a:pt x="2258" y="0"/>
                  </a:moveTo>
                  <a:cubicBezTo>
                    <a:pt x="2236" y="0"/>
                    <a:pt x="2213" y="9"/>
                    <a:pt x="2194" y="22"/>
                  </a:cubicBezTo>
                  <a:cubicBezTo>
                    <a:pt x="2153" y="32"/>
                    <a:pt x="2132" y="63"/>
                    <a:pt x="2122" y="104"/>
                  </a:cubicBezTo>
                  <a:lnTo>
                    <a:pt x="1989" y="493"/>
                  </a:lnTo>
                  <a:cubicBezTo>
                    <a:pt x="1951" y="491"/>
                    <a:pt x="1911" y="490"/>
                    <a:pt x="1872" y="490"/>
                  </a:cubicBezTo>
                  <a:cubicBezTo>
                    <a:pt x="1754" y="490"/>
                    <a:pt x="1635" y="501"/>
                    <a:pt x="1528" y="524"/>
                  </a:cubicBezTo>
                  <a:cubicBezTo>
                    <a:pt x="1384" y="555"/>
                    <a:pt x="1251" y="596"/>
                    <a:pt x="1118" y="657"/>
                  </a:cubicBezTo>
                  <a:cubicBezTo>
                    <a:pt x="1015" y="719"/>
                    <a:pt x="913" y="791"/>
                    <a:pt x="820" y="873"/>
                  </a:cubicBezTo>
                  <a:cubicBezTo>
                    <a:pt x="749" y="944"/>
                    <a:pt x="687" y="1037"/>
                    <a:pt x="656" y="1129"/>
                  </a:cubicBezTo>
                  <a:cubicBezTo>
                    <a:pt x="646" y="1160"/>
                    <a:pt x="646" y="1201"/>
                    <a:pt x="656" y="1221"/>
                  </a:cubicBezTo>
                  <a:cubicBezTo>
                    <a:pt x="677" y="1252"/>
                    <a:pt x="697" y="1272"/>
                    <a:pt x="728" y="1283"/>
                  </a:cubicBezTo>
                  <a:lnTo>
                    <a:pt x="1415" y="1498"/>
                  </a:lnTo>
                  <a:cubicBezTo>
                    <a:pt x="1456" y="1508"/>
                    <a:pt x="1497" y="1508"/>
                    <a:pt x="1538" y="1508"/>
                  </a:cubicBezTo>
                  <a:cubicBezTo>
                    <a:pt x="1579" y="1498"/>
                    <a:pt x="1610" y="1488"/>
                    <a:pt x="1651" y="1478"/>
                  </a:cubicBezTo>
                  <a:lnTo>
                    <a:pt x="1712" y="1436"/>
                  </a:lnTo>
                  <a:cubicBezTo>
                    <a:pt x="1753" y="1416"/>
                    <a:pt x="1794" y="1395"/>
                    <a:pt x="1835" y="1395"/>
                  </a:cubicBezTo>
                  <a:cubicBezTo>
                    <a:pt x="1897" y="1375"/>
                    <a:pt x="1948" y="1365"/>
                    <a:pt x="2009" y="1365"/>
                  </a:cubicBezTo>
                  <a:cubicBezTo>
                    <a:pt x="2091" y="1375"/>
                    <a:pt x="2174" y="1385"/>
                    <a:pt x="2256" y="1416"/>
                  </a:cubicBezTo>
                  <a:cubicBezTo>
                    <a:pt x="2317" y="1436"/>
                    <a:pt x="2379" y="1457"/>
                    <a:pt x="2440" y="1488"/>
                  </a:cubicBezTo>
                  <a:cubicBezTo>
                    <a:pt x="2491" y="1508"/>
                    <a:pt x="2543" y="1539"/>
                    <a:pt x="2584" y="1570"/>
                  </a:cubicBezTo>
                  <a:cubicBezTo>
                    <a:pt x="2625" y="1611"/>
                    <a:pt x="2655" y="1642"/>
                    <a:pt x="2676" y="1693"/>
                  </a:cubicBezTo>
                  <a:cubicBezTo>
                    <a:pt x="2696" y="1734"/>
                    <a:pt x="2696" y="1785"/>
                    <a:pt x="2676" y="1836"/>
                  </a:cubicBezTo>
                  <a:cubicBezTo>
                    <a:pt x="2666" y="1888"/>
                    <a:pt x="2635" y="1929"/>
                    <a:pt x="2584" y="1949"/>
                  </a:cubicBezTo>
                  <a:cubicBezTo>
                    <a:pt x="2522" y="1980"/>
                    <a:pt x="2461" y="2000"/>
                    <a:pt x="2389" y="2000"/>
                  </a:cubicBezTo>
                  <a:cubicBezTo>
                    <a:pt x="2276" y="2000"/>
                    <a:pt x="2163" y="2000"/>
                    <a:pt x="2050" y="1990"/>
                  </a:cubicBezTo>
                  <a:cubicBezTo>
                    <a:pt x="1917" y="1980"/>
                    <a:pt x="1743" y="1959"/>
                    <a:pt x="1538" y="1939"/>
                  </a:cubicBezTo>
                  <a:cubicBezTo>
                    <a:pt x="1430" y="1927"/>
                    <a:pt x="1325" y="1922"/>
                    <a:pt x="1220" y="1922"/>
                  </a:cubicBezTo>
                  <a:cubicBezTo>
                    <a:pt x="1146" y="1922"/>
                    <a:pt x="1071" y="1924"/>
                    <a:pt x="995" y="1929"/>
                  </a:cubicBezTo>
                  <a:cubicBezTo>
                    <a:pt x="841" y="1939"/>
                    <a:pt x="697" y="1980"/>
                    <a:pt x="564" y="2041"/>
                  </a:cubicBezTo>
                  <a:cubicBezTo>
                    <a:pt x="441" y="2103"/>
                    <a:pt x="338" y="2185"/>
                    <a:pt x="256" y="2287"/>
                  </a:cubicBezTo>
                  <a:cubicBezTo>
                    <a:pt x="164" y="2410"/>
                    <a:pt x="92" y="2554"/>
                    <a:pt x="51" y="2697"/>
                  </a:cubicBezTo>
                  <a:cubicBezTo>
                    <a:pt x="10" y="2831"/>
                    <a:pt x="0" y="2974"/>
                    <a:pt x="10" y="3118"/>
                  </a:cubicBezTo>
                  <a:cubicBezTo>
                    <a:pt x="31" y="3261"/>
                    <a:pt x="82" y="3395"/>
                    <a:pt x="154" y="3518"/>
                  </a:cubicBezTo>
                  <a:cubicBezTo>
                    <a:pt x="226" y="3651"/>
                    <a:pt x="328" y="3764"/>
                    <a:pt x="441" y="3866"/>
                  </a:cubicBezTo>
                  <a:cubicBezTo>
                    <a:pt x="574" y="3979"/>
                    <a:pt x="718" y="4071"/>
                    <a:pt x="872" y="4143"/>
                  </a:cubicBezTo>
                  <a:lnTo>
                    <a:pt x="759" y="4522"/>
                  </a:lnTo>
                  <a:cubicBezTo>
                    <a:pt x="749" y="4553"/>
                    <a:pt x="749" y="4594"/>
                    <a:pt x="769" y="4625"/>
                  </a:cubicBezTo>
                  <a:cubicBezTo>
                    <a:pt x="790" y="4666"/>
                    <a:pt x="820" y="4696"/>
                    <a:pt x="851" y="4707"/>
                  </a:cubicBezTo>
                  <a:lnTo>
                    <a:pt x="1538" y="4912"/>
                  </a:lnTo>
                  <a:cubicBezTo>
                    <a:pt x="1555" y="4916"/>
                    <a:pt x="1572" y="4918"/>
                    <a:pt x="1588" y="4918"/>
                  </a:cubicBezTo>
                  <a:cubicBezTo>
                    <a:pt x="1611" y="4918"/>
                    <a:pt x="1633" y="4913"/>
                    <a:pt x="1651" y="4901"/>
                  </a:cubicBezTo>
                  <a:cubicBezTo>
                    <a:pt x="1692" y="4881"/>
                    <a:pt x="1712" y="4850"/>
                    <a:pt x="1722" y="4819"/>
                  </a:cubicBezTo>
                  <a:lnTo>
                    <a:pt x="1845" y="4430"/>
                  </a:lnTo>
                  <a:cubicBezTo>
                    <a:pt x="1904" y="4437"/>
                    <a:pt x="1963" y="4441"/>
                    <a:pt x="2023" y="4441"/>
                  </a:cubicBezTo>
                  <a:cubicBezTo>
                    <a:pt x="2132" y="4441"/>
                    <a:pt x="2242" y="4429"/>
                    <a:pt x="2348" y="4409"/>
                  </a:cubicBezTo>
                  <a:cubicBezTo>
                    <a:pt x="2491" y="4379"/>
                    <a:pt x="2635" y="4338"/>
                    <a:pt x="2768" y="4266"/>
                  </a:cubicBezTo>
                  <a:cubicBezTo>
                    <a:pt x="2881" y="4215"/>
                    <a:pt x="2983" y="4133"/>
                    <a:pt x="3076" y="4040"/>
                  </a:cubicBezTo>
                  <a:cubicBezTo>
                    <a:pt x="3158" y="3958"/>
                    <a:pt x="3219" y="3856"/>
                    <a:pt x="3260" y="3743"/>
                  </a:cubicBezTo>
                  <a:cubicBezTo>
                    <a:pt x="3270" y="3712"/>
                    <a:pt x="3270" y="3682"/>
                    <a:pt x="3250" y="3651"/>
                  </a:cubicBezTo>
                  <a:cubicBezTo>
                    <a:pt x="3240" y="3630"/>
                    <a:pt x="3219" y="3610"/>
                    <a:pt x="3188" y="3600"/>
                  </a:cubicBezTo>
                  <a:lnTo>
                    <a:pt x="2502" y="3384"/>
                  </a:lnTo>
                  <a:cubicBezTo>
                    <a:pt x="2473" y="3377"/>
                    <a:pt x="2444" y="3370"/>
                    <a:pt x="2415" y="3370"/>
                  </a:cubicBezTo>
                  <a:cubicBezTo>
                    <a:pt x="2403" y="3370"/>
                    <a:pt x="2391" y="3371"/>
                    <a:pt x="2379" y="3374"/>
                  </a:cubicBezTo>
                  <a:cubicBezTo>
                    <a:pt x="2348" y="3374"/>
                    <a:pt x="2317" y="3384"/>
                    <a:pt x="2276" y="3395"/>
                  </a:cubicBezTo>
                  <a:lnTo>
                    <a:pt x="2194" y="3446"/>
                  </a:lnTo>
                  <a:cubicBezTo>
                    <a:pt x="2153" y="3477"/>
                    <a:pt x="2102" y="3497"/>
                    <a:pt x="2050" y="3507"/>
                  </a:cubicBezTo>
                  <a:cubicBezTo>
                    <a:pt x="1989" y="3528"/>
                    <a:pt x="1917" y="3538"/>
                    <a:pt x="1856" y="3538"/>
                  </a:cubicBezTo>
                  <a:cubicBezTo>
                    <a:pt x="1753" y="3538"/>
                    <a:pt x="1661" y="3528"/>
                    <a:pt x="1579" y="3497"/>
                  </a:cubicBezTo>
                  <a:cubicBezTo>
                    <a:pt x="1415" y="3456"/>
                    <a:pt x="1271" y="3384"/>
                    <a:pt x="1128" y="3292"/>
                  </a:cubicBezTo>
                  <a:cubicBezTo>
                    <a:pt x="1036" y="3241"/>
                    <a:pt x="984" y="3128"/>
                    <a:pt x="1015" y="3025"/>
                  </a:cubicBezTo>
                  <a:cubicBezTo>
                    <a:pt x="1025" y="2964"/>
                    <a:pt x="1066" y="2923"/>
                    <a:pt x="1118" y="2913"/>
                  </a:cubicBezTo>
                  <a:cubicBezTo>
                    <a:pt x="1185" y="2896"/>
                    <a:pt x="1245" y="2879"/>
                    <a:pt x="1309" y="2879"/>
                  </a:cubicBezTo>
                  <a:cubicBezTo>
                    <a:pt x="1324" y="2879"/>
                    <a:pt x="1338" y="2880"/>
                    <a:pt x="1353" y="2882"/>
                  </a:cubicBezTo>
                  <a:cubicBezTo>
                    <a:pt x="1386" y="2879"/>
                    <a:pt x="1420" y="2878"/>
                    <a:pt x="1454" y="2878"/>
                  </a:cubicBezTo>
                  <a:cubicBezTo>
                    <a:pt x="1547" y="2878"/>
                    <a:pt x="1643" y="2887"/>
                    <a:pt x="1733" y="2902"/>
                  </a:cubicBezTo>
                  <a:cubicBezTo>
                    <a:pt x="1876" y="2913"/>
                    <a:pt x="2061" y="2933"/>
                    <a:pt x="2256" y="2943"/>
                  </a:cubicBezTo>
                  <a:cubicBezTo>
                    <a:pt x="2343" y="2953"/>
                    <a:pt x="2426" y="2957"/>
                    <a:pt x="2505" y="2957"/>
                  </a:cubicBezTo>
                  <a:cubicBezTo>
                    <a:pt x="2775" y="2957"/>
                    <a:pt x="2993" y="2903"/>
                    <a:pt x="3168" y="2800"/>
                  </a:cubicBezTo>
                  <a:cubicBezTo>
                    <a:pt x="3393" y="2656"/>
                    <a:pt x="3568" y="2431"/>
                    <a:pt x="3629" y="2164"/>
                  </a:cubicBezTo>
                  <a:cubicBezTo>
                    <a:pt x="3670" y="2041"/>
                    <a:pt x="3680" y="1918"/>
                    <a:pt x="3670" y="1785"/>
                  </a:cubicBezTo>
                  <a:cubicBezTo>
                    <a:pt x="3660" y="1662"/>
                    <a:pt x="3629" y="1539"/>
                    <a:pt x="3578" y="1416"/>
                  </a:cubicBezTo>
                  <a:cubicBezTo>
                    <a:pt x="3516" y="1293"/>
                    <a:pt x="3434" y="1180"/>
                    <a:pt x="3332" y="1078"/>
                  </a:cubicBezTo>
                  <a:cubicBezTo>
                    <a:pt x="3229" y="965"/>
                    <a:pt x="3096" y="862"/>
                    <a:pt x="2963" y="791"/>
                  </a:cubicBezTo>
                  <a:lnTo>
                    <a:pt x="3086" y="401"/>
                  </a:lnTo>
                  <a:cubicBezTo>
                    <a:pt x="3096" y="360"/>
                    <a:pt x="3086" y="319"/>
                    <a:pt x="3076" y="288"/>
                  </a:cubicBezTo>
                  <a:cubicBezTo>
                    <a:pt x="3055" y="258"/>
                    <a:pt x="3024" y="227"/>
                    <a:pt x="2983" y="217"/>
                  </a:cubicBezTo>
                  <a:lnTo>
                    <a:pt x="2297" y="12"/>
                  </a:lnTo>
                  <a:cubicBezTo>
                    <a:pt x="2285" y="4"/>
                    <a:pt x="2272" y="0"/>
                    <a:pt x="225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4601657" y="3443265"/>
              <a:ext cx="256063" cy="341464"/>
            </a:xfrm>
            <a:custGeom>
              <a:rect b="b" l="l" r="r" t="t"/>
              <a:pathLst>
                <a:path extrusionOk="0" h="4922" w="3691">
                  <a:moveTo>
                    <a:pt x="2257" y="0"/>
                  </a:moveTo>
                  <a:cubicBezTo>
                    <a:pt x="2234" y="0"/>
                    <a:pt x="2212" y="5"/>
                    <a:pt x="2194" y="17"/>
                  </a:cubicBezTo>
                  <a:cubicBezTo>
                    <a:pt x="2153" y="38"/>
                    <a:pt x="2133" y="69"/>
                    <a:pt x="2122" y="110"/>
                  </a:cubicBezTo>
                  <a:lnTo>
                    <a:pt x="1999" y="489"/>
                  </a:lnTo>
                  <a:cubicBezTo>
                    <a:pt x="1961" y="486"/>
                    <a:pt x="1922" y="485"/>
                    <a:pt x="1883" y="485"/>
                  </a:cubicBezTo>
                  <a:cubicBezTo>
                    <a:pt x="1764" y="485"/>
                    <a:pt x="1643" y="497"/>
                    <a:pt x="1528" y="520"/>
                  </a:cubicBezTo>
                  <a:cubicBezTo>
                    <a:pt x="1384" y="550"/>
                    <a:pt x="1251" y="602"/>
                    <a:pt x="1128" y="663"/>
                  </a:cubicBezTo>
                  <a:cubicBezTo>
                    <a:pt x="1015" y="725"/>
                    <a:pt x="913" y="796"/>
                    <a:pt x="821" y="878"/>
                  </a:cubicBezTo>
                  <a:cubicBezTo>
                    <a:pt x="749" y="950"/>
                    <a:pt x="687" y="1042"/>
                    <a:pt x="657" y="1135"/>
                  </a:cubicBezTo>
                  <a:cubicBezTo>
                    <a:pt x="646" y="1165"/>
                    <a:pt x="646" y="1196"/>
                    <a:pt x="667" y="1227"/>
                  </a:cubicBezTo>
                  <a:cubicBezTo>
                    <a:pt x="677" y="1258"/>
                    <a:pt x="698" y="1278"/>
                    <a:pt x="728" y="1278"/>
                  </a:cubicBezTo>
                  <a:lnTo>
                    <a:pt x="1415" y="1493"/>
                  </a:lnTo>
                  <a:cubicBezTo>
                    <a:pt x="1444" y="1501"/>
                    <a:pt x="1473" y="1508"/>
                    <a:pt x="1502" y="1508"/>
                  </a:cubicBezTo>
                  <a:cubicBezTo>
                    <a:pt x="1514" y="1508"/>
                    <a:pt x="1526" y="1507"/>
                    <a:pt x="1538" y="1504"/>
                  </a:cubicBezTo>
                  <a:cubicBezTo>
                    <a:pt x="1579" y="1504"/>
                    <a:pt x="1620" y="1493"/>
                    <a:pt x="1651" y="1473"/>
                  </a:cubicBezTo>
                  <a:lnTo>
                    <a:pt x="1723" y="1432"/>
                  </a:lnTo>
                  <a:cubicBezTo>
                    <a:pt x="1753" y="1411"/>
                    <a:pt x="1794" y="1401"/>
                    <a:pt x="1835" y="1391"/>
                  </a:cubicBezTo>
                  <a:cubicBezTo>
                    <a:pt x="1897" y="1381"/>
                    <a:pt x="1958" y="1370"/>
                    <a:pt x="2020" y="1370"/>
                  </a:cubicBezTo>
                  <a:cubicBezTo>
                    <a:pt x="2102" y="1370"/>
                    <a:pt x="2174" y="1391"/>
                    <a:pt x="2256" y="1411"/>
                  </a:cubicBezTo>
                  <a:cubicBezTo>
                    <a:pt x="2317" y="1432"/>
                    <a:pt x="2379" y="1452"/>
                    <a:pt x="2440" y="1483"/>
                  </a:cubicBezTo>
                  <a:cubicBezTo>
                    <a:pt x="2492" y="1514"/>
                    <a:pt x="2543" y="1545"/>
                    <a:pt x="2594" y="1576"/>
                  </a:cubicBezTo>
                  <a:cubicBezTo>
                    <a:pt x="2635" y="1606"/>
                    <a:pt x="2666" y="1647"/>
                    <a:pt x="2686" y="1688"/>
                  </a:cubicBezTo>
                  <a:cubicBezTo>
                    <a:pt x="2697" y="1740"/>
                    <a:pt x="2697" y="1791"/>
                    <a:pt x="2686" y="1832"/>
                  </a:cubicBezTo>
                  <a:cubicBezTo>
                    <a:pt x="2666" y="1883"/>
                    <a:pt x="2635" y="1924"/>
                    <a:pt x="2594" y="1955"/>
                  </a:cubicBezTo>
                  <a:cubicBezTo>
                    <a:pt x="2533" y="1986"/>
                    <a:pt x="2461" y="1996"/>
                    <a:pt x="2399" y="1996"/>
                  </a:cubicBezTo>
                  <a:cubicBezTo>
                    <a:pt x="2366" y="1999"/>
                    <a:pt x="2333" y="2000"/>
                    <a:pt x="2300" y="2000"/>
                  </a:cubicBezTo>
                  <a:cubicBezTo>
                    <a:pt x="2220" y="2000"/>
                    <a:pt x="2141" y="1993"/>
                    <a:pt x="2061" y="1986"/>
                  </a:cubicBezTo>
                  <a:cubicBezTo>
                    <a:pt x="1917" y="1975"/>
                    <a:pt x="1743" y="1965"/>
                    <a:pt x="1548" y="1934"/>
                  </a:cubicBezTo>
                  <a:cubicBezTo>
                    <a:pt x="1442" y="1928"/>
                    <a:pt x="1335" y="1922"/>
                    <a:pt x="1229" y="1922"/>
                  </a:cubicBezTo>
                  <a:cubicBezTo>
                    <a:pt x="1151" y="1922"/>
                    <a:pt x="1073" y="1926"/>
                    <a:pt x="995" y="1934"/>
                  </a:cubicBezTo>
                  <a:cubicBezTo>
                    <a:pt x="851" y="1945"/>
                    <a:pt x="708" y="1986"/>
                    <a:pt x="575" y="2047"/>
                  </a:cubicBezTo>
                  <a:cubicBezTo>
                    <a:pt x="451" y="2098"/>
                    <a:pt x="339" y="2191"/>
                    <a:pt x="257" y="2293"/>
                  </a:cubicBezTo>
                  <a:cubicBezTo>
                    <a:pt x="164" y="2416"/>
                    <a:pt x="103" y="2549"/>
                    <a:pt x="62" y="2693"/>
                  </a:cubicBezTo>
                  <a:cubicBezTo>
                    <a:pt x="11" y="2836"/>
                    <a:pt x="0" y="2980"/>
                    <a:pt x="21" y="3123"/>
                  </a:cubicBezTo>
                  <a:cubicBezTo>
                    <a:pt x="41" y="3267"/>
                    <a:pt x="82" y="3400"/>
                    <a:pt x="154" y="3523"/>
                  </a:cubicBezTo>
                  <a:cubicBezTo>
                    <a:pt x="236" y="3646"/>
                    <a:pt x="328" y="3769"/>
                    <a:pt x="451" y="3872"/>
                  </a:cubicBezTo>
                  <a:cubicBezTo>
                    <a:pt x="575" y="3974"/>
                    <a:pt x="718" y="4077"/>
                    <a:pt x="882" y="4149"/>
                  </a:cubicBezTo>
                  <a:lnTo>
                    <a:pt x="759" y="4518"/>
                  </a:lnTo>
                  <a:cubicBezTo>
                    <a:pt x="749" y="4559"/>
                    <a:pt x="749" y="4600"/>
                    <a:pt x="769" y="4630"/>
                  </a:cubicBezTo>
                  <a:cubicBezTo>
                    <a:pt x="790" y="4661"/>
                    <a:pt x="821" y="4692"/>
                    <a:pt x="862" y="4702"/>
                  </a:cubicBezTo>
                  <a:lnTo>
                    <a:pt x="1548" y="4917"/>
                  </a:lnTo>
                  <a:cubicBezTo>
                    <a:pt x="1557" y="4920"/>
                    <a:pt x="1566" y="4921"/>
                    <a:pt x="1575" y="4921"/>
                  </a:cubicBezTo>
                  <a:cubicBezTo>
                    <a:pt x="1601" y="4921"/>
                    <a:pt x="1631" y="4912"/>
                    <a:pt x="1661" y="4897"/>
                  </a:cubicBezTo>
                  <a:cubicBezTo>
                    <a:pt x="1692" y="4887"/>
                    <a:pt x="1723" y="4856"/>
                    <a:pt x="1733" y="4815"/>
                  </a:cubicBezTo>
                  <a:lnTo>
                    <a:pt x="1846" y="4436"/>
                  </a:lnTo>
                  <a:cubicBezTo>
                    <a:pt x="1889" y="4438"/>
                    <a:pt x="1932" y="4440"/>
                    <a:pt x="1975" y="4440"/>
                  </a:cubicBezTo>
                  <a:cubicBezTo>
                    <a:pt x="2102" y="4440"/>
                    <a:pt x="2225" y="4428"/>
                    <a:pt x="2348" y="4405"/>
                  </a:cubicBezTo>
                  <a:cubicBezTo>
                    <a:pt x="2492" y="4384"/>
                    <a:pt x="2635" y="4333"/>
                    <a:pt x="2768" y="4272"/>
                  </a:cubicBezTo>
                  <a:cubicBezTo>
                    <a:pt x="2891" y="4210"/>
                    <a:pt x="2994" y="4138"/>
                    <a:pt x="3086" y="4046"/>
                  </a:cubicBezTo>
                  <a:cubicBezTo>
                    <a:pt x="3168" y="3954"/>
                    <a:pt x="3230" y="3862"/>
                    <a:pt x="3271" y="3749"/>
                  </a:cubicBezTo>
                  <a:cubicBezTo>
                    <a:pt x="3271" y="3718"/>
                    <a:pt x="3271" y="3687"/>
                    <a:pt x="3260" y="3657"/>
                  </a:cubicBezTo>
                  <a:cubicBezTo>
                    <a:pt x="3240" y="3626"/>
                    <a:pt x="3219" y="3605"/>
                    <a:pt x="3189" y="3595"/>
                  </a:cubicBezTo>
                  <a:lnTo>
                    <a:pt x="2502" y="3390"/>
                  </a:lnTo>
                  <a:cubicBezTo>
                    <a:pt x="2471" y="3370"/>
                    <a:pt x="2430" y="3370"/>
                    <a:pt x="2389" y="3370"/>
                  </a:cubicBezTo>
                  <a:cubicBezTo>
                    <a:pt x="2348" y="3380"/>
                    <a:pt x="2317" y="3390"/>
                    <a:pt x="2287" y="3400"/>
                  </a:cubicBezTo>
                  <a:cubicBezTo>
                    <a:pt x="2266" y="3411"/>
                    <a:pt x="2235" y="3431"/>
                    <a:pt x="2204" y="3452"/>
                  </a:cubicBezTo>
                  <a:cubicBezTo>
                    <a:pt x="2153" y="3472"/>
                    <a:pt x="2112" y="3493"/>
                    <a:pt x="2061" y="3513"/>
                  </a:cubicBezTo>
                  <a:cubicBezTo>
                    <a:pt x="1989" y="3534"/>
                    <a:pt x="1928" y="3544"/>
                    <a:pt x="1856" y="3544"/>
                  </a:cubicBezTo>
                  <a:cubicBezTo>
                    <a:pt x="1764" y="3544"/>
                    <a:pt x="1671" y="3523"/>
                    <a:pt x="1579" y="3503"/>
                  </a:cubicBezTo>
                  <a:cubicBezTo>
                    <a:pt x="1425" y="3452"/>
                    <a:pt x="1272" y="3390"/>
                    <a:pt x="1138" y="3298"/>
                  </a:cubicBezTo>
                  <a:cubicBezTo>
                    <a:pt x="1036" y="3246"/>
                    <a:pt x="985" y="3134"/>
                    <a:pt x="1015" y="3021"/>
                  </a:cubicBezTo>
                  <a:cubicBezTo>
                    <a:pt x="1036" y="2970"/>
                    <a:pt x="1077" y="2929"/>
                    <a:pt x="1128" y="2908"/>
                  </a:cubicBezTo>
                  <a:cubicBezTo>
                    <a:pt x="1200" y="2888"/>
                    <a:pt x="1282" y="2877"/>
                    <a:pt x="1364" y="2877"/>
                  </a:cubicBezTo>
                  <a:cubicBezTo>
                    <a:pt x="1487" y="2877"/>
                    <a:pt x="1610" y="2888"/>
                    <a:pt x="1733" y="2898"/>
                  </a:cubicBezTo>
                  <a:cubicBezTo>
                    <a:pt x="1876" y="2918"/>
                    <a:pt x="2061" y="2929"/>
                    <a:pt x="2266" y="2949"/>
                  </a:cubicBezTo>
                  <a:cubicBezTo>
                    <a:pt x="2345" y="2956"/>
                    <a:pt x="2421" y="2959"/>
                    <a:pt x="2493" y="2959"/>
                  </a:cubicBezTo>
                  <a:cubicBezTo>
                    <a:pt x="2769" y="2959"/>
                    <a:pt x="2998" y="2911"/>
                    <a:pt x="3168" y="2806"/>
                  </a:cubicBezTo>
                  <a:cubicBezTo>
                    <a:pt x="3404" y="2662"/>
                    <a:pt x="3568" y="2426"/>
                    <a:pt x="3640" y="2160"/>
                  </a:cubicBezTo>
                  <a:cubicBezTo>
                    <a:pt x="3670" y="2047"/>
                    <a:pt x="3691" y="1914"/>
                    <a:pt x="3681" y="1791"/>
                  </a:cubicBezTo>
                  <a:cubicBezTo>
                    <a:pt x="3670" y="1658"/>
                    <a:pt x="3629" y="1534"/>
                    <a:pt x="3578" y="1422"/>
                  </a:cubicBezTo>
                  <a:cubicBezTo>
                    <a:pt x="3517" y="1288"/>
                    <a:pt x="3435" y="1176"/>
                    <a:pt x="3342" y="1083"/>
                  </a:cubicBezTo>
                  <a:cubicBezTo>
                    <a:pt x="3230" y="960"/>
                    <a:pt x="3107" y="868"/>
                    <a:pt x="2973" y="786"/>
                  </a:cubicBezTo>
                  <a:lnTo>
                    <a:pt x="3086" y="407"/>
                  </a:lnTo>
                  <a:cubicBezTo>
                    <a:pt x="3096" y="366"/>
                    <a:pt x="3096" y="325"/>
                    <a:pt x="3076" y="294"/>
                  </a:cubicBezTo>
                  <a:cubicBezTo>
                    <a:pt x="3055" y="253"/>
                    <a:pt x="3025" y="233"/>
                    <a:pt x="2994" y="222"/>
                  </a:cubicBezTo>
                  <a:lnTo>
                    <a:pt x="2307" y="7"/>
                  </a:lnTo>
                  <a:cubicBezTo>
                    <a:pt x="2290" y="3"/>
                    <a:pt x="2273" y="0"/>
                    <a:pt x="2257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5725339" y="3723196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49"/>
                  </a:lnTo>
                  <a:cubicBezTo>
                    <a:pt x="1" y="1549"/>
                    <a:pt x="2143" y="1877"/>
                    <a:pt x="4788" y="1877"/>
                  </a:cubicBezTo>
                  <a:cubicBezTo>
                    <a:pt x="7423" y="1877"/>
                    <a:pt x="9565" y="1549"/>
                    <a:pt x="9565" y="114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5725339" y="3671303"/>
              <a:ext cx="663641" cy="100316"/>
            </a:xfrm>
            <a:custGeom>
              <a:rect b="b" l="l" r="r" t="t"/>
              <a:pathLst>
                <a:path extrusionOk="0" h="1446" w="9566">
                  <a:moveTo>
                    <a:pt x="4788" y="0"/>
                  </a:moveTo>
                  <a:cubicBezTo>
                    <a:pt x="2143" y="0"/>
                    <a:pt x="1" y="318"/>
                    <a:pt x="1" y="718"/>
                  </a:cubicBezTo>
                  <a:cubicBezTo>
                    <a:pt x="1" y="1128"/>
                    <a:pt x="2143" y="1446"/>
                    <a:pt x="4778" y="1446"/>
                  </a:cubicBezTo>
                  <a:cubicBezTo>
                    <a:pt x="7423" y="1446"/>
                    <a:pt x="9565" y="1128"/>
                    <a:pt x="9565" y="718"/>
                  </a:cubicBezTo>
                  <a:cubicBezTo>
                    <a:pt x="9565" y="31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5793605" y="3692671"/>
              <a:ext cx="527805" cy="46967"/>
            </a:xfrm>
            <a:custGeom>
              <a:rect b="b" l="l" r="r" t="t"/>
              <a:pathLst>
                <a:path extrusionOk="0" h="677" w="7608">
                  <a:moveTo>
                    <a:pt x="3804" y="0"/>
                  </a:moveTo>
                  <a:cubicBezTo>
                    <a:pt x="1703" y="0"/>
                    <a:pt x="1" y="154"/>
                    <a:pt x="1" y="338"/>
                  </a:cubicBezTo>
                  <a:cubicBezTo>
                    <a:pt x="1" y="523"/>
                    <a:pt x="1703" y="677"/>
                    <a:pt x="3804" y="677"/>
                  </a:cubicBezTo>
                  <a:cubicBezTo>
                    <a:pt x="5896" y="677"/>
                    <a:pt x="7608" y="523"/>
                    <a:pt x="7608" y="338"/>
                  </a:cubicBezTo>
                  <a:cubicBezTo>
                    <a:pt x="7608" y="154"/>
                    <a:pt x="5896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5792911" y="3692671"/>
              <a:ext cx="527805" cy="30594"/>
            </a:xfrm>
            <a:custGeom>
              <a:rect b="b" l="l" r="r" t="t"/>
              <a:pathLst>
                <a:path extrusionOk="0" h="441" w="7608">
                  <a:moveTo>
                    <a:pt x="3804" y="0"/>
                  </a:moveTo>
                  <a:cubicBezTo>
                    <a:pt x="1702" y="0"/>
                    <a:pt x="1" y="154"/>
                    <a:pt x="1" y="338"/>
                  </a:cubicBezTo>
                  <a:cubicBezTo>
                    <a:pt x="1" y="369"/>
                    <a:pt x="62" y="410"/>
                    <a:pt x="165" y="441"/>
                  </a:cubicBezTo>
                  <a:cubicBezTo>
                    <a:pt x="636" y="297"/>
                    <a:pt x="2092" y="195"/>
                    <a:pt x="3804" y="195"/>
                  </a:cubicBezTo>
                  <a:cubicBezTo>
                    <a:pt x="5526" y="195"/>
                    <a:pt x="6972" y="297"/>
                    <a:pt x="7443" y="441"/>
                  </a:cubicBezTo>
                  <a:cubicBezTo>
                    <a:pt x="7546" y="410"/>
                    <a:pt x="7607" y="369"/>
                    <a:pt x="7607" y="338"/>
                  </a:cubicBezTo>
                  <a:cubicBezTo>
                    <a:pt x="7607" y="154"/>
                    <a:pt x="5906" y="0"/>
                    <a:pt x="380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5676984" y="3632175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1"/>
                  </a:moveTo>
                  <a:lnTo>
                    <a:pt x="1" y="1159"/>
                  </a:lnTo>
                  <a:cubicBezTo>
                    <a:pt x="1" y="1559"/>
                    <a:pt x="2143" y="1877"/>
                    <a:pt x="4788" y="1877"/>
                  </a:cubicBezTo>
                  <a:cubicBezTo>
                    <a:pt x="7423" y="1877"/>
                    <a:pt x="9565" y="1559"/>
                    <a:pt x="9565" y="1159"/>
                  </a:cubicBezTo>
                  <a:lnTo>
                    <a:pt x="9565" y="1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5676984" y="3580282"/>
              <a:ext cx="663641" cy="101079"/>
            </a:xfrm>
            <a:custGeom>
              <a:rect b="b" l="l" r="r" t="t"/>
              <a:pathLst>
                <a:path extrusionOk="0" h="1457" w="9566">
                  <a:moveTo>
                    <a:pt x="478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8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8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5745250" y="3602343"/>
              <a:ext cx="527111" cy="46273"/>
            </a:xfrm>
            <a:custGeom>
              <a:rect b="b" l="l" r="r" t="t"/>
              <a:pathLst>
                <a:path extrusionOk="0" h="667" w="7598">
                  <a:moveTo>
                    <a:pt x="3804" y="0"/>
                  </a:moveTo>
                  <a:cubicBezTo>
                    <a:pt x="1703" y="0"/>
                    <a:pt x="1" y="144"/>
                    <a:pt x="1" y="338"/>
                  </a:cubicBezTo>
                  <a:cubicBezTo>
                    <a:pt x="1" y="523"/>
                    <a:pt x="1703" y="666"/>
                    <a:pt x="3804" y="666"/>
                  </a:cubicBezTo>
                  <a:cubicBezTo>
                    <a:pt x="5895" y="666"/>
                    <a:pt x="7597" y="523"/>
                    <a:pt x="7597" y="338"/>
                  </a:cubicBezTo>
                  <a:cubicBezTo>
                    <a:pt x="7597" y="144"/>
                    <a:pt x="5895" y="0"/>
                    <a:pt x="3804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5745250" y="3602343"/>
              <a:ext cx="527111" cy="29901"/>
            </a:xfrm>
            <a:custGeom>
              <a:rect b="b" l="l" r="r" t="t"/>
              <a:pathLst>
                <a:path extrusionOk="0" h="431" w="7598">
                  <a:moveTo>
                    <a:pt x="3794" y="0"/>
                  </a:moveTo>
                  <a:cubicBezTo>
                    <a:pt x="1703" y="0"/>
                    <a:pt x="1" y="144"/>
                    <a:pt x="1" y="338"/>
                  </a:cubicBezTo>
                  <a:cubicBezTo>
                    <a:pt x="1" y="369"/>
                    <a:pt x="52" y="400"/>
                    <a:pt x="165" y="431"/>
                  </a:cubicBezTo>
                  <a:cubicBezTo>
                    <a:pt x="636" y="297"/>
                    <a:pt x="2082" y="195"/>
                    <a:pt x="3804" y="195"/>
                  </a:cubicBezTo>
                  <a:cubicBezTo>
                    <a:pt x="5516" y="195"/>
                    <a:pt x="6962" y="297"/>
                    <a:pt x="7443" y="431"/>
                  </a:cubicBezTo>
                  <a:cubicBezTo>
                    <a:pt x="7546" y="400"/>
                    <a:pt x="7597" y="369"/>
                    <a:pt x="7597" y="338"/>
                  </a:cubicBezTo>
                  <a:cubicBezTo>
                    <a:pt x="7597" y="144"/>
                    <a:pt x="5895" y="0"/>
                    <a:pt x="3794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5731028" y="3541154"/>
              <a:ext cx="663641" cy="130217"/>
            </a:xfrm>
            <a:custGeom>
              <a:rect b="b" l="l" r="r" t="t"/>
              <a:pathLst>
                <a:path extrusionOk="0" h="1877" w="9566">
                  <a:moveTo>
                    <a:pt x="1" y="0"/>
                  </a:moveTo>
                  <a:lnTo>
                    <a:pt x="1" y="1149"/>
                  </a:lnTo>
                  <a:cubicBezTo>
                    <a:pt x="1" y="1548"/>
                    <a:pt x="2143" y="1876"/>
                    <a:pt x="4778" y="1876"/>
                  </a:cubicBezTo>
                  <a:cubicBezTo>
                    <a:pt x="7423" y="1876"/>
                    <a:pt x="9565" y="1548"/>
                    <a:pt x="9565" y="1149"/>
                  </a:cubicBezTo>
                  <a:lnTo>
                    <a:pt x="9565" y="0"/>
                  </a:ln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5731028" y="3489261"/>
              <a:ext cx="663641" cy="101010"/>
            </a:xfrm>
            <a:custGeom>
              <a:rect b="b" l="l" r="r" t="t"/>
              <a:pathLst>
                <a:path extrusionOk="0" h="1456" w="9566">
                  <a:moveTo>
                    <a:pt x="4778" y="0"/>
                  </a:moveTo>
                  <a:cubicBezTo>
                    <a:pt x="2143" y="0"/>
                    <a:pt x="1" y="328"/>
                    <a:pt x="1" y="728"/>
                  </a:cubicBezTo>
                  <a:cubicBezTo>
                    <a:pt x="1" y="1128"/>
                    <a:pt x="2143" y="1456"/>
                    <a:pt x="4778" y="1456"/>
                  </a:cubicBezTo>
                  <a:cubicBezTo>
                    <a:pt x="7423" y="1456"/>
                    <a:pt x="9565" y="1128"/>
                    <a:pt x="9565" y="728"/>
                  </a:cubicBezTo>
                  <a:cubicBezTo>
                    <a:pt x="9565" y="328"/>
                    <a:pt x="7423" y="0"/>
                    <a:pt x="477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5798600" y="3510559"/>
              <a:ext cx="527805" cy="47036"/>
            </a:xfrm>
            <a:custGeom>
              <a:rect b="b" l="l" r="r" t="t"/>
              <a:pathLst>
                <a:path extrusionOk="0" h="678" w="7608">
                  <a:moveTo>
                    <a:pt x="3814" y="1"/>
                  </a:moveTo>
                  <a:cubicBezTo>
                    <a:pt x="1713" y="1"/>
                    <a:pt x="1" y="154"/>
                    <a:pt x="1" y="339"/>
                  </a:cubicBezTo>
                  <a:cubicBezTo>
                    <a:pt x="1" y="523"/>
                    <a:pt x="1713" y="677"/>
                    <a:pt x="3804" y="677"/>
                  </a:cubicBezTo>
                  <a:cubicBezTo>
                    <a:pt x="5906" y="677"/>
                    <a:pt x="7607" y="523"/>
                    <a:pt x="7607" y="339"/>
                  </a:cubicBezTo>
                  <a:cubicBezTo>
                    <a:pt x="7607" y="154"/>
                    <a:pt x="5926" y="1"/>
                    <a:pt x="3814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5798600" y="3510559"/>
              <a:ext cx="527805" cy="30664"/>
            </a:xfrm>
            <a:custGeom>
              <a:rect b="b" l="l" r="r" t="t"/>
              <a:pathLst>
                <a:path extrusionOk="0" h="442" w="7608">
                  <a:moveTo>
                    <a:pt x="3804" y="1"/>
                  </a:moveTo>
                  <a:cubicBezTo>
                    <a:pt x="1713" y="1"/>
                    <a:pt x="1" y="154"/>
                    <a:pt x="1" y="339"/>
                  </a:cubicBezTo>
                  <a:cubicBezTo>
                    <a:pt x="1" y="380"/>
                    <a:pt x="62" y="411"/>
                    <a:pt x="165" y="441"/>
                  </a:cubicBezTo>
                  <a:cubicBezTo>
                    <a:pt x="647" y="298"/>
                    <a:pt x="2092" y="195"/>
                    <a:pt x="3804" y="195"/>
                  </a:cubicBezTo>
                  <a:cubicBezTo>
                    <a:pt x="5526" y="195"/>
                    <a:pt x="6972" y="298"/>
                    <a:pt x="7443" y="441"/>
                  </a:cubicBezTo>
                  <a:cubicBezTo>
                    <a:pt x="7556" y="411"/>
                    <a:pt x="7607" y="380"/>
                    <a:pt x="7607" y="339"/>
                  </a:cubicBezTo>
                  <a:cubicBezTo>
                    <a:pt x="7607" y="154"/>
                    <a:pt x="5906" y="1"/>
                    <a:pt x="380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6503390" y="1343538"/>
              <a:ext cx="634504" cy="551947"/>
            </a:xfrm>
            <a:custGeom>
              <a:rect b="b" l="l" r="r" t="t"/>
              <a:pathLst>
                <a:path extrusionOk="0" h="7956" w="9146">
                  <a:moveTo>
                    <a:pt x="4952" y="1"/>
                  </a:moveTo>
                  <a:lnTo>
                    <a:pt x="636" y="1026"/>
                  </a:lnTo>
                  <a:lnTo>
                    <a:pt x="1" y="2133"/>
                  </a:lnTo>
                  <a:cubicBezTo>
                    <a:pt x="1" y="2133"/>
                    <a:pt x="780" y="2205"/>
                    <a:pt x="1036" y="2543"/>
                  </a:cubicBezTo>
                  <a:cubicBezTo>
                    <a:pt x="1211" y="2758"/>
                    <a:pt x="3661" y="7956"/>
                    <a:pt x="3661" y="7956"/>
                  </a:cubicBezTo>
                  <a:lnTo>
                    <a:pt x="9145" y="6879"/>
                  </a:lnTo>
                  <a:cubicBezTo>
                    <a:pt x="9145" y="6879"/>
                    <a:pt x="7249" y="2502"/>
                    <a:pt x="6388" y="1323"/>
                  </a:cubicBezTo>
                  <a:cubicBezTo>
                    <a:pt x="5526" y="154"/>
                    <a:pt x="4952" y="1"/>
                    <a:pt x="49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6858317" y="1509208"/>
              <a:ext cx="120990" cy="119880"/>
            </a:xfrm>
            <a:custGeom>
              <a:rect b="b" l="l" r="r" t="t"/>
              <a:pathLst>
                <a:path extrusionOk="0" h="1728" w="1744">
                  <a:moveTo>
                    <a:pt x="747" y="1"/>
                  </a:moveTo>
                  <a:cubicBezTo>
                    <a:pt x="718" y="1"/>
                    <a:pt x="688" y="4"/>
                    <a:pt x="656" y="11"/>
                  </a:cubicBezTo>
                  <a:cubicBezTo>
                    <a:pt x="359" y="73"/>
                    <a:pt x="216" y="647"/>
                    <a:pt x="93" y="954"/>
                  </a:cubicBezTo>
                  <a:cubicBezTo>
                    <a:pt x="62" y="1026"/>
                    <a:pt x="31" y="1108"/>
                    <a:pt x="0" y="1190"/>
                  </a:cubicBezTo>
                  <a:lnTo>
                    <a:pt x="113" y="1498"/>
                  </a:lnTo>
                  <a:cubicBezTo>
                    <a:pt x="205" y="1662"/>
                    <a:pt x="421" y="1713"/>
                    <a:pt x="615" y="1723"/>
                  </a:cubicBezTo>
                  <a:cubicBezTo>
                    <a:pt x="655" y="1726"/>
                    <a:pt x="693" y="1727"/>
                    <a:pt x="732" y="1727"/>
                  </a:cubicBezTo>
                  <a:cubicBezTo>
                    <a:pt x="998" y="1727"/>
                    <a:pt x="1255" y="1667"/>
                    <a:pt x="1497" y="1559"/>
                  </a:cubicBezTo>
                  <a:cubicBezTo>
                    <a:pt x="1548" y="1539"/>
                    <a:pt x="1600" y="1508"/>
                    <a:pt x="1641" y="1477"/>
                  </a:cubicBezTo>
                  <a:cubicBezTo>
                    <a:pt x="1723" y="1365"/>
                    <a:pt x="1743" y="1211"/>
                    <a:pt x="1692" y="1088"/>
                  </a:cubicBezTo>
                  <a:cubicBezTo>
                    <a:pt x="1589" y="801"/>
                    <a:pt x="1425" y="544"/>
                    <a:pt x="1220" y="339"/>
                  </a:cubicBezTo>
                  <a:cubicBezTo>
                    <a:pt x="1094" y="186"/>
                    <a:pt x="960" y="1"/>
                    <a:pt x="7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6745928" y="3369727"/>
              <a:ext cx="426101" cy="293109"/>
            </a:xfrm>
            <a:custGeom>
              <a:rect b="b" l="l" r="r" t="t"/>
              <a:pathLst>
                <a:path extrusionOk="0" h="4225" w="6142">
                  <a:moveTo>
                    <a:pt x="1" y="1"/>
                  </a:moveTo>
                  <a:lnTo>
                    <a:pt x="1" y="4224"/>
                  </a:lnTo>
                  <a:lnTo>
                    <a:pt x="6141" y="4224"/>
                  </a:lnTo>
                  <a:lnTo>
                    <a:pt x="6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6745928" y="3369727"/>
              <a:ext cx="426101" cy="120296"/>
            </a:xfrm>
            <a:custGeom>
              <a:rect b="b" l="l" r="r" t="t"/>
              <a:pathLst>
                <a:path extrusionOk="0" h="1734" w="6142">
                  <a:moveTo>
                    <a:pt x="1" y="1"/>
                  </a:moveTo>
                  <a:lnTo>
                    <a:pt x="1" y="1118"/>
                  </a:lnTo>
                  <a:lnTo>
                    <a:pt x="6141" y="1733"/>
                  </a:lnTo>
                  <a:lnTo>
                    <a:pt x="6141" y="1"/>
                  </a:lnTo>
                  <a:close/>
                </a:path>
              </a:pathLst>
            </a:custGeom>
            <a:solidFill>
              <a:srgbClr val="8FC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6462874" y="3658468"/>
              <a:ext cx="978673" cy="98929"/>
            </a:xfrm>
            <a:custGeom>
              <a:rect b="b" l="l" r="r" t="t"/>
              <a:pathLst>
                <a:path extrusionOk="0" h="1426" w="14107">
                  <a:moveTo>
                    <a:pt x="913" y="1"/>
                  </a:moveTo>
                  <a:cubicBezTo>
                    <a:pt x="1" y="42"/>
                    <a:pt x="1" y="1385"/>
                    <a:pt x="913" y="1426"/>
                  </a:cubicBezTo>
                  <a:lnTo>
                    <a:pt x="13389" y="1426"/>
                  </a:lnTo>
                  <a:cubicBezTo>
                    <a:pt x="13779" y="1426"/>
                    <a:pt x="14107" y="1108"/>
                    <a:pt x="14107" y="719"/>
                  </a:cubicBezTo>
                  <a:cubicBezTo>
                    <a:pt x="14107" y="319"/>
                    <a:pt x="13779" y="1"/>
                    <a:pt x="13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5573891" y="1566859"/>
              <a:ext cx="2770907" cy="1865563"/>
            </a:xfrm>
            <a:custGeom>
              <a:rect b="b" l="l" r="r" t="t"/>
              <a:pathLst>
                <a:path extrusionOk="0" h="26891" w="39941">
                  <a:moveTo>
                    <a:pt x="749" y="0"/>
                  </a:moveTo>
                  <a:cubicBezTo>
                    <a:pt x="328" y="0"/>
                    <a:pt x="0" y="339"/>
                    <a:pt x="0" y="749"/>
                  </a:cubicBezTo>
                  <a:lnTo>
                    <a:pt x="0" y="26142"/>
                  </a:lnTo>
                  <a:cubicBezTo>
                    <a:pt x="0" y="26562"/>
                    <a:pt x="328" y="26890"/>
                    <a:pt x="749" y="26890"/>
                  </a:cubicBezTo>
                  <a:lnTo>
                    <a:pt x="39192" y="26890"/>
                  </a:lnTo>
                  <a:cubicBezTo>
                    <a:pt x="39602" y="26890"/>
                    <a:pt x="39940" y="26562"/>
                    <a:pt x="39940" y="26142"/>
                  </a:cubicBezTo>
                  <a:lnTo>
                    <a:pt x="39940" y="749"/>
                  </a:lnTo>
                  <a:cubicBezTo>
                    <a:pt x="39940" y="339"/>
                    <a:pt x="39602" y="0"/>
                    <a:pt x="39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5616557" y="1618752"/>
              <a:ext cx="2684813" cy="1602424"/>
            </a:xfrm>
            <a:custGeom>
              <a:rect b="b" l="l" r="r" t="t"/>
              <a:pathLst>
                <a:path extrusionOk="0" h="23098" w="38700">
                  <a:moveTo>
                    <a:pt x="0" y="1"/>
                  </a:moveTo>
                  <a:lnTo>
                    <a:pt x="0" y="23097"/>
                  </a:lnTo>
                  <a:lnTo>
                    <a:pt x="38700" y="23097"/>
                  </a:lnTo>
                  <a:lnTo>
                    <a:pt x="38700" y="1"/>
                  </a:lnTo>
                  <a:close/>
                </a:path>
              </a:pathLst>
            </a:custGeom>
            <a:solidFill>
              <a:srgbClr val="E1ED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5964339" y="1708385"/>
              <a:ext cx="2160684" cy="1462286"/>
            </a:xfrm>
            <a:custGeom>
              <a:rect b="b" l="l" r="r" t="t"/>
              <a:pathLst>
                <a:path extrusionOk="0" h="21078" w="31145">
                  <a:moveTo>
                    <a:pt x="523" y="0"/>
                  </a:moveTo>
                  <a:cubicBezTo>
                    <a:pt x="226" y="0"/>
                    <a:pt x="0" y="226"/>
                    <a:pt x="0" y="523"/>
                  </a:cubicBezTo>
                  <a:lnTo>
                    <a:pt x="0" y="20555"/>
                  </a:lnTo>
                  <a:cubicBezTo>
                    <a:pt x="0" y="20842"/>
                    <a:pt x="226" y="21077"/>
                    <a:pt x="523" y="21077"/>
                  </a:cubicBezTo>
                  <a:lnTo>
                    <a:pt x="30621" y="21077"/>
                  </a:lnTo>
                  <a:cubicBezTo>
                    <a:pt x="30909" y="21077"/>
                    <a:pt x="31144" y="20842"/>
                    <a:pt x="31144" y="20555"/>
                  </a:cubicBezTo>
                  <a:lnTo>
                    <a:pt x="31144" y="523"/>
                  </a:lnTo>
                  <a:cubicBezTo>
                    <a:pt x="31144" y="226"/>
                    <a:pt x="30909" y="0"/>
                    <a:pt x="30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5964339" y="1703390"/>
              <a:ext cx="2160684" cy="106074"/>
            </a:xfrm>
            <a:custGeom>
              <a:rect b="b" l="l" r="r" t="t"/>
              <a:pathLst>
                <a:path extrusionOk="0" h="1529" w="31145">
                  <a:moveTo>
                    <a:pt x="30396" y="1"/>
                  </a:moveTo>
                  <a:lnTo>
                    <a:pt x="749" y="62"/>
                  </a:lnTo>
                  <a:cubicBezTo>
                    <a:pt x="328" y="62"/>
                    <a:pt x="0" y="401"/>
                    <a:pt x="0" y="821"/>
                  </a:cubicBezTo>
                  <a:lnTo>
                    <a:pt x="0" y="1528"/>
                  </a:lnTo>
                  <a:lnTo>
                    <a:pt x="31144" y="1467"/>
                  </a:lnTo>
                  <a:lnTo>
                    <a:pt x="31144" y="749"/>
                  </a:lnTo>
                  <a:cubicBezTo>
                    <a:pt x="31144" y="339"/>
                    <a:pt x="30806" y="1"/>
                    <a:pt x="303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6041832" y="1751745"/>
              <a:ext cx="42041" cy="35381"/>
            </a:xfrm>
            <a:custGeom>
              <a:rect b="b" l="l" r="r" t="t"/>
              <a:pathLst>
                <a:path extrusionOk="0" h="510" w="606">
                  <a:moveTo>
                    <a:pt x="349" y="1"/>
                  </a:moveTo>
                  <a:cubicBezTo>
                    <a:pt x="124" y="1"/>
                    <a:pt x="1" y="278"/>
                    <a:pt x="165" y="431"/>
                  </a:cubicBezTo>
                  <a:cubicBezTo>
                    <a:pt x="219" y="485"/>
                    <a:pt x="285" y="509"/>
                    <a:pt x="349" y="509"/>
                  </a:cubicBezTo>
                  <a:cubicBezTo>
                    <a:pt x="481" y="509"/>
                    <a:pt x="606" y="409"/>
                    <a:pt x="606" y="257"/>
                  </a:cubicBezTo>
                  <a:cubicBezTo>
                    <a:pt x="606" y="114"/>
                    <a:pt x="493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6115787" y="1751745"/>
              <a:ext cx="42041" cy="35381"/>
            </a:xfrm>
            <a:custGeom>
              <a:rect b="b" l="l" r="r" t="t"/>
              <a:pathLst>
                <a:path extrusionOk="0" h="510" w="606">
                  <a:moveTo>
                    <a:pt x="349" y="1"/>
                  </a:moveTo>
                  <a:cubicBezTo>
                    <a:pt x="124" y="1"/>
                    <a:pt x="1" y="278"/>
                    <a:pt x="165" y="431"/>
                  </a:cubicBezTo>
                  <a:cubicBezTo>
                    <a:pt x="219" y="485"/>
                    <a:pt x="285" y="509"/>
                    <a:pt x="349" y="509"/>
                  </a:cubicBezTo>
                  <a:cubicBezTo>
                    <a:pt x="481" y="509"/>
                    <a:pt x="606" y="409"/>
                    <a:pt x="606" y="257"/>
                  </a:cubicBezTo>
                  <a:cubicBezTo>
                    <a:pt x="606" y="114"/>
                    <a:pt x="493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6190504" y="1751051"/>
              <a:ext cx="42041" cy="36006"/>
            </a:xfrm>
            <a:custGeom>
              <a:rect b="b" l="l" r="r" t="t"/>
              <a:pathLst>
                <a:path extrusionOk="0" h="519" w="606">
                  <a:moveTo>
                    <a:pt x="349" y="1"/>
                  </a:moveTo>
                  <a:cubicBezTo>
                    <a:pt x="113" y="1"/>
                    <a:pt x="0" y="277"/>
                    <a:pt x="164" y="441"/>
                  </a:cubicBezTo>
                  <a:cubicBezTo>
                    <a:pt x="218" y="495"/>
                    <a:pt x="283" y="519"/>
                    <a:pt x="347" y="519"/>
                  </a:cubicBezTo>
                  <a:cubicBezTo>
                    <a:pt x="479" y="519"/>
                    <a:pt x="605" y="416"/>
                    <a:pt x="605" y="257"/>
                  </a:cubicBezTo>
                  <a:cubicBezTo>
                    <a:pt x="605" y="124"/>
                    <a:pt x="482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5792217" y="1684936"/>
              <a:ext cx="2160684" cy="1462980"/>
            </a:xfrm>
            <a:custGeom>
              <a:rect b="b" l="l" r="r" t="t"/>
              <a:pathLst>
                <a:path extrusionOk="0" h="21088" w="31145">
                  <a:moveTo>
                    <a:pt x="523" y="0"/>
                  </a:moveTo>
                  <a:cubicBezTo>
                    <a:pt x="226" y="0"/>
                    <a:pt x="0" y="236"/>
                    <a:pt x="0" y="523"/>
                  </a:cubicBezTo>
                  <a:lnTo>
                    <a:pt x="0" y="20565"/>
                  </a:lnTo>
                  <a:cubicBezTo>
                    <a:pt x="0" y="20852"/>
                    <a:pt x="226" y="21087"/>
                    <a:pt x="523" y="21087"/>
                  </a:cubicBezTo>
                  <a:lnTo>
                    <a:pt x="30622" y="21087"/>
                  </a:lnTo>
                  <a:cubicBezTo>
                    <a:pt x="30909" y="21087"/>
                    <a:pt x="31144" y="20852"/>
                    <a:pt x="31144" y="20565"/>
                  </a:cubicBezTo>
                  <a:lnTo>
                    <a:pt x="31144" y="523"/>
                  </a:lnTo>
                  <a:cubicBezTo>
                    <a:pt x="31144" y="236"/>
                    <a:pt x="30909" y="0"/>
                    <a:pt x="306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5746013" y="1653648"/>
              <a:ext cx="2161378" cy="1462286"/>
            </a:xfrm>
            <a:custGeom>
              <a:rect b="b" l="l" r="r" t="t"/>
              <a:pathLst>
                <a:path extrusionOk="0" h="21078" w="31155">
                  <a:moveTo>
                    <a:pt x="533" y="0"/>
                  </a:moveTo>
                  <a:cubicBezTo>
                    <a:pt x="236" y="0"/>
                    <a:pt x="0" y="236"/>
                    <a:pt x="0" y="523"/>
                  </a:cubicBezTo>
                  <a:lnTo>
                    <a:pt x="0" y="20554"/>
                  </a:lnTo>
                  <a:cubicBezTo>
                    <a:pt x="0" y="20852"/>
                    <a:pt x="236" y="21077"/>
                    <a:pt x="533" y="21077"/>
                  </a:cubicBezTo>
                  <a:lnTo>
                    <a:pt x="30632" y="21077"/>
                  </a:lnTo>
                  <a:cubicBezTo>
                    <a:pt x="30919" y="21077"/>
                    <a:pt x="31154" y="20852"/>
                    <a:pt x="31154" y="20554"/>
                  </a:cubicBezTo>
                  <a:lnTo>
                    <a:pt x="31154" y="523"/>
                  </a:lnTo>
                  <a:cubicBezTo>
                    <a:pt x="31154" y="236"/>
                    <a:pt x="30919" y="0"/>
                    <a:pt x="306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5746013" y="1649347"/>
              <a:ext cx="2161378" cy="106074"/>
            </a:xfrm>
            <a:custGeom>
              <a:rect b="b" l="l" r="r" t="t"/>
              <a:pathLst>
                <a:path extrusionOk="0" h="1529" w="31155">
                  <a:moveTo>
                    <a:pt x="30406" y="1"/>
                  </a:moveTo>
                  <a:lnTo>
                    <a:pt x="759" y="62"/>
                  </a:lnTo>
                  <a:cubicBezTo>
                    <a:pt x="338" y="62"/>
                    <a:pt x="0" y="400"/>
                    <a:pt x="10" y="810"/>
                  </a:cubicBezTo>
                  <a:lnTo>
                    <a:pt x="10" y="1528"/>
                  </a:lnTo>
                  <a:lnTo>
                    <a:pt x="31154" y="1456"/>
                  </a:lnTo>
                  <a:lnTo>
                    <a:pt x="31154" y="749"/>
                  </a:lnTo>
                  <a:cubicBezTo>
                    <a:pt x="31154" y="339"/>
                    <a:pt x="30816" y="1"/>
                    <a:pt x="3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5824200" y="1697008"/>
              <a:ext cx="42041" cy="35589"/>
            </a:xfrm>
            <a:custGeom>
              <a:rect b="b" l="l" r="r" t="t"/>
              <a:pathLst>
                <a:path extrusionOk="0" h="513" w="606">
                  <a:moveTo>
                    <a:pt x="349" y="0"/>
                  </a:moveTo>
                  <a:cubicBezTo>
                    <a:pt x="114" y="0"/>
                    <a:pt x="1" y="277"/>
                    <a:pt x="165" y="441"/>
                  </a:cubicBezTo>
                  <a:cubicBezTo>
                    <a:pt x="217" y="490"/>
                    <a:pt x="280" y="512"/>
                    <a:pt x="343" y="512"/>
                  </a:cubicBezTo>
                  <a:cubicBezTo>
                    <a:pt x="477" y="512"/>
                    <a:pt x="606" y="411"/>
                    <a:pt x="606" y="257"/>
                  </a:cubicBezTo>
                  <a:cubicBezTo>
                    <a:pt x="606" y="113"/>
                    <a:pt x="48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5902802" y="1699297"/>
              <a:ext cx="39197" cy="31011"/>
            </a:xfrm>
            <a:custGeom>
              <a:rect b="b" l="l" r="r" t="t"/>
              <a:pathLst>
                <a:path extrusionOk="0" h="447" w="565">
                  <a:moveTo>
                    <a:pt x="282" y="1"/>
                  </a:moveTo>
                  <a:cubicBezTo>
                    <a:pt x="141" y="1"/>
                    <a:pt x="1" y="75"/>
                    <a:pt x="26" y="224"/>
                  </a:cubicBezTo>
                  <a:cubicBezTo>
                    <a:pt x="1" y="372"/>
                    <a:pt x="141" y="447"/>
                    <a:pt x="282" y="447"/>
                  </a:cubicBezTo>
                  <a:cubicBezTo>
                    <a:pt x="423" y="447"/>
                    <a:pt x="564" y="372"/>
                    <a:pt x="539" y="224"/>
                  </a:cubicBezTo>
                  <a:cubicBezTo>
                    <a:pt x="564" y="75"/>
                    <a:pt x="423" y="1"/>
                    <a:pt x="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5972178" y="1697008"/>
              <a:ext cx="41972" cy="35589"/>
            </a:xfrm>
            <a:custGeom>
              <a:rect b="b" l="l" r="r" t="t"/>
              <a:pathLst>
                <a:path extrusionOk="0" h="513" w="605">
                  <a:moveTo>
                    <a:pt x="349" y="0"/>
                  </a:moveTo>
                  <a:cubicBezTo>
                    <a:pt x="113" y="0"/>
                    <a:pt x="0" y="277"/>
                    <a:pt x="164" y="441"/>
                  </a:cubicBezTo>
                  <a:cubicBezTo>
                    <a:pt x="216" y="490"/>
                    <a:pt x="280" y="512"/>
                    <a:pt x="342" y="512"/>
                  </a:cubicBezTo>
                  <a:cubicBezTo>
                    <a:pt x="476" y="512"/>
                    <a:pt x="605" y="411"/>
                    <a:pt x="605" y="257"/>
                  </a:cubicBezTo>
                  <a:cubicBezTo>
                    <a:pt x="605" y="113"/>
                    <a:pt x="482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5896767" y="1881894"/>
              <a:ext cx="1913917" cy="1172160"/>
            </a:xfrm>
            <a:custGeom>
              <a:rect b="b" l="l" r="r" t="t"/>
              <a:pathLst>
                <a:path extrusionOk="0" h="16896" w="27588">
                  <a:moveTo>
                    <a:pt x="421" y="1"/>
                  </a:moveTo>
                  <a:cubicBezTo>
                    <a:pt x="185" y="1"/>
                    <a:pt x="0" y="196"/>
                    <a:pt x="0" y="431"/>
                  </a:cubicBezTo>
                  <a:lnTo>
                    <a:pt x="0" y="16475"/>
                  </a:lnTo>
                  <a:cubicBezTo>
                    <a:pt x="0" y="16711"/>
                    <a:pt x="185" y="16895"/>
                    <a:pt x="421" y="16895"/>
                  </a:cubicBezTo>
                  <a:lnTo>
                    <a:pt x="27167" y="16895"/>
                  </a:lnTo>
                  <a:cubicBezTo>
                    <a:pt x="27392" y="16895"/>
                    <a:pt x="27587" y="16711"/>
                    <a:pt x="27587" y="16475"/>
                  </a:cubicBezTo>
                  <a:lnTo>
                    <a:pt x="27587" y="431"/>
                  </a:lnTo>
                  <a:cubicBezTo>
                    <a:pt x="27587" y="196"/>
                    <a:pt x="27392" y="1"/>
                    <a:pt x="27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5840572" y="1807246"/>
              <a:ext cx="1913918" cy="1171397"/>
            </a:xfrm>
            <a:custGeom>
              <a:rect b="b" l="l" r="r" t="t"/>
              <a:pathLst>
                <a:path extrusionOk="0" h="16885" w="27588">
                  <a:moveTo>
                    <a:pt x="421" y="0"/>
                  </a:moveTo>
                  <a:cubicBezTo>
                    <a:pt x="185" y="0"/>
                    <a:pt x="1" y="185"/>
                    <a:pt x="1" y="421"/>
                  </a:cubicBezTo>
                  <a:lnTo>
                    <a:pt x="1" y="16464"/>
                  </a:lnTo>
                  <a:cubicBezTo>
                    <a:pt x="1" y="16700"/>
                    <a:pt x="185" y="16885"/>
                    <a:pt x="421" y="16885"/>
                  </a:cubicBezTo>
                  <a:lnTo>
                    <a:pt x="27167" y="16885"/>
                  </a:lnTo>
                  <a:cubicBezTo>
                    <a:pt x="27392" y="16885"/>
                    <a:pt x="27587" y="16700"/>
                    <a:pt x="27587" y="16464"/>
                  </a:cubicBezTo>
                  <a:lnTo>
                    <a:pt x="27587" y="421"/>
                  </a:lnTo>
                  <a:cubicBezTo>
                    <a:pt x="27587" y="185"/>
                    <a:pt x="27392" y="0"/>
                    <a:pt x="27167" y="0"/>
                  </a:cubicBezTo>
                  <a:close/>
                </a:path>
              </a:pathLst>
            </a:custGeom>
            <a:solidFill>
              <a:srgbClr val="E2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5962188" y="2226137"/>
              <a:ext cx="1696982" cy="666486"/>
            </a:xfrm>
            <a:custGeom>
              <a:rect b="b" l="l" r="r" t="t"/>
              <a:pathLst>
                <a:path extrusionOk="0" h="9607" w="24461">
                  <a:moveTo>
                    <a:pt x="20975" y="1"/>
                  </a:moveTo>
                  <a:cubicBezTo>
                    <a:pt x="19448" y="1"/>
                    <a:pt x="17582" y="5916"/>
                    <a:pt x="16024" y="5916"/>
                  </a:cubicBezTo>
                  <a:cubicBezTo>
                    <a:pt x="14455" y="5916"/>
                    <a:pt x="14086" y="513"/>
                    <a:pt x="12118" y="513"/>
                  </a:cubicBezTo>
                  <a:cubicBezTo>
                    <a:pt x="10149" y="513"/>
                    <a:pt x="7453" y="7833"/>
                    <a:pt x="4583" y="7833"/>
                  </a:cubicBezTo>
                  <a:cubicBezTo>
                    <a:pt x="1713" y="7833"/>
                    <a:pt x="810" y="2574"/>
                    <a:pt x="1" y="2574"/>
                  </a:cubicBezTo>
                  <a:lnTo>
                    <a:pt x="1" y="9606"/>
                  </a:lnTo>
                  <a:lnTo>
                    <a:pt x="24461" y="9606"/>
                  </a:lnTo>
                  <a:lnTo>
                    <a:pt x="24461" y="4357"/>
                  </a:lnTo>
                  <a:cubicBezTo>
                    <a:pt x="24461" y="4357"/>
                    <a:pt x="22492" y="1"/>
                    <a:pt x="20975" y="1"/>
                  </a:cubicBez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7334791" y="1913183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7334791" y="1946622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7334791" y="1980061"/>
              <a:ext cx="246906" cy="18592"/>
            </a:xfrm>
            <a:custGeom>
              <a:rect b="b" l="l" r="r" t="t"/>
              <a:pathLst>
                <a:path extrusionOk="0" h="268" w="3559">
                  <a:moveTo>
                    <a:pt x="1" y="1"/>
                  </a:moveTo>
                  <a:lnTo>
                    <a:pt x="1" y="267"/>
                  </a:lnTo>
                  <a:lnTo>
                    <a:pt x="3558" y="267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7175504" y="1913183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7175504" y="1946622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7175504" y="1980061"/>
              <a:ext cx="111763" cy="18592"/>
            </a:xfrm>
            <a:custGeom>
              <a:rect b="b" l="l" r="r" t="t"/>
              <a:pathLst>
                <a:path extrusionOk="0" h="268" w="1611">
                  <a:moveTo>
                    <a:pt x="1" y="1"/>
                  </a:moveTo>
                  <a:lnTo>
                    <a:pt x="1" y="267"/>
                  </a:lnTo>
                  <a:lnTo>
                    <a:pt x="1610" y="267"/>
                  </a:lnTo>
                  <a:lnTo>
                    <a:pt x="1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5968571" y="2040487"/>
              <a:ext cx="1677071" cy="645118"/>
            </a:xfrm>
            <a:custGeom>
              <a:rect b="b" l="l" r="r" t="t"/>
              <a:pathLst>
                <a:path extrusionOk="0" fill="none" h="9299" w="24174">
                  <a:moveTo>
                    <a:pt x="1" y="4091"/>
                  </a:moveTo>
                  <a:cubicBezTo>
                    <a:pt x="995" y="4501"/>
                    <a:pt x="1928" y="9299"/>
                    <a:pt x="4552" y="9299"/>
                  </a:cubicBezTo>
                  <a:cubicBezTo>
                    <a:pt x="7187" y="9299"/>
                    <a:pt x="9893" y="1477"/>
                    <a:pt x="11698" y="1477"/>
                  </a:cubicBezTo>
                  <a:cubicBezTo>
                    <a:pt x="13512" y="1477"/>
                    <a:pt x="15276" y="7741"/>
                    <a:pt x="17203" y="7741"/>
                  </a:cubicBezTo>
                  <a:cubicBezTo>
                    <a:pt x="19130" y="7741"/>
                    <a:pt x="24174" y="1"/>
                    <a:pt x="24174" y="1"/>
                  </a:cubicBezTo>
                </a:path>
              </a:pathLst>
            </a:custGeom>
            <a:noFill/>
            <a:ln cap="flat" cmpd="sng" w="6150">
              <a:solidFill>
                <a:srgbClr val="8FCEF9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5962188" y="1938088"/>
              <a:ext cx="1713354" cy="955224"/>
            </a:xfrm>
            <a:custGeom>
              <a:rect b="b" l="l" r="r" t="t"/>
              <a:pathLst>
                <a:path extrusionOk="0" fill="none" h="13769" w="24697">
                  <a:moveTo>
                    <a:pt x="24696" y="13768"/>
                  </a:moveTo>
                  <a:lnTo>
                    <a:pt x="1" y="13768"/>
                  </a:lnTo>
                  <a:lnTo>
                    <a:pt x="1" y="1"/>
                  </a:lnTo>
                </a:path>
              </a:pathLst>
            </a:custGeom>
            <a:noFill/>
            <a:ln cap="flat" cmpd="sng" w="6150">
              <a:solidFill>
                <a:srgbClr val="8FCEF9"/>
              </a:solidFill>
              <a:prstDash val="solid"/>
              <a:miter lim="1025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5962188" y="2055472"/>
              <a:ext cx="1697676" cy="837148"/>
            </a:xfrm>
            <a:custGeom>
              <a:rect b="b" l="l" r="r" t="t"/>
              <a:pathLst>
                <a:path extrusionOk="0" h="12067" w="24471">
                  <a:moveTo>
                    <a:pt x="10273" y="0"/>
                  </a:moveTo>
                  <a:cubicBezTo>
                    <a:pt x="9268" y="0"/>
                    <a:pt x="8089" y="5608"/>
                    <a:pt x="7023" y="5608"/>
                  </a:cubicBezTo>
                  <a:cubicBezTo>
                    <a:pt x="5967" y="5608"/>
                    <a:pt x="5926" y="2840"/>
                    <a:pt x="4665" y="2840"/>
                  </a:cubicBezTo>
                  <a:cubicBezTo>
                    <a:pt x="3096" y="2840"/>
                    <a:pt x="1" y="8150"/>
                    <a:pt x="1" y="8150"/>
                  </a:cubicBezTo>
                  <a:lnTo>
                    <a:pt x="1" y="12066"/>
                  </a:lnTo>
                  <a:lnTo>
                    <a:pt x="24471" y="12066"/>
                  </a:lnTo>
                  <a:lnTo>
                    <a:pt x="24471" y="5505"/>
                  </a:lnTo>
                  <a:cubicBezTo>
                    <a:pt x="24471" y="5505"/>
                    <a:pt x="23333" y="1005"/>
                    <a:pt x="22318" y="1005"/>
                  </a:cubicBezTo>
                  <a:cubicBezTo>
                    <a:pt x="21303" y="1005"/>
                    <a:pt x="19499" y="8376"/>
                    <a:pt x="17684" y="8376"/>
                  </a:cubicBezTo>
                  <a:cubicBezTo>
                    <a:pt x="16751" y="8376"/>
                    <a:pt x="15839" y="2266"/>
                    <a:pt x="14968" y="2266"/>
                  </a:cubicBezTo>
                  <a:cubicBezTo>
                    <a:pt x="14096" y="2266"/>
                    <a:pt x="13789" y="6664"/>
                    <a:pt x="12415" y="6664"/>
                  </a:cubicBezTo>
                  <a:cubicBezTo>
                    <a:pt x="11041" y="6664"/>
                    <a:pt x="11267" y="0"/>
                    <a:pt x="10273" y="0"/>
                  </a:cubicBez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5950325" y="2308555"/>
              <a:ext cx="33924" cy="27334"/>
            </a:xfrm>
            <a:custGeom>
              <a:rect b="b" l="l" r="r" t="t"/>
              <a:pathLst>
                <a:path extrusionOk="0" h="394" w="489">
                  <a:moveTo>
                    <a:pt x="283" y="1"/>
                  </a:moveTo>
                  <a:cubicBezTo>
                    <a:pt x="277" y="1"/>
                    <a:pt x="270" y="1"/>
                    <a:pt x="264" y="2"/>
                  </a:cubicBezTo>
                  <a:cubicBezTo>
                    <a:pt x="260" y="2"/>
                    <a:pt x="256" y="1"/>
                    <a:pt x="252" y="1"/>
                  </a:cubicBezTo>
                  <a:cubicBezTo>
                    <a:pt x="76" y="1"/>
                    <a:pt x="0" y="230"/>
                    <a:pt x="141" y="350"/>
                  </a:cubicBezTo>
                  <a:cubicBezTo>
                    <a:pt x="179" y="380"/>
                    <a:pt x="222" y="393"/>
                    <a:pt x="264" y="393"/>
                  </a:cubicBezTo>
                  <a:cubicBezTo>
                    <a:pt x="380" y="393"/>
                    <a:pt x="489" y="291"/>
                    <a:pt x="459" y="155"/>
                  </a:cubicBezTo>
                  <a:cubicBezTo>
                    <a:pt x="449" y="69"/>
                    <a:pt x="377" y="1"/>
                    <a:pt x="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6119394" y="2589527"/>
              <a:ext cx="34132" cy="27611"/>
            </a:xfrm>
            <a:custGeom>
              <a:rect b="b" l="l" r="r" t="t"/>
              <a:pathLst>
                <a:path extrusionOk="0" h="398" w="492">
                  <a:moveTo>
                    <a:pt x="286" y="0"/>
                  </a:moveTo>
                  <a:cubicBezTo>
                    <a:pt x="280" y="0"/>
                    <a:pt x="273" y="0"/>
                    <a:pt x="267" y="1"/>
                  </a:cubicBezTo>
                  <a:cubicBezTo>
                    <a:pt x="82" y="1"/>
                    <a:pt x="0" y="237"/>
                    <a:pt x="144" y="350"/>
                  </a:cubicBezTo>
                  <a:cubicBezTo>
                    <a:pt x="182" y="383"/>
                    <a:pt x="227" y="397"/>
                    <a:pt x="269" y="397"/>
                  </a:cubicBezTo>
                  <a:cubicBezTo>
                    <a:pt x="385" y="397"/>
                    <a:pt x="491" y="292"/>
                    <a:pt x="461" y="165"/>
                  </a:cubicBezTo>
                  <a:cubicBezTo>
                    <a:pt x="452" y="69"/>
                    <a:pt x="379" y="0"/>
                    <a:pt x="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6763688" y="2132202"/>
              <a:ext cx="33647" cy="27334"/>
            </a:xfrm>
            <a:custGeom>
              <a:rect b="b" l="l" r="r" t="t"/>
              <a:pathLst>
                <a:path extrusionOk="0" h="394" w="485">
                  <a:moveTo>
                    <a:pt x="285" y="0"/>
                  </a:moveTo>
                  <a:cubicBezTo>
                    <a:pt x="279" y="0"/>
                    <a:pt x="273" y="1"/>
                    <a:pt x="267" y="1"/>
                  </a:cubicBezTo>
                  <a:cubicBezTo>
                    <a:pt x="83" y="1"/>
                    <a:pt x="1" y="227"/>
                    <a:pt x="144" y="350"/>
                  </a:cubicBezTo>
                  <a:cubicBezTo>
                    <a:pt x="180" y="380"/>
                    <a:pt x="221" y="393"/>
                    <a:pt x="262" y="393"/>
                  </a:cubicBezTo>
                  <a:cubicBezTo>
                    <a:pt x="375" y="393"/>
                    <a:pt x="485" y="291"/>
                    <a:pt x="462" y="155"/>
                  </a:cubicBezTo>
                  <a:cubicBezTo>
                    <a:pt x="453" y="69"/>
                    <a:pt x="371" y="0"/>
                    <a:pt x="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6595174" y="2310706"/>
              <a:ext cx="34202" cy="27195"/>
            </a:xfrm>
            <a:custGeom>
              <a:rect b="b" l="l" r="r" t="t"/>
              <a:pathLst>
                <a:path extrusionOk="0" h="392" w="493">
                  <a:moveTo>
                    <a:pt x="287" y="0"/>
                  </a:moveTo>
                  <a:cubicBezTo>
                    <a:pt x="280" y="0"/>
                    <a:pt x="274" y="1"/>
                    <a:pt x="267" y="1"/>
                  </a:cubicBezTo>
                  <a:cubicBezTo>
                    <a:pt x="82" y="1"/>
                    <a:pt x="0" y="237"/>
                    <a:pt x="144" y="350"/>
                  </a:cubicBezTo>
                  <a:cubicBezTo>
                    <a:pt x="181" y="379"/>
                    <a:pt x="222" y="392"/>
                    <a:pt x="263" y="392"/>
                  </a:cubicBezTo>
                  <a:cubicBezTo>
                    <a:pt x="381" y="392"/>
                    <a:pt x="492" y="285"/>
                    <a:pt x="462" y="155"/>
                  </a:cubicBezTo>
                  <a:cubicBezTo>
                    <a:pt x="452" y="60"/>
                    <a:pt x="372" y="0"/>
                    <a:pt x="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7455019" y="2273035"/>
              <a:ext cx="34341" cy="27264"/>
            </a:xfrm>
            <a:custGeom>
              <a:rect b="b" l="l" r="r" t="t"/>
              <a:pathLst>
                <a:path extrusionOk="0" h="393" w="495">
                  <a:moveTo>
                    <a:pt x="295" y="0"/>
                  </a:moveTo>
                  <a:cubicBezTo>
                    <a:pt x="289" y="0"/>
                    <a:pt x="283" y="0"/>
                    <a:pt x="277" y="1"/>
                  </a:cubicBezTo>
                  <a:cubicBezTo>
                    <a:pt x="82" y="1"/>
                    <a:pt x="0" y="227"/>
                    <a:pt x="144" y="350"/>
                  </a:cubicBezTo>
                  <a:cubicBezTo>
                    <a:pt x="185" y="380"/>
                    <a:pt x="229" y="393"/>
                    <a:pt x="272" y="393"/>
                  </a:cubicBezTo>
                  <a:cubicBezTo>
                    <a:pt x="390" y="393"/>
                    <a:pt x="495" y="291"/>
                    <a:pt x="472" y="155"/>
                  </a:cubicBezTo>
                  <a:cubicBezTo>
                    <a:pt x="462" y="69"/>
                    <a:pt x="381" y="0"/>
                    <a:pt x="2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7627141" y="2029040"/>
              <a:ext cx="34341" cy="27334"/>
            </a:xfrm>
            <a:custGeom>
              <a:rect b="b" l="l" r="r" t="t"/>
              <a:pathLst>
                <a:path extrusionOk="0" h="394" w="495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82" y="2"/>
                    <a:pt x="0" y="238"/>
                    <a:pt x="144" y="350"/>
                  </a:cubicBezTo>
                  <a:cubicBezTo>
                    <a:pt x="182" y="381"/>
                    <a:pt x="226" y="394"/>
                    <a:pt x="268" y="394"/>
                  </a:cubicBezTo>
                  <a:cubicBezTo>
                    <a:pt x="385" y="394"/>
                    <a:pt x="494" y="294"/>
                    <a:pt x="472" y="166"/>
                  </a:cubicBezTo>
                  <a:cubicBezTo>
                    <a:pt x="462" y="70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7148516" y="2564690"/>
              <a:ext cx="27056" cy="22131"/>
            </a:xfrm>
            <a:custGeom>
              <a:rect b="b" l="l" r="r" t="t"/>
              <a:pathLst>
                <a:path extrusionOk="0" h="319" w="390">
                  <a:moveTo>
                    <a:pt x="195" y="0"/>
                  </a:moveTo>
                  <a:cubicBezTo>
                    <a:pt x="82" y="0"/>
                    <a:pt x="0" y="72"/>
                    <a:pt x="0" y="164"/>
                  </a:cubicBezTo>
                  <a:cubicBezTo>
                    <a:pt x="0" y="246"/>
                    <a:pt x="82" y="318"/>
                    <a:pt x="195" y="318"/>
                  </a:cubicBezTo>
                  <a:cubicBezTo>
                    <a:pt x="297" y="318"/>
                    <a:pt x="390" y="246"/>
                    <a:pt x="390" y="164"/>
                  </a:cubicBezTo>
                  <a:cubicBezTo>
                    <a:pt x="390" y="72"/>
                    <a:pt x="297" y="0"/>
                    <a:pt x="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6473558" y="2495592"/>
              <a:ext cx="34826" cy="27750"/>
            </a:xfrm>
            <a:custGeom>
              <a:rect b="b" l="l" r="r" t="t"/>
              <a:pathLst>
                <a:path extrusionOk="0" h="400" w="502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93" y="2"/>
                    <a:pt x="0" y="238"/>
                    <a:pt x="154" y="350"/>
                  </a:cubicBezTo>
                  <a:cubicBezTo>
                    <a:pt x="194" y="385"/>
                    <a:pt x="240" y="400"/>
                    <a:pt x="284" y="400"/>
                  </a:cubicBezTo>
                  <a:cubicBezTo>
                    <a:pt x="398" y="400"/>
                    <a:pt x="501" y="299"/>
                    <a:pt x="472" y="166"/>
                  </a:cubicBezTo>
                  <a:cubicBezTo>
                    <a:pt x="462" y="70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6994849" y="2430171"/>
              <a:ext cx="34341" cy="27611"/>
            </a:xfrm>
            <a:custGeom>
              <a:rect b="b" l="l" r="r" t="t"/>
              <a:pathLst>
                <a:path extrusionOk="0" h="398" w="495">
                  <a:moveTo>
                    <a:pt x="295" y="1"/>
                  </a:moveTo>
                  <a:cubicBezTo>
                    <a:pt x="289" y="1"/>
                    <a:pt x="283" y="1"/>
                    <a:pt x="277" y="2"/>
                  </a:cubicBezTo>
                  <a:cubicBezTo>
                    <a:pt x="93" y="2"/>
                    <a:pt x="1" y="227"/>
                    <a:pt x="144" y="350"/>
                  </a:cubicBezTo>
                  <a:cubicBezTo>
                    <a:pt x="183" y="383"/>
                    <a:pt x="227" y="398"/>
                    <a:pt x="269" y="398"/>
                  </a:cubicBezTo>
                  <a:cubicBezTo>
                    <a:pt x="386" y="398"/>
                    <a:pt x="495" y="290"/>
                    <a:pt x="472" y="155"/>
                  </a:cubicBezTo>
                  <a:cubicBezTo>
                    <a:pt x="463" y="69"/>
                    <a:pt x="38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6104409" y="2292252"/>
              <a:ext cx="74023" cy="182872"/>
            </a:xfrm>
            <a:custGeom>
              <a:rect b="b" l="l" r="r" t="t"/>
              <a:pathLst>
                <a:path extrusionOk="0" h="2636" w="1067">
                  <a:moveTo>
                    <a:pt x="1" y="1"/>
                  </a:moveTo>
                  <a:lnTo>
                    <a:pt x="1" y="2636"/>
                  </a:lnTo>
                  <a:lnTo>
                    <a:pt x="1067" y="2636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6135697" y="2233282"/>
              <a:ext cx="12210" cy="300879"/>
            </a:xfrm>
            <a:custGeom>
              <a:rect b="b" l="l" r="r" t="t"/>
              <a:pathLst>
                <a:path extrusionOk="0" h="4337" w="176">
                  <a:moveTo>
                    <a:pt x="1" y="0"/>
                  </a:moveTo>
                  <a:lnTo>
                    <a:pt x="1" y="4336"/>
                  </a:lnTo>
                  <a:lnTo>
                    <a:pt x="175" y="4336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6257313" y="2411023"/>
              <a:ext cx="74093" cy="182179"/>
            </a:xfrm>
            <a:custGeom>
              <a:rect b="b" l="l" r="r" t="t"/>
              <a:pathLst>
                <a:path extrusionOk="0" h="2626" w="1068">
                  <a:moveTo>
                    <a:pt x="1" y="1"/>
                  </a:moveTo>
                  <a:lnTo>
                    <a:pt x="1" y="2625"/>
                  </a:lnTo>
                  <a:lnTo>
                    <a:pt x="1067" y="2625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6287908" y="2351290"/>
              <a:ext cx="12141" cy="300949"/>
            </a:xfrm>
            <a:custGeom>
              <a:rect b="b" l="l" r="r" t="t"/>
              <a:pathLst>
                <a:path extrusionOk="0" h="4338" w="175">
                  <a:moveTo>
                    <a:pt x="1" y="1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6446502" y="2231132"/>
              <a:ext cx="74023" cy="182803"/>
            </a:xfrm>
            <a:custGeom>
              <a:rect b="b" l="l" r="r" t="t"/>
              <a:pathLst>
                <a:path extrusionOk="0" h="2635" w="1067">
                  <a:moveTo>
                    <a:pt x="1" y="0"/>
                  </a:moveTo>
                  <a:lnTo>
                    <a:pt x="1" y="2635"/>
                  </a:lnTo>
                  <a:lnTo>
                    <a:pt x="1067" y="2635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6477790" y="2172093"/>
              <a:ext cx="12210" cy="300879"/>
            </a:xfrm>
            <a:custGeom>
              <a:rect b="b" l="l" r="r" t="t"/>
              <a:pathLst>
                <a:path extrusionOk="0" h="4337" w="176">
                  <a:moveTo>
                    <a:pt x="1" y="0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6570962" y="2050477"/>
              <a:ext cx="74023" cy="182872"/>
            </a:xfrm>
            <a:custGeom>
              <a:rect b="b" l="l" r="r" t="t"/>
              <a:pathLst>
                <a:path extrusionOk="0" h="2636" w="1067">
                  <a:moveTo>
                    <a:pt x="1" y="0"/>
                  </a:moveTo>
                  <a:lnTo>
                    <a:pt x="1" y="2635"/>
                  </a:lnTo>
                  <a:lnTo>
                    <a:pt x="1067" y="2635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6601557" y="1991438"/>
              <a:ext cx="12141" cy="300879"/>
            </a:xfrm>
            <a:custGeom>
              <a:rect b="b" l="l" r="r" t="t"/>
              <a:pathLst>
                <a:path extrusionOk="0" h="4337" w="175">
                  <a:moveTo>
                    <a:pt x="1" y="1"/>
                  </a:moveTo>
                  <a:lnTo>
                    <a:pt x="1" y="4337"/>
                  </a:lnTo>
                  <a:lnTo>
                    <a:pt x="175" y="4337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6746622" y="1884739"/>
              <a:ext cx="71942" cy="176490"/>
            </a:xfrm>
            <a:custGeom>
              <a:rect b="b" l="l" r="r" t="t"/>
              <a:pathLst>
                <a:path extrusionOk="0" h="2544" w="1037">
                  <a:moveTo>
                    <a:pt x="1" y="1"/>
                  </a:moveTo>
                  <a:lnTo>
                    <a:pt x="1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6777217" y="1827850"/>
              <a:ext cx="11447" cy="290265"/>
            </a:xfrm>
            <a:custGeom>
              <a:rect b="b" l="l" r="r" t="t"/>
              <a:pathLst>
                <a:path extrusionOk="0" h="4184" w="165">
                  <a:moveTo>
                    <a:pt x="1" y="1"/>
                  </a:moveTo>
                  <a:lnTo>
                    <a:pt x="1" y="4183"/>
                  </a:lnTo>
                  <a:lnTo>
                    <a:pt x="165" y="4183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6988466" y="2164253"/>
              <a:ext cx="71873" cy="176490"/>
            </a:xfrm>
            <a:custGeom>
              <a:rect b="b" l="l" r="r" t="t"/>
              <a:pathLst>
                <a:path extrusionOk="0" h="2544" w="1036">
                  <a:moveTo>
                    <a:pt x="0" y="1"/>
                  </a:moveTo>
                  <a:lnTo>
                    <a:pt x="0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7018298" y="2106672"/>
              <a:ext cx="12210" cy="290959"/>
            </a:xfrm>
            <a:custGeom>
              <a:rect b="b" l="l" r="r" t="t"/>
              <a:pathLst>
                <a:path extrusionOk="0" h="4194" w="176">
                  <a:moveTo>
                    <a:pt x="1" y="0"/>
                  </a:moveTo>
                  <a:lnTo>
                    <a:pt x="1" y="4193"/>
                  </a:lnTo>
                  <a:lnTo>
                    <a:pt x="175" y="419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7127149" y="2306474"/>
              <a:ext cx="71873" cy="176490"/>
            </a:xfrm>
            <a:custGeom>
              <a:rect b="b" l="l" r="r" t="t"/>
              <a:pathLst>
                <a:path extrusionOk="0" h="2544" w="1036">
                  <a:moveTo>
                    <a:pt x="0" y="1"/>
                  </a:moveTo>
                  <a:lnTo>
                    <a:pt x="0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7157050" y="2248892"/>
              <a:ext cx="11447" cy="290959"/>
            </a:xfrm>
            <a:custGeom>
              <a:rect b="b" l="l" r="r" t="t"/>
              <a:pathLst>
                <a:path extrusionOk="0" h="4194" w="165">
                  <a:moveTo>
                    <a:pt x="0" y="1"/>
                  </a:moveTo>
                  <a:lnTo>
                    <a:pt x="0" y="4193"/>
                  </a:lnTo>
                  <a:lnTo>
                    <a:pt x="164" y="419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7289280" y="2172787"/>
              <a:ext cx="71942" cy="176490"/>
            </a:xfrm>
            <a:custGeom>
              <a:rect b="b" l="l" r="r" t="t"/>
              <a:pathLst>
                <a:path extrusionOk="0" h="2544" w="1037">
                  <a:moveTo>
                    <a:pt x="1" y="1"/>
                  </a:moveTo>
                  <a:lnTo>
                    <a:pt x="1" y="2543"/>
                  </a:lnTo>
                  <a:lnTo>
                    <a:pt x="1036" y="2543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7319181" y="2115899"/>
              <a:ext cx="12141" cy="290959"/>
            </a:xfrm>
            <a:custGeom>
              <a:rect b="b" l="l" r="r" t="t"/>
              <a:pathLst>
                <a:path extrusionOk="0" h="4194" w="175">
                  <a:moveTo>
                    <a:pt x="0" y="1"/>
                  </a:moveTo>
                  <a:lnTo>
                    <a:pt x="0" y="4193"/>
                  </a:lnTo>
                  <a:lnTo>
                    <a:pt x="175" y="4193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6890299" y="3268785"/>
              <a:ext cx="120296" cy="102952"/>
            </a:xfrm>
            <a:custGeom>
              <a:rect b="b" l="l" r="r" t="t"/>
              <a:pathLst>
                <a:path extrusionOk="0" h="1484" w="1734">
                  <a:moveTo>
                    <a:pt x="985" y="0"/>
                  </a:moveTo>
                  <a:cubicBezTo>
                    <a:pt x="329" y="0"/>
                    <a:pt x="1" y="800"/>
                    <a:pt x="462" y="1261"/>
                  </a:cubicBezTo>
                  <a:cubicBezTo>
                    <a:pt x="615" y="1415"/>
                    <a:pt x="804" y="1483"/>
                    <a:pt x="988" y="1483"/>
                  </a:cubicBezTo>
                  <a:cubicBezTo>
                    <a:pt x="1369" y="1483"/>
                    <a:pt x="1733" y="1188"/>
                    <a:pt x="1733" y="738"/>
                  </a:cubicBezTo>
                  <a:cubicBezTo>
                    <a:pt x="1733" y="328"/>
                    <a:pt x="1395" y="0"/>
                    <a:pt x="985" y="0"/>
                  </a:cubicBezTo>
                  <a:close/>
                </a:path>
              </a:pathLst>
            </a:custGeom>
            <a:solidFill>
              <a:srgbClr val="8FC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8243060" y="3585971"/>
              <a:ext cx="697704" cy="156510"/>
            </a:xfrm>
            <a:custGeom>
              <a:rect b="b" l="l" r="r" t="t"/>
              <a:pathLst>
                <a:path extrusionOk="0" h="2256" w="1005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55" y="2256"/>
                    <a:pt x="5034" y="2256"/>
                  </a:cubicBezTo>
                  <a:cubicBezTo>
                    <a:pt x="7812" y="2256"/>
                    <a:pt x="10057" y="186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8243060" y="3524088"/>
              <a:ext cx="697704" cy="120227"/>
            </a:xfrm>
            <a:custGeom>
              <a:rect b="b" l="l" r="r" t="t"/>
              <a:pathLst>
                <a:path extrusionOk="0" h="1733" w="10057">
                  <a:moveTo>
                    <a:pt x="5034" y="0"/>
                  </a:moveTo>
                  <a:cubicBezTo>
                    <a:pt x="2255" y="0"/>
                    <a:pt x="0" y="380"/>
                    <a:pt x="0" y="872"/>
                  </a:cubicBezTo>
                  <a:cubicBezTo>
                    <a:pt x="0" y="1354"/>
                    <a:pt x="2255" y="1733"/>
                    <a:pt x="5034" y="1733"/>
                  </a:cubicBezTo>
                  <a:cubicBezTo>
                    <a:pt x="7812" y="1733"/>
                    <a:pt x="10057" y="1354"/>
                    <a:pt x="10057" y="872"/>
                  </a:cubicBezTo>
                  <a:cubicBezTo>
                    <a:pt x="10057" y="390"/>
                    <a:pt x="7801" y="0"/>
                    <a:pt x="503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8314864" y="3549687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9" y="0"/>
                  </a:moveTo>
                  <a:cubicBezTo>
                    <a:pt x="1794" y="0"/>
                    <a:pt x="0" y="185"/>
                    <a:pt x="0" y="411"/>
                  </a:cubicBezTo>
                  <a:cubicBezTo>
                    <a:pt x="0" y="626"/>
                    <a:pt x="1794" y="810"/>
                    <a:pt x="3999" y="810"/>
                  </a:cubicBezTo>
                  <a:cubicBezTo>
                    <a:pt x="6203" y="810"/>
                    <a:pt x="7997" y="636"/>
                    <a:pt x="7997" y="411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8314864" y="3549687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9" y="0"/>
                  </a:moveTo>
                  <a:cubicBezTo>
                    <a:pt x="1794" y="0"/>
                    <a:pt x="0" y="185"/>
                    <a:pt x="0" y="411"/>
                  </a:cubicBezTo>
                  <a:cubicBezTo>
                    <a:pt x="0" y="452"/>
                    <a:pt x="62" y="493"/>
                    <a:pt x="175" y="523"/>
                  </a:cubicBezTo>
                  <a:cubicBezTo>
                    <a:pt x="667" y="359"/>
                    <a:pt x="2194" y="236"/>
                    <a:pt x="3999" y="236"/>
                  </a:cubicBezTo>
                  <a:cubicBezTo>
                    <a:pt x="5803" y="236"/>
                    <a:pt x="7330" y="359"/>
                    <a:pt x="7822" y="523"/>
                  </a:cubicBezTo>
                  <a:cubicBezTo>
                    <a:pt x="7935" y="493"/>
                    <a:pt x="7997" y="452"/>
                    <a:pt x="7997" y="411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8203932" y="3469350"/>
              <a:ext cx="697011" cy="156510"/>
            </a:xfrm>
            <a:custGeom>
              <a:rect b="b" l="l" r="r" t="t"/>
              <a:pathLst>
                <a:path extrusionOk="0" h="2256" w="1004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45" y="2255"/>
                    <a:pt x="5023" y="2255"/>
                  </a:cubicBezTo>
                  <a:cubicBezTo>
                    <a:pt x="7802" y="2255"/>
                    <a:pt x="10047" y="1866"/>
                    <a:pt x="10047" y="1384"/>
                  </a:cubicBezTo>
                  <a:lnTo>
                    <a:pt x="1004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8203932" y="3407467"/>
              <a:ext cx="697011" cy="120227"/>
            </a:xfrm>
            <a:custGeom>
              <a:rect b="b" l="l" r="r" t="t"/>
              <a:pathLst>
                <a:path extrusionOk="0" h="1733" w="10047">
                  <a:moveTo>
                    <a:pt x="5023" y="0"/>
                  </a:moveTo>
                  <a:cubicBezTo>
                    <a:pt x="2245" y="0"/>
                    <a:pt x="0" y="380"/>
                    <a:pt x="0" y="872"/>
                  </a:cubicBezTo>
                  <a:cubicBezTo>
                    <a:pt x="0" y="1353"/>
                    <a:pt x="2245" y="1733"/>
                    <a:pt x="5023" y="1733"/>
                  </a:cubicBezTo>
                  <a:cubicBezTo>
                    <a:pt x="7802" y="1733"/>
                    <a:pt x="10047" y="1343"/>
                    <a:pt x="10047" y="872"/>
                  </a:cubicBezTo>
                  <a:cubicBezTo>
                    <a:pt x="10047" y="390"/>
                    <a:pt x="7802" y="0"/>
                    <a:pt x="5023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8275043" y="3433067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8" y="0"/>
                  </a:moveTo>
                  <a:cubicBezTo>
                    <a:pt x="1794" y="0"/>
                    <a:pt x="0" y="185"/>
                    <a:pt x="0" y="410"/>
                  </a:cubicBezTo>
                  <a:cubicBezTo>
                    <a:pt x="0" y="626"/>
                    <a:pt x="1794" y="810"/>
                    <a:pt x="3998" y="810"/>
                  </a:cubicBezTo>
                  <a:cubicBezTo>
                    <a:pt x="6203" y="810"/>
                    <a:pt x="7997" y="626"/>
                    <a:pt x="7997" y="410"/>
                  </a:cubicBezTo>
                  <a:cubicBezTo>
                    <a:pt x="7997" y="185"/>
                    <a:pt x="6203" y="0"/>
                    <a:pt x="3998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8275043" y="3433067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8" y="0"/>
                  </a:moveTo>
                  <a:cubicBezTo>
                    <a:pt x="1794" y="0"/>
                    <a:pt x="0" y="185"/>
                    <a:pt x="0" y="410"/>
                  </a:cubicBezTo>
                  <a:cubicBezTo>
                    <a:pt x="0" y="451"/>
                    <a:pt x="62" y="482"/>
                    <a:pt x="175" y="523"/>
                  </a:cubicBezTo>
                  <a:cubicBezTo>
                    <a:pt x="677" y="359"/>
                    <a:pt x="2194" y="236"/>
                    <a:pt x="3998" y="236"/>
                  </a:cubicBezTo>
                  <a:cubicBezTo>
                    <a:pt x="5803" y="236"/>
                    <a:pt x="7330" y="359"/>
                    <a:pt x="7822" y="523"/>
                  </a:cubicBezTo>
                  <a:cubicBezTo>
                    <a:pt x="7935" y="482"/>
                    <a:pt x="7997" y="451"/>
                    <a:pt x="7997" y="410"/>
                  </a:cubicBezTo>
                  <a:cubicBezTo>
                    <a:pt x="7997" y="185"/>
                    <a:pt x="6203" y="0"/>
                    <a:pt x="39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8233070" y="3346278"/>
              <a:ext cx="697774" cy="156510"/>
            </a:xfrm>
            <a:custGeom>
              <a:rect b="b" l="l" r="r" t="t"/>
              <a:pathLst>
                <a:path extrusionOk="0" h="2256" w="10058">
                  <a:moveTo>
                    <a:pt x="1" y="1"/>
                  </a:moveTo>
                  <a:lnTo>
                    <a:pt x="1" y="1385"/>
                  </a:lnTo>
                  <a:cubicBezTo>
                    <a:pt x="1" y="1866"/>
                    <a:pt x="2246" y="2256"/>
                    <a:pt x="5024" y="2256"/>
                  </a:cubicBezTo>
                  <a:cubicBezTo>
                    <a:pt x="7802" y="2256"/>
                    <a:pt x="10057" y="1866"/>
                    <a:pt x="10057" y="1385"/>
                  </a:cubicBezTo>
                  <a:lnTo>
                    <a:pt x="10057" y="1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8233070" y="3284394"/>
              <a:ext cx="697774" cy="120296"/>
            </a:xfrm>
            <a:custGeom>
              <a:rect b="b" l="l" r="r" t="t"/>
              <a:pathLst>
                <a:path extrusionOk="0" h="1734" w="10058">
                  <a:moveTo>
                    <a:pt x="5024" y="1"/>
                  </a:moveTo>
                  <a:cubicBezTo>
                    <a:pt x="2246" y="1"/>
                    <a:pt x="1" y="380"/>
                    <a:pt x="1" y="872"/>
                  </a:cubicBezTo>
                  <a:cubicBezTo>
                    <a:pt x="1" y="1354"/>
                    <a:pt x="2246" y="1733"/>
                    <a:pt x="5024" y="1733"/>
                  </a:cubicBezTo>
                  <a:cubicBezTo>
                    <a:pt x="7802" y="1733"/>
                    <a:pt x="10057" y="1344"/>
                    <a:pt x="10057" y="872"/>
                  </a:cubicBezTo>
                  <a:cubicBezTo>
                    <a:pt x="10057" y="390"/>
                    <a:pt x="7802" y="1"/>
                    <a:pt x="5024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8304181" y="3309994"/>
              <a:ext cx="554792" cy="56263"/>
            </a:xfrm>
            <a:custGeom>
              <a:rect b="b" l="l" r="r" t="t"/>
              <a:pathLst>
                <a:path extrusionOk="0" h="811" w="7997">
                  <a:moveTo>
                    <a:pt x="3999" y="1"/>
                  </a:moveTo>
                  <a:cubicBezTo>
                    <a:pt x="1795" y="1"/>
                    <a:pt x="1" y="185"/>
                    <a:pt x="1" y="411"/>
                  </a:cubicBezTo>
                  <a:cubicBezTo>
                    <a:pt x="1" y="626"/>
                    <a:pt x="1795" y="811"/>
                    <a:pt x="3999" y="811"/>
                  </a:cubicBezTo>
                  <a:cubicBezTo>
                    <a:pt x="6203" y="811"/>
                    <a:pt x="7997" y="626"/>
                    <a:pt x="7997" y="411"/>
                  </a:cubicBezTo>
                  <a:cubicBezTo>
                    <a:pt x="7997" y="18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8304181" y="3309994"/>
              <a:ext cx="554792" cy="36353"/>
            </a:xfrm>
            <a:custGeom>
              <a:rect b="b" l="l" r="r" t="t"/>
              <a:pathLst>
                <a:path extrusionOk="0" h="524" w="7997">
                  <a:moveTo>
                    <a:pt x="3999" y="1"/>
                  </a:moveTo>
                  <a:cubicBezTo>
                    <a:pt x="1795" y="1"/>
                    <a:pt x="1" y="185"/>
                    <a:pt x="1" y="411"/>
                  </a:cubicBezTo>
                  <a:cubicBezTo>
                    <a:pt x="1" y="452"/>
                    <a:pt x="62" y="483"/>
                    <a:pt x="175" y="524"/>
                  </a:cubicBezTo>
                  <a:cubicBezTo>
                    <a:pt x="677" y="360"/>
                    <a:pt x="2194" y="237"/>
                    <a:pt x="3999" y="237"/>
                  </a:cubicBezTo>
                  <a:cubicBezTo>
                    <a:pt x="5803" y="237"/>
                    <a:pt x="7330" y="360"/>
                    <a:pt x="7823" y="524"/>
                  </a:cubicBezTo>
                  <a:cubicBezTo>
                    <a:pt x="7935" y="483"/>
                    <a:pt x="7997" y="452"/>
                    <a:pt x="7997" y="411"/>
                  </a:cubicBezTo>
                  <a:cubicBezTo>
                    <a:pt x="7997" y="18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8207471" y="3226119"/>
              <a:ext cx="697774" cy="156510"/>
            </a:xfrm>
            <a:custGeom>
              <a:rect b="b" l="l" r="r" t="t"/>
              <a:pathLst>
                <a:path extrusionOk="0" h="2256" w="10058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56" y="2255"/>
                    <a:pt x="5034" y="2255"/>
                  </a:cubicBezTo>
                  <a:cubicBezTo>
                    <a:pt x="7812" y="2255"/>
                    <a:pt x="10057" y="186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8207471" y="3164236"/>
              <a:ext cx="697774" cy="120227"/>
            </a:xfrm>
            <a:custGeom>
              <a:rect b="b" l="l" r="r" t="t"/>
              <a:pathLst>
                <a:path extrusionOk="0" h="1733" w="10058">
                  <a:moveTo>
                    <a:pt x="5034" y="0"/>
                  </a:moveTo>
                  <a:cubicBezTo>
                    <a:pt x="2256" y="0"/>
                    <a:pt x="0" y="380"/>
                    <a:pt x="0" y="861"/>
                  </a:cubicBezTo>
                  <a:cubicBezTo>
                    <a:pt x="0" y="1343"/>
                    <a:pt x="2256" y="1733"/>
                    <a:pt x="5034" y="1733"/>
                  </a:cubicBezTo>
                  <a:cubicBezTo>
                    <a:pt x="7812" y="1733"/>
                    <a:pt x="10057" y="1343"/>
                    <a:pt x="10057" y="861"/>
                  </a:cubicBezTo>
                  <a:cubicBezTo>
                    <a:pt x="10057" y="380"/>
                    <a:pt x="7812" y="0"/>
                    <a:pt x="503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8279275" y="3189835"/>
              <a:ext cx="554861" cy="56263"/>
            </a:xfrm>
            <a:custGeom>
              <a:rect b="b" l="l" r="r" t="t"/>
              <a:pathLst>
                <a:path extrusionOk="0" h="811" w="7998">
                  <a:moveTo>
                    <a:pt x="3999" y="0"/>
                  </a:moveTo>
                  <a:cubicBezTo>
                    <a:pt x="1795" y="0"/>
                    <a:pt x="1" y="175"/>
                    <a:pt x="1" y="400"/>
                  </a:cubicBezTo>
                  <a:cubicBezTo>
                    <a:pt x="1" y="626"/>
                    <a:pt x="1795" y="810"/>
                    <a:pt x="3999" y="810"/>
                  </a:cubicBezTo>
                  <a:cubicBezTo>
                    <a:pt x="6203" y="810"/>
                    <a:pt x="7997" y="626"/>
                    <a:pt x="7997" y="400"/>
                  </a:cubicBezTo>
                  <a:cubicBezTo>
                    <a:pt x="7997" y="17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8279275" y="3189835"/>
              <a:ext cx="554861" cy="36353"/>
            </a:xfrm>
            <a:custGeom>
              <a:rect b="b" l="l" r="r" t="t"/>
              <a:pathLst>
                <a:path extrusionOk="0" h="524" w="7998">
                  <a:moveTo>
                    <a:pt x="3999" y="0"/>
                  </a:moveTo>
                  <a:cubicBezTo>
                    <a:pt x="1795" y="0"/>
                    <a:pt x="1" y="185"/>
                    <a:pt x="1" y="410"/>
                  </a:cubicBezTo>
                  <a:cubicBezTo>
                    <a:pt x="1" y="441"/>
                    <a:pt x="62" y="482"/>
                    <a:pt x="175" y="523"/>
                  </a:cubicBezTo>
                  <a:cubicBezTo>
                    <a:pt x="667" y="359"/>
                    <a:pt x="2195" y="236"/>
                    <a:pt x="3999" y="236"/>
                  </a:cubicBezTo>
                  <a:cubicBezTo>
                    <a:pt x="5803" y="236"/>
                    <a:pt x="7331" y="359"/>
                    <a:pt x="7823" y="523"/>
                  </a:cubicBezTo>
                  <a:cubicBezTo>
                    <a:pt x="7936" y="482"/>
                    <a:pt x="7997" y="451"/>
                    <a:pt x="7997" y="410"/>
                  </a:cubicBezTo>
                  <a:cubicBezTo>
                    <a:pt x="7997" y="185"/>
                    <a:pt x="620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8237372" y="3113036"/>
              <a:ext cx="697704" cy="156510"/>
            </a:xfrm>
            <a:custGeom>
              <a:rect b="b" l="l" r="r" t="t"/>
              <a:pathLst>
                <a:path extrusionOk="0" h="2256" w="10057">
                  <a:moveTo>
                    <a:pt x="0" y="0"/>
                  </a:moveTo>
                  <a:lnTo>
                    <a:pt x="0" y="1384"/>
                  </a:lnTo>
                  <a:cubicBezTo>
                    <a:pt x="0" y="1866"/>
                    <a:pt x="2245" y="2255"/>
                    <a:pt x="5023" y="2255"/>
                  </a:cubicBezTo>
                  <a:cubicBezTo>
                    <a:pt x="7801" y="2255"/>
                    <a:pt x="10057" y="1876"/>
                    <a:pt x="1005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8237372" y="3051153"/>
              <a:ext cx="697704" cy="120921"/>
            </a:xfrm>
            <a:custGeom>
              <a:rect b="b" l="l" r="r" t="t"/>
              <a:pathLst>
                <a:path extrusionOk="0" h="1743" w="10057">
                  <a:moveTo>
                    <a:pt x="5023" y="0"/>
                  </a:moveTo>
                  <a:cubicBezTo>
                    <a:pt x="2245" y="0"/>
                    <a:pt x="0" y="390"/>
                    <a:pt x="0" y="872"/>
                  </a:cubicBezTo>
                  <a:cubicBezTo>
                    <a:pt x="0" y="1353"/>
                    <a:pt x="2245" y="1743"/>
                    <a:pt x="5023" y="1743"/>
                  </a:cubicBezTo>
                  <a:cubicBezTo>
                    <a:pt x="7801" y="1743"/>
                    <a:pt x="10057" y="1353"/>
                    <a:pt x="10057" y="872"/>
                  </a:cubicBezTo>
                  <a:cubicBezTo>
                    <a:pt x="10057" y="390"/>
                    <a:pt x="7801" y="0"/>
                    <a:pt x="5023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8309176" y="3077447"/>
              <a:ext cx="554792" cy="55569"/>
            </a:xfrm>
            <a:custGeom>
              <a:rect b="b" l="l" r="r" t="t"/>
              <a:pathLst>
                <a:path extrusionOk="0" h="801" w="7997">
                  <a:moveTo>
                    <a:pt x="3999" y="1"/>
                  </a:moveTo>
                  <a:cubicBezTo>
                    <a:pt x="1794" y="1"/>
                    <a:pt x="0" y="175"/>
                    <a:pt x="0" y="400"/>
                  </a:cubicBezTo>
                  <a:cubicBezTo>
                    <a:pt x="0" y="616"/>
                    <a:pt x="1794" y="800"/>
                    <a:pt x="3999" y="800"/>
                  </a:cubicBezTo>
                  <a:cubicBezTo>
                    <a:pt x="6203" y="800"/>
                    <a:pt x="7997" y="626"/>
                    <a:pt x="7997" y="400"/>
                  </a:cubicBezTo>
                  <a:cubicBezTo>
                    <a:pt x="7997" y="175"/>
                    <a:pt x="6203" y="1"/>
                    <a:pt x="3999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8308482" y="3077447"/>
              <a:ext cx="554792" cy="35659"/>
            </a:xfrm>
            <a:custGeom>
              <a:rect b="b" l="l" r="r" t="t"/>
              <a:pathLst>
                <a:path extrusionOk="0" h="514" w="7997">
                  <a:moveTo>
                    <a:pt x="3998" y="1"/>
                  </a:moveTo>
                  <a:cubicBezTo>
                    <a:pt x="1794" y="1"/>
                    <a:pt x="0" y="175"/>
                    <a:pt x="0" y="400"/>
                  </a:cubicBezTo>
                  <a:cubicBezTo>
                    <a:pt x="0" y="441"/>
                    <a:pt x="62" y="482"/>
                    <a:pt x="174" y="513"/>
                  </a:cubicBezTo>
                  <a:cubicBezTo>
                    <a:pt x="677" y="349"/>
                    <a:pt x="2194" y="226"/>
                    <a:pt x="3998" y="226"/>
                  </a:cubicBezTo>
                  <a:cubicBezTo>
                    <a:pt x="5803" y="226"/>
                    <a:pt x="7330" y="349"/>
                    <a:pt x="7822" y="513"/>
                  </a:cubicBezTo>
                  <a:cubicBezTo>
                    <a:pt x="7935" y="482"/>
                    <a:pt x="7996" y="441"/>
                    <a:pt x="7996" y="400"/>
                  </a:cubicBezTo>
                  <a:cubicBezTo>
                    <a:pt x="7996" y="175"/>
                    <a:pt x="6202" y="1"/>
                    <a:pt x="399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8203169" y="2985732"/>
              <a:ext cx="698468" cy="159493"/>
            </a:xfrm>
            <a:custGeom>
              <a:rect b="b" l="l" r="r" t="t"/>
              <a:pathLst>
                <a:path extrusionOk="0" h="2299" w="10068">
                  <a:moveTo>
                    <a:pt x="10058" y="0"/>
                  </a:moveTo>
                  <a:lnTo>
                    <a:pt x="1" y="92"/>
                  </a:lnTo>
                  <a:lnTo>
                    <a:pt x="11" y="1476"/>
                  </a:lnTo>
                  <a:cubicBezTo>
                    <a:pt x="11" y="1939"/>
                    <a:pt x="2103" y="2298"/>
                    <a:pt x="4723" y="2298"/>
                  </a:cubicBezTo>
                  <a:cubicBezTo>
                    <a:pt x="4830" y="2298"/>
                    <a:pt x="4937" y="2298"/>
                    <a:pt x="5045" y="2296"/>
                  </a:cubicBezTo>
                  <a:cubicBezTo>
                    <a:pt x="7823" y="2266"/>
                    <a:pt x="10068" y="1856"/>
                    <a:pt x="10068" y="1384"/>
                  </a:cubicBezTo>
                  <a:lnTo>
                    <a:pt x="10058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8202475" y="2926554"/>
              <a:ext cx="698468" cy="121129"/>
            </a:xfrm>
            <a:custGeom>
              <a:rect b="b" l="l" r="r" t="t"/>
              <a:pathLst>
                <a:path extrusionOk="0" h="1746" w="10068">
                  <a:moveTo>
                    <a:pt x="5348" y="0"/>
                  </a:moveTo>
                  <a:cubicBezTo>
                    <a:pt x="5244" y="0"/>
                    <a:pt x="5140" y="1"/>
                    <a:pt x="5034" y="2"/>
                  </a:cubicBezTo>
                  <a:cubicBezTo>
                    <a:pt x="2256" y="33"/>
                    <a:pt x="1" y="433"/>
                    <a:pt x="11" y="915"/>
                  </a:cubicBezTo>
                  <a:cubicBezTo>
                    <a:pt x="11" y="1384"/>
                    <a:pt x="2148" y="1746"/>
                    <a:pt x="4824" y="1746"/>
                  </a:cubicBezTo>
                  <a:cubicBezTo>
                    <a:pt x="4897" y="1746"/>
                    <a:pt x="4971" y="1746"/>
                    <a:pt x="5044" y="1745"/>
                  </a:cubicBezTo>
                  <a:cubicBezTo>
                    <a:pt x="7823" y="1714"/>
                    <a:pt x="10068" y="1304"/>
                    <a:pt x="10068" y="822"/>
                  </a:cubicBezTo>
                  <a:cubicBezTo>
                    <a:pt x="10058" y="369"/>
                    <a:pt x="7971" y="0"/>
                    <a:pt x="5348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8274349" y="2952154"/>
              <a:ext cx="554792" cy="56471"/>
            </a:xfrm>
            <a:custGeom>
              <a:rect b="b" l="l" r="r" t="t"/>
              <a:pathLst>
                <a:path extrusionOk="0" h="814" w="7997">
                  <a:moveTo>
                    <a:pt x="4368" y="1"/>
                  </a:moveTo>
                  <a:cubicBezTo>
                    <a:pt x="4246" y="1"/>
                    <a:pt x="4123" y="1"/>
                    <a:pt x="3998" y="2"/>
                  </a:cubicBezTo>
                  <a:cubicBezTo>
                    <a:pt x="1784" y="33"/>
                    <a:pt x="0" y="228"/>
                    <a:pt x="0" y="443"/>
                  </a:cubicBezTo>
                  <a:cubicBezTo>
                    <a:pt x="10" y="656"/>
                    <a:pt x="1598" y="814"/>
                    <a:pt x="3637" y="814"/>
                  </a:cubicBezTo>
                  <a:cubicBezTo>
                    <a:pt x="3759" y="814"/>
                    <a:pt x="3883" y="813"/>
                    <a:pt x="4008" y="812"/>
                  </a:cubicBezTo>
                  <a:cubicBezTo>
                    <a:pt x="6213" y="792"/>
                    <a:pt x="7996" y="597"/>
                    <a:pt x="7996" y="371"/>
                  </a:cubicBezTo>
                  <a:cubicBezTo>
                    <a:pt x="7996" y="159"/>
                    <a:pt x="6400" y="1"/>
                    <a:pt x="4368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8274349" y="2952223"/>
              <a:ext cx="554792" cy="39266"/>
            </a:xfrm>
            <a:custGeom>
              <a:rect b="b" l="l" r="r" t="t"/>
              <a:pathLst>
                <a:path extrusionOk="0" h="566" w="7997">
                  <a:moveTo>
                    <a:pt x="4205" y="1"/>
                  </a:moveTo>
                  <a:cubicBezTo>
                    <a:pt x="4137" y="1"/>
                    <a:pt x="4068" y="1"/>
                    <a:pt x="3998" y="1"/>
                  </a:cubicBezTo>
                  <a:cubicBezTo>
                    <a:pt x="1794" y="22"/>
                    <a:pt x="0" y="227"/>
                    <a:pt x="0" y="442"/>
                  </a:cubicBezTo>
                  <a:cubicBezTo>
                    <a:pt x="0" y="493"/>
                    <a:pt x="62" y="524"/>
                    <a:pt x="174" y="565"/>
                  </a:cubicBezTo>
                  <a:cubicBezTo>
                    <a:pt x="677" y="391"/>
                    <a:pt x="2194" y="258"/>
                    <a:pt x="3998" y="237"/>
                  </a:cubicBezTo>
                  <a:cubicBezTo>
                    <a:pt x="4081" y="237"/>
                    <a:pt x="4163" y="236"/>
                    <a:pt x="4245" y="236"/>
                  </a:cubicBezTo>
                  <a:cubicBezTo>
                    <a:pt x="5941" y="236"/>
                    <a:pt x="7353" y="337"/>
                    <a:pt x="7822" y="493"/>
                  </a:cubicBezTo>
                  <a:cubicBezTo>
                    <a:pt x="7935" y="452"/>
                    <a:pt x="7996" y="411"/>
                    <a:pt x="7996" y="370"/>
                  </a:cubicBezTo>
                  <a:cubicBezTo>
                    <a:pt x="7996" y="152"/>
                    <a:pt x="6314" y="1"/>
                    <a:pt x="4205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8237372" y="2876187"/>
              <a:ext cx="698398" cy="159493"/>
            </a:xfrm>
            <a:custGeom>
              <a:rect b="b" l="l" r="r" t="t"/>
              <a:pathLst>
                <a:path extrusionOk="0" h="2299" w="10067">
                  <a:moveTo>
                    <a:pt x="10057" y="0"/>
                  </a:moveTo>
                  <a:lnTo>
                    <a:pt x="0" y="93"/>
                  </a:lnTo>
                  <a:lnTo>
                    <a:pt x="10" y="1477"/>
                  </a:lnTo>
                  <a:cubicBezTo>
                    <a:pt x="10" y="1940"/>
                    <a:pt x="2093" y="2298"/>
                    <a:pt x="4721" y="2298"/>
                  </a:cubicBezTo>
                  <a:cubicBezTo>
                    <a:pt x="4828" y="2298"/>
                    <a:pt x="4935" y="2298"/>
                    <a:pt x="5044" y="2297"/>
                  </a:cubicBezTo>
                  <a:cubicBezTo>
                    <a:pt x="7822" y="2276"/>
                    <a:pt x="10067" y="1866"/>
                    <a:pt x="10067" y="1384"/>
                  </a:cubicBezTo>
                  <a:lnTo>
                    <a:pt x="10057" y="0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8236608" y="2817079"/>
              <a:ext cx="698468" cy="121129"/>
            </a:xfrm>
            <a:custGeom>
              <a:rect b="b" l="l" r="r" t="t"/>
              <a:pathLst>
                <a:path extrusionOk="0" h="1746" w="10068">
                  <a:moveTo>
                    <a:pt x="5250" y="1"/>
                  </a:moveTo>
                  <a:cubicBezTo>
                    <a:pt x="5175" y="1"/>
                    <a:pt x="5100" y="1"/>
                    <a:pt x="5024" y="2"/>
                  </a:cubicBezTo>
                  <a:cubicBezTo>
                    <a:pt x="2246" y="22"/>
                    <a:pt x="1" y="442"/>
                    <a:pt x="11" y="924"/>
                  </a:cubicBezTo>
                  <a:cubicBezTo>
                    <a:pt x="11" y="1383"/>
                    <a:pt x="2148" y="1745"/>
                    <a:pt x="4824" y="1745"/>
                  </a:cubicBezTo>
                  <a:cubicBezTo>
                    <a:pt x="4897" y="1745"/>
                    <a:pt x="4971" y="1745"/>
                    <a:pt x="5045" y="1744"/>
                  </a:cubicBezTo>
                  <a:cubicBezTo>
                    <a:pt x="7823" y="1713"/>
                    <a:pt x="10068" y="1303"/>
                    <a:pt x="10068" y="822"/>
                  </a:cubicBezTo>
                  <a:cubicBezTo>
                    <a:pt x="10068" y="353"/>
                    <a:pt x="7924" y="1"/>
                    <a:pt x="5250" y="1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8309176" y="2843303"/>
              <a:ext cx="554792" cy="55847"/>
            </a:xfrm>
            <a:custGeom>
              <a:rect b="b" l="l" r="r" t="t"/>
              <a:pathLst>
                <a:path extrusionOk="0" h="805" w="7997">
                  <a:moveTo>
                    <a:pt x="4381" y="1"/>
                  </a:moveTo>
                  <a:cubicBezTo>
                    <a:pt x="4252" y="1"/>
                    <a:pt x="4121" y="2"/>
                    <a:pt x="3988" y="3"/>
                  </a:cubicBezTo>
                  <a:cubicBezTo>
                    <a:pt x="1784" y="23"/>
                    <a:pt x="0" y="218"/>
                    <a:pt x="0" y="444"/>
                  </a:cubicBezTo>
                  <a:cubicBezTo>
                    <a:pt x="0" y="647"/>
                    <a:pt x="1597" y="804"/>
                    <a:pt x="3628" y="804"/>
                  </a:cubicBezTo>
                  <a:cubicBezTo>
                    <a:pt x="3750" y="804"/>
                    <a:pt x="3874" y="804"/>
                    <a:pt x="3999" y="802"/>
                  </a:cubicBezTo>
                  <a:cubicBezTo>
                    <a:pt x="6203" y="782"/>
                    <a:pt x="7997" y="587"/>
                    <a:pt x="7997" y="362"/>
                  </a:cubicBezTo>
                  <a:cubicBezTo>
                    <a:pt x="7987" y="150"/>
                    <a:pt x="6410" y="1"/>
                    <a:pt x="4381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8308482" y="2843303"/>
              <a:ext cx="554792" cy="38642"/>
            </a:xfrm>
            <a:custGeom>
              <a:rect b="b" l="l" r="r" t="t"/>
              <a:pathLst>
                <a:path extrusionOk="0" h="557" w="7997">
                  <a:moveTo>
                    <a:pt x="4389" y="1"/>
                  </a:moveTo>
                  <a:cubicBezTo>
                    <a:pt x="4261" y="1"/>
                    <a:pt x="4130" y="2"/>
                    <a:pt x="3998" y="3"/>
                  </a:cubicBezTo>
                  <a:cubicBezTo>
                    <a:pt x="1794" y="13"/>
                    <a:pt x="0" y="218"/>
                    <a:pt x="0" y="444"/>
                  </a:cubicBezTo>
                  <a:cubicBezTo>
                    <a:pt x="0" y="485"/>
                    <a:pt x="62" y="526"/>
                    <a:pt x="174" y="556"/>
                  </a:cubicBezTo>
                  <a:cubicBezTo>
                    <a:pt x="667" y="382"/>
                    <a:pt x="2194" y="249"/>
                    <a:pt x="3998" y="239"/>
                  </a:cubicBezTo>
                  <a:cubicBezTo>
                    <a:pt x="4152" y="237"/>
                    <a:pt x="4304" y="236"/>
                    <a:pt x="4453" y="236"/>
                  </a:cubicBezTo>
                  <a:cubicBezTo>
                    <a:pt x="6055" y="236"/>
                    <a:pt x="7372" y="335"/>
                    <a:pt x="7822" y="485"/>
                  </a:cubicBezTo>
                  <a:cubicBezTo>
                    <a:pt x="7935" y="444"/>
                    <a:pt x="7996" y="403"/>
                    <a:pt x="7996" y="362"/>
                  </a:cubicBezTo>
                  <a:cubicBezTo>
                    <a:pt x="7996" y="150"/>
                    <a:pt x="6411" y="1"/>
                    <a:pt x="438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0"/>
            <p:cNvSpPr/>
            <p:nvPr/>
          </p:nvSpPr>
          <p:spPr>
            <a:xfrm>
              <a:off x="8237372" y="2758804"/>
              <a:ext cx="698398" cy="159493"/>
            </a:xfrm>
            <a:custGeom>
              <a:rect b="b" l="l" r="r" t="t"/>
              <a:pathLst>
                <a:path extrusionOk="0" h="2299" w="10067">
                  <a:moveTo>
                    <a:pt x="10057" y="1"/>
                  </a:moveTo>
                  <a:lnTo>
                    <a:pt x="0" y="93"/>
                  </a:lnTo>
                  <a:lnTo>
                    <a:pt x="10" y="1477"/>
                  </a:lnTo>
                  <a:cubicBezTo>
                    <a:pt x="10" y="1940"/>
                    <a:pt x="2093" y="2299"/>
                    <a:pt x="4721" y="2299"/>
                  </a:cubicBezTo>
                  <a:cubicBezTo>
                    <a:pt x="4828" y="2299"/>
                    <a:pt x="4935" y="2298"/>
                    <a:pt x="5044" y="2297"/>
                  </a:cubicBezTo>
                  <a:cubicBezTo>
                    <a:pt x="7822" y="2277"/>
                    <a:pt x="10067" y="1867"/>
                    <a:pt x="10067" y="1385"/>
                  </a:cubicBezTo>
                  <a:lnTo>
                    <a:pt x="10057" y="1"/>
                  </a:lnTo>
                  <a:close/>
                </a:path>
              </a:pathLst>
            </a:custGeom>
            <a:solidFill>
              <a:srgbClr val="FFA0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8236608" y="2699765"/>
              <a:ext cx="698468" cy="121059"/>
            </a:xfrm>
            <a:custGeom>
              <a:rect b="b" l="l" r="r" t="t"/>
              <a:pathLst>
                <a:path extrusionOk="0" h="1745" w="10068">
                  <a:moveTo>
                    <a:pt x="5244" y="0"/>
                  </a:moveTo>
                  <a:cubicBezTo>
                    <a:pt x="5171" y="0"/>
                    <a:pt x="5098" y="0"/>
                    <a:pt x="5024" y="1"/>
                  </a:cubicBezTo>
                  <a:cubicBezTo>
                    <a:pt x="2246" y="22"/>
                    <a:pt x="1" y="442"/>
                    <a:pt x="11" y="924"/>
                  </a:cubicBezTo>
                  <a:cubicBezTo>
                    <a:pt x="11" y="1383"/>
                    <a:pt x="2148" y="1745"/>
                    <a:pt x="4824" y="1745"/>
                  </a:cubicBezTo>
                  <a:cubicBezTo>
                    <a:pt x="4897" y="1745"/>
                    <a:pt x="4971" y="1744"/>
                    <a:pt x="5045" y="1744"/>
                  </a:cubicBezTo>
                  <a:cubicBezTo>
                    <a:pt x="7823" y="1713"/>
                    <a:pt x="10068" y="1303"/>
                    <a:pt x="10068" y="821"/>
                  </a:cubicBezTo>
                  <a:cubicBezTo>
                    <a:pt x="10068" y="362"/>
                    <a:pt x="7921" y="0"/>
                    <a:pt x="5244" y="0"/>
                  </a:cubicBezTo>
                  <a:close/>
                </a:path>
              </a:pathLst>
            </a:custGeom>
            <a:solidFill>
              <a:srgbClr val="FAC6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0"/>
            <p:cNvSpPr/>
            <p:nvPr/>
          </p:nvSpPr>
          <p:spPr>
            <a:xfrm>
              <a:off x="8309176" y="2725989"/>
              <a:ext cx="554792" cy="55916"/>
            </a:xfrm>
            <a:custGeom>
              <a:rect b="b" l="l" r="r" t="t"/>
              <a:pathLst>
                <a:path extrusionOk="0" h="806" w="7997">
                  <a:moveTo>
                    <a:pt x="4361" y="1"/>
                  </a:moveTo>
                  <a:cubicBezTo>
                    <a:pt x="4238" y="1"/>
                    <a:pt x="4114" y="1"/>
                    <a:pt x="3988" y="2"/>
                  </a:cubicBezTo>
                  <a:cubicBezTo>
                    <a:pt x="1784" y="23"/>
                    <a:pt x="0" y="218"/>
                    <a:pt x="0" y="443"/>
                  </a:cubicBezTo>
                  <a:cubicBezTo>
                    <a:pt x="0" y="642"/>
                    <a:pt x="1527" y="805"/>
                    <a:pt x="3495" y="805"/>
                  </a:cubicBezTo>
                  <a:cubicBezTo>
                    <a:pt x="3660" y="805"/>
                    <a:pt x="3828" y="804"/>
                    <a:pt x="3999" y="802"/>
                  </a:cubicBezTo>
                  <a:cubicBezTo>
                    <a:pt x="6203" y="781"/>
                    <a:pt x="7997" y="587"/>
                    <a:pt x="7997" y="361"/>
                  </a:cubicBezTo>
                  <a:cubicBezTo>
                    <a:pt x="7987" y="158"/>
                    <a:pt x="6399" y="1"/>
                    <a:pt x="4361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8308482" y="2725989"/>
              <a:ext cx="554792" cy="38572"/>
            </a:xfrm>
            <a:custGeom>
              <a:rect b="b" l="l" r="r" t="t"/>
              <a:pathLst>
                <a:path extrusionOk="0" h="556" w="7997">
                  <a:moveTo>
                    <a:pt x="4369" y="1"/>
                  </a:moveTo>
                  <a:cubicBezTo>
                    <a:pt x="4247" y="1"/>
                    <a:pt x="4123" y="1"/>
                    <a:pt x="3998" y="2"/>
                  </a:cubicBezTo>
                  <a:cubicBezTo>
                    <a:pt x="1794" y="23"/>
                    <a:pt x="0" y="218"/>
                    <a:pt x="0" y="443"/>
                  </a:cubicBezTo>
                  <a:cubicBezTo>
                    <a:pt x="0" y="484"/>
                    <a:pt x="62" y="525"/>
                    <a:pt x="174" y="556"/>
                  </a:cubicBezTo>
                  <a:cubicBezTo>
                    <a:pt x="667" y="392"/>
                    <a:pt x="2194" y="248"/>
                    <a:pt x="3998" y="238"/>
                  </a:cubicBezTo>
                  <a:cubicBezTo>
                    <a:pt x="4152" y="236"/>
                    <a:pt x="4304" y="236"/>
                    <a:pt x="4453" y="236"/>
                  </a:cubicBezTo>
                  <a:cubicBezTo>
                    <a:pt x="6055" y="236"/>
                    <a:pt x="7372" y="334"/>
                    <a:pt x="7822" y="484"/>
                  </a:cubicBezTo>
                  <a:cubicBezTo>
                    <a:pt x="7935" y="443"/>
                    <a:pt x="7996" y="402"/>
                    <a:pt x="7996" y="361"/>
                  </a:cubicBezTo>
                  <a:cubicBezTo>
                    <a:pt x="7996" y="158"/>
                    <a:pt x="6400" y="1"/>
                    <a:pt x="436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7925111" y="3790768"/>
              <a:ext cx="699924" cy="164349"/>
            </a:xfrm>
            <a:custGeom>
              <a:rect b="b" l="l" r="r" t="t"/>
              <a:pathLst>
                <a:path extrusionOk="0" h="2369" w="10089">
                  <a:moveTo>
                    <a:pt x="1" y="1"/>
                  </a:moveTo>
                  <a:lnTo>
                    <a:pt x="1" y="1456"/>
                  </a:lnTo>
                  <a:cubicBezTo>
                    <a:pt x="1" y="1959"/>
                    <a:pt x="2256" y="2369"/>
                    <a:pt x="5044" y="2369"/>
                  </a:cubicBezTo>
                  <a:cubicBezTo>
                    <a:pt x="7833" y="2369"/>
                    <a:pt x="10088" y="1959"/>
                    <a:pt x="10088" y="145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8600763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8558096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8509048" y="3748796"/>
              <a:ext cx="16373" cy="231227"/>
            </a:xfrm>
            <a:custGeom>
              <a:rect b="b" l="l" r="r" t="t"/>
              <a:pathLst>
                <a:path extrusionOk="0" h="3333" w="236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8447858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8380286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8307025" y="374879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3"/>
                  </a:lnTo>
                  <a:lnTo>
                    <a:pt x="236" y="3333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7925111" y="3726040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4" y="1"/>
                  </a:moveTo>
                  <a:cubicBezTo>
                    <a:pt x="2256" y="1"/>
                    <a:pt x="1" y="411"/>
                    <a:pt x="1" y="913"/>
                  </a:cubicBezTo>
                  <a:cubicBezTo>
                    <a:pt x="1" y="1416"/>
                    <a:pt x="2256" y="1815"/>
                    <a:pt x="5044" y="1815"/>
                  </a:cubicBezTo>
                  <a:cubicBezTo>
                    <a:pt x="7833" y="1815"/>
                    <a:pt x="10088" y="1416"/>
                    <a:pt x="10088" y="913"/>
                  </a:cubicBezTo>
                  <a:cubicBezTo>
                    <a:pt x="10088" y="401"/>
                    <a:pt x="7833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7996984" y="3753097"/>
              <a:ext cx="556179" cy="58414"/>
            </a:xfrm>
            <a:custGeom>
              <a:rect b="b" l="l" r="r" t="t"/>
              <a:pathLst>
                <a:path extrusionOk="0" h="842" w="8017">
                  <a:moveTo>
                    <a:pt x="4008" y="0"/>
                  </a:moveTo>
                  <a:cubicBezTo>
                    <a:pt x="1794" y="0"/>
                    <a:pt x="0" y="185"/>
                    <a:pt x="0" y="421"/>
                  </a:cubicBezTo>
                  <a:cubicBezTo>
                    <a:pt x="0" y="657"/>
                    <a:pt x="1794" y="841"/>
                    <a:pt x="4008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0"/>
                    <a:pt x="400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7996984" y="3752403"/>
              <a:ext cx="556179" cy="38434"/>
            </a:xfrm>
            <a:custGeom>
              <a:rect b="b" l="l" r="r" t="t"/>
              <a:pathLst>
                <a:path extrusionOk="0" h="554" w="8017">
                  <a:moveTo>
                    <a:pt x="4008" y="0"/>
                  </a:moveTo>
                  <a:cubicBezTo>
                    <a:pt x="1794" y="0"/>
                    <a:pt x="0" y="195"/>
                    <a:pt x="0" y="431"/>
                  </a:cubicBezTo>
                  <a:cubicBezTo>
                    <a:pt x="0" y="472"/>
                    <a:pt x="62" y="513"/>
                    <a:pt x="174" y="554"/>
                  </a:cubicBezTo>
                  <a:cubicBezTo>
                    <a:pt x="677" y="379"/>
                    <a:pt x="2204" y="256"/>
                    <a:pt x="4008" y="256"/>
                  </a:cubicBezTo>
                  <a:cubicBezTo>
                    <a:pt x="5823" y="256"/>
                    <a:pt x="7340" y="379"/>
                    <a:pt x="7842" y="554"/>
                  </a:cubicBezTo>
                  <a:cubicBezTo>
                    <a:pt x="7955" y="513"/>
                    <a:pt x="8017" y="472"/>
                    <a:pt x="8017" y="431"/>
                  </a:cubicBezTo>
                  <a:cubicBezTo>
                    <a:pt x="8017" y="195"/>
                    <a:pt x="6223" y="0"/>
                    <a:pt x="400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7883138" y="3658468"/>
              <a:ext cx="699924" cy="164419"/>
            </a:xfrm>
            <a:custGeom>
              <a:rect b="b" l="l" r="r" t="t"/>
              <a:pathLst>
                <a:path extrusionOk="0" h="2370" w="10089">
                  <a:moveTo>
                    <a:pt x="1" y="1"/>
                  </a:moveTo>
                  <a:lnTo>
                    <a:pt x="1" y="1457"/>
                  </a:lnTo>
                  <a:cubicBezTo>
                    <a:pt x="1" y="1959"/>
                    <a:pt x="2256" y="2369"/>
                    <a:pt x="5045" y="2369"/>
                  </a:cubicBezTo>
                  <a:cubicBezTo>
                    <a:pt x="7833" y="2369"/>
                    <a:pt x="10088" y="1959"/>
                    <a:pt x="10088" y="1457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7890284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7933644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7982762" y="3616566"/>
              <a:ext cx="16373" cy="231157"/>
            </a:xfrm>
            <a:custGeom>
              <a:rect b="b" l="l" r="r" t="t"/>
              <a:pathLst>
                <a:path extrusionOk="0" h="3332" w="236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8184715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8558790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0"/>
            <p:cNvSpPr/>
            <p:nvPr/>
          </p:nvSpPr>
          <p:spPr>
            <a:xfrm>
              <a:off x="8515430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0" y="0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8466381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8405192" y="3616566"/>
              <a:ext cx="17136" cy="231157"/>
            </a:xfrm>
            <a:custGeom>
              <a:rect b="b" l="l" r="r" t="t"/>
              <a:pathLst>
                <a:path extrusionOk="0" h="3332" w="247">
                  <a:moveTo>
                    <a:pt x="0" y="0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8338313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8265053" y="3616566"/>
              <a:ext cx="16442" cy="231157"/>
            </a:xfrm>
            <a:custGeom>
              <a:rect b="b" l="l" r="r" t="t"/>
              <a:pathLst>
                <a:path extrusionOk="0" h="3332" w="237">
                  <a:moveTo>
                    <a:pt x="1" y="0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7883138" y="3593810"/>
              <a:ext cx="699924" cy="125916"/>
            </a:xfrm>
            <a:custGeom>
              <a:rect b="b" l="l" r="r" t="t"/>
              <a:pathLst>
                <a:path extrusionOk="0" h="1815" w="10089">
                  <a:moveTo>
                    <a:pt x="5045" y="0"/>
                  </a:moveTo>
                  <a:cubicBezTo>
                    <a:pt x="2256" y="0"/>
                    <a:pt x="1" y="400"/>
                    <a:pt x="1" y="902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23" y="1815"/>
                    <a:pt x="10088" y="1415"/>
                    <a:pt x="10088" y="902"/>
                  </a:cubicBezTo>
                  <a:cubicBezTo>
                    <a:pt x="10088" y="400"/>
                    <a:pt x="7823" y="0"/>
                    <a:pt x="5045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7955012" y="3620797"/>
              <a:ext cx="556179" cy="58414"/>
            </a:xfrm>
            <a:custGeom>
              <a:rect b="b" l="l" r="r" t="t"/>
              <a:pathLst>
                <a:path extrusionOk="0" h="842" w="8017">
                  <a:moveTo>
                    <a:pt x="4009" y="1"/>
                  </a:moveTo>
                  <a:cubicBezTo>
                    <a:pt x="1794" y="1"/>
                    <a:pt x="0" y="185"/>
                    <a:pt x="0" y="421"/>
                  </a:cubicBezTo>
                  <a:cubicBezTo>
                    <a:pt x="0" y="657"/>
                    <a:pt x="1794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0"/>
            <p:cNvSpPr/>
            <p:nvPr/>
          </p:nvSpPr>
          <p:spPr>
            <a:xfrm>
              <a:off x="7955012" y="3620104"/>
              <a:ext cx="556179" cy="38434"/>
            </a:xfrm>
            <a:custGeom>
              <a:rect b="b" l="l" r="r" t="t"/>
              <a:pathLst>
                <a:path extrusionOk="0" h="554" w="8017">
                  <a:moveTo>
                    <a:pt x="4009" y="0"/>
                  </a:moveTo>
                  <a:cubicBezTo>
                    <a:pt x="1794" y="0"/>
                    <a:pt x="0" y="195"/>
                    <a:pt x="0" y="431"/>
                  </a:cubicBezTo>
                  <a:cubicBezTo>
                    <a:pt x="0" y="472"/>
                    <a:pt x="62" y="513"/>
                    <a:pt x="174" y="554"/>
                  </a:cubicBezTo>
                  <a:cubicBezTo>
                    <a:pt x="667" y="380"/>
                    <a:pt x="2194" y="257"/>
                    <a:pt x="4009" y="257"/>
                  </a:cubicBezTo>
                  <a:cubicBezTo>
                    <a:pt x="5813" y="257"/>
                    <a:pt x="7340" y="380"/>
                    <a:pt x="7843" y="554"/>
                  </a:cubicBezTo>
                  <a:cubicBezTo>
                    <a:pt x="7955" y="513"/>
                    <a:pt x="8017" y="472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0"/>
            <p:cNvSpPr/>
            <p:nvPr/>
          </p:nvSpPr>
          <p:spPr>
            <a:xfrm>
              <a:off x="7920115" y="3543998"/>
              <a:ext cx="699924" cy="164349"/>
            </a:xfrm>
            <a:custGeom>
              <a:rect b="b" l="l" r="r" t="t"/>
              <a:pathLst>
                <a:path extrusionOk="0" h="2369" w="10089">
                  <a:moveTo>
                    <a:pt x="1" y="0"/>
                  </a:moveTo>
                  <a:lnTo>
                    <a:pt x="1" y="1456"/>
                  </a:lnTo>
                  <a:cubicBezTo>
                    <a:pt x="1" y="1959"/>
                    <a:pt x="2256" y="2369"/>
                    <a:pt x="5045" y="2369"/>
                  </a:cubicBezTo>
                  <a:cubicBezTo>
                    <a:pt x="7833" y="2369"/>
                    <a:pt x="10088" y="1959"/>
                    <a:pt x="10088" y="145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7927955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0"/>
            <p:cNvSpPr/>
            <p:nvPr/>
          </p:nvSpPr>
          <p:spPr>
            <a:xfrm>
              <a:off x="7970621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0"/>
            <p:cNvSpPr/>
            <p:nvPr/>
          </p:nvSpPr>
          <p:spPr>
            <a:xfrm>
              <a:off x="8019739" y="3502026"/>
              <a:ext cx="16373" cy="231227"/>
            </a:xfrm>
            <a:custGeom>
              <a:rect b="b" l="l" r="r" t="t"/>
              <a:pathLst>
                <a:path extrusionOk="0" h="3333" w="236">
                  <a:moveTo>
                    <a:pt x="0" y="1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0"/>
            <p:cNvSpPr/>
            <p:nvPr/>
          </p:nvSpPr>
          <p:spPr>
            <a:xfrm>
              <a:off x="822169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8595768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8552408" y="3502026"/>
              <a:ext cx="17136" cy="231227"/>
            </a:xfrm>
            <a:custGeom>
              <a:rect b="b" l="l" r="r" t="t"/>
              <a:pathLst>
                <a:path extrusionOk="0" h="3333" w="247">
                  <a:moveTo>
                    <a:pt x="0" y="1"/>
                  </a:moveTo>
                  <a:lnTo>
                    <a:pt x="0" y="3332"/>
                  </a:lnTo>
                  <a:lnTo>
                    <a:pt x="246" y="3332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0"/>
            <p:cNvSpPr/>
            <p:nvPr/>
          </p:nvSpPr>
          <p:spPr>
            <a:xfrm>
              <a:off x="850405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0" y="1"/>
                  </a:moveTo>
                  <a:lnTo>
                    <a:pt x="0" y="3332"/>
                  </a:lnTo>
                  <a:lnTo>
                    <a:pt x="236" y="333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0"/>
            <p:cNvSpPr/>
            <p:nvPr/>
          </p:nvSpPr>
          <p:spPr>
            <a:xfrm>
              <a:off x="8442863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0"/>
            <p:cNvSpPr/>
            <p:nvPr/>
          </p:nvSpPr>
          <p:spPr>
            <a:xfrm>
              <a:off x="8375291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8302030" y="3502026"/>
              <a:ext cx="16442" cy="231227"/>
            </a:xfrm>
            <a:custGeom>
              <a:rect b="b" l="l" r="r" t="t"/>
              <a:pathLst>
                <a:path extrusionOk="0" h="3333" w="237">
                  <a:moveTo>
                    <a:pt x="1" y="1"/>
                  </a:moveTo>
                  <a:lnTo>
                    <a:pt x="1" y="3332"/>
                  </a:lnTo>
                  <a:lnTo>
                    <a:pt x="237" y="333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7920115" y="3479271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5" y="1"/>
                  </a:moveTo>
                  <a:cubicBezTo>
                    <a:pt x="2256" y="1"/>
                    <a:pt x="1" y="400"/>
                    <a:pt x="1" y="913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33" y="1815"/>
                    <a:pt x="10088" y="1415"/>
                    <a:pt x="10088" y="913"/>
                  </a:cubicBezTo>
                  <a:cubicBezTo>
                    <a:pt x="10088" y="411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7992683" y="3506327"/>
              <a:ext cx="555486" cy="58344"/>
            </a:xfrm>
            <a:custGeom>
              <a:rect b="b" l="l" r="r" t="t"/>
              <a:pathLst>
                <a:path extrusionOk="0" h="841" w="8007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656"/>
                    <a:pt x="1784" y="841"/>
                    <a:pt x="3999" y="841"/>
                  </a:cubicBezTo>
                  <a:cubicBezTo>
                    <a:pt x="6213" y="841"/>
                    <a:pt x="8007" y="656"/>
                    <a:pt x="8007" y="420"/>
                  </a:cubicBezTo>
                  <a:cubicBezTo>
                    <a:pt x="800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7992683" y="3505564"/>
              <a:ext cx="555486" cy="38503"/>
            </a:xfrm>
            <a:custGeom>
              <a:rect b="b" l="l" r="r" t="t"/>
              <a:pathLst>
                <a:path extrusionOk="0" h="555" w="8007">
                  <a:moveTo>
                    <a:pt x="3999" y="1"/>
                  </a:moveTo>
                  <a:cubicBezTo>
                    <a:pt x="1784" y="1"/>
                    <a:pt x="1" y="206"/>
                    <a:pt x="1" y="431"/>
                  </a:cubicBezTo>
                  <a:cubicBezTo>
                    <a:pt x="1" y="472"/>
                    <a:pt x="52" y="513"/>
                    <a:pt x="165" y="554"/>
                  </a:cubicBezTo>
                  <a:cubicBezTo>
                    <a:pt x="657" y="380"/>
                    <a:pt x="2194" y="257"/>
                    <a:pt x="3999" y="257"/>
                  </a:cubicBezTo>
                  <a:cubicBezTo>
                    <a:pt x="5813" y="257"/>
                    <a:pt x="7330" y="380"/>
                    <a:pt x="7833" y="554"/>
                  </a:cubicBezTo>
                  <a:cubicBezTo>
                    <a:pt x="7945" y="513"/>
                    <a:pt x="8007" y="472"/>
                    <a:pt x="8007" y="431"/>
                  </a:cubicBezTo>
                  <a:cubicBezTo>
                    <a:pt x="8007" y="196"/>
                    <a:pt x="6213" y="1"/>
                    <a:pt x="39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0"/>
            <p:cNvSpPr/>
            <p:nvPr/>
          </p:nvSpPr>
          <p:spPr>
            <a:xfrm>
              <a:off x="7868222" y="3420232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1" y="1"/>
                  </a:moveTo>
                  <a:lnTo>
                    <a:pt x="1" y="1446"/>
                  </a:lnTo>
                  <a:cubicBezTo>
                    <a:pt x="1" y="1949"/>
                    <a:pt x="2256" y="2359"/>
                    <a:pt x="5044" y="2359"/>
                  </a:cubicBezTo>
                  <a:cubicBezTo>
                    <a:pt x="7822" y="2359"/>
                    <a:pt x="10088" y="1949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7875368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7918034" y="3378260"/>
              <a:ext cx="17136" cy="230533"/>
            </a:xfrm>
            <a:custGeom>
              <a:rect b="b" l="l" r="r" t="t"/>
              <a:pathLst>
                <a:path extrusionOk="0" h="3323" w="247">
                  <a:moveTo>
                    <a:pt x="0" y="1"/>
                  </a:moveTo>
                  <a:lnTo>
                    <a:pt x="0" y="3322"/>
                  </a:lnTo>
                  <a:lnTo>
                    <a:pt x="246" y="3322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7967083" y="3378260"/>
              <a:ext cx="17136" cy="230533"/>
            </a:xfrm>
            <a:custGeom>
              <a:rect b="b" l="l" r="r" t="t"/>
              <a:pathLst>
                <a:path extrusionOk="0" h="3323" w="247">
                  <a:moveTo>
                    <a:pt x="0" y="1"/>
                  </a:moveTo>
                  <a:lnTo>
                    <a:pt x="0" y="3322"/>
                  </a:lnTo>
                  <a:lnTo>
                    <a:pt x="247" y="3322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8543181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8500514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8451396" y="337826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0"/>
            <p:cNvSpPr/>
            <p:nvPr/>
          </p:nvSpPr>
          <p:spPr>
            <a:xfrm>
              <a:off x="8390276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8322704" y="337826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8249443" y="337826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7867529" y="3354811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66" y="1"/>
                    <a:pt x="0" y="411"/>
                    <a:pt x="0" y="913"/>
                  </a:cubicBezTo>
                  <a:cubicBezTo>
                    <a:pt x="0" y="1415"/>
                    <a:pt x="226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7939333" y="3381867"/>
              <a:ext cx="556249" cy="59107"/>
            </a:xfrm>
            <a:custGeom>
              <a:rect b="b" l="l" r="r" t="t"/>
              <a:pathLst>
                <a:path extrusionOk="0" h="852" w="8018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6"/>
                    <a:pt x="1795" y="851"/>
                    <a:pt x="4009" y="851"/>
                  </a:cubicBezTo>
                  <a:cubicBezTo>
                    <a:pt x="6223" y="851"/>
                    <a:pt x="8017" y="656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7939333" y="3381867"/>
              <a:ext cx="556249" cy="38434"/>
            </a:xfrm>
            <a:custGeom>
              <a:rect b="b" l="l" r="r" t="t"/>
              <a:pathLst>
                <a:path extrusionOk="0" h="554" w="8018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79"/>
                    <a:pt x="2205" y="246"/>
                    <a:pt x="4009" y="246"/>
                  </a:cubicBezTo>
                  <a:cubicBezTo>
                    <a:pt x="5824" y="246"/>
                    <a:pt x="7341" y="379"/>
                    <a:pt x="7853" y="554"/>
                  </a:cubicBezTo>
                  <a:cubicBezTo>
                    <a:pt x="7966" y="513"/>
                    <a:pt x="8017" y="472"/>
                    <a:pt x="8017" y="420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7893128" y="3297229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0"/>
                  </a:moveTo>
                  <a:lnTo>
                    <a:pt x="0" y="1456"/>
                  </a:lnTo>
                  <a:cubicBezTo>
                    <a:pt x="0" y="1958"/>
                    <a:pt x="2266" y="2358"/>
                    <a:pt x="5044" y="2358"/>
                  </a:cubicBezTo>
                  <a:cubicBezTo>
                    <a:pt x="7832" y="2358"/>
                    <a:pt x="10088" y="1958"/>
                    <a:pt x="10088" y="145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0"/>
            <p:cNvSpPr/>
            <p:nvPr/>
          </p:nvSpPr>
          <p:spPr>
            <a:xfrm>
              <a:off x="8568780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8526114" y="3255257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8476996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8415876" y="3255257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8348304" y="3255257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7893128" y="3231808"/>
              <a:ext cx="699855" cy="126609"/>
            </a:xfrm>
            <a:custGeom>
              <a:rect b="b" l="l" r="r" t="t"/>
              <a:pathLst>
                <a:path extrusionOk="0" h="1825" w="10088">
                  <a:moveTo>
                    <a:pt x="5044" y="0"/>
                  </a:moveTo>
                  <a:cubicBezTo>
                    <a:pt x="2256" y="0"/>
                    <a:pt x="0" y="410"/>
                    <a:pt x="0" y="912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2"/>
                  </a:cubicBezTo>
                  <a:cubicBezTo>
                    <a:pt x="10088" y="410"/>
                    <a:pt x="7832" y="0"/>
                    <a:pt x="5044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7964932" y="3258795"/>
              <a:ext cx="556249" cy="59107"/>
            </a:xfrm>
            <a:custGeom>
              <a:rect b="b" l="l" r="r" t="t"/>
              <a:pathLst>
                <a:path extrusionOk="0" h="852" w="8018">
                  <a:moveTo>
                    <a:pt x="4009" y="1"/>
                  </a:moveTo>
                  <a:cubicBezTo>
                    <a:pt x="1795" y="1"/>
                    <a:pt x="1" y="195"/>
                    <a:pt x="1" y="431"/>
                  </a:cubicBezTo>
                  <a:cubicBezTo>
                    <a:pt x="1" y="657"/>
                    <a:pt x="1795" y="852"/>
                    <a:pt x="4009" y="852"/>
                  </a:cubicBezTo>
                  <a:cubicBezTo>
                    <a:pt x="6223" y="852"/>
                    <a:pt x="8017" y="657"/>
                    <a:pt x="8017" y="431"/>
                  </a:cubicBezTo>
                  <a:cubicBezTo>
                    <a:pt x="8017" y="19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7964932" y="3258795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1"/>
                  </a:moveTo>
                  <a:cubicBezTo>
                    <a:pt x="1795" y="1"/>
                    <a:pt x="1" y="195"/>
                    <a:pt x="1" y="43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80"/>
                    <a:pt x="2205" y="257"/>
                    <a:pt x="4009" y="257"/>
                  </a:cubicBezTo>
                  <a:cubicBezTo>
                    <a:pt x="5824" y="257"/>
                    <a:pt x="7341" y="380"/>
                    <a:pt x="7853" y="554"/>
                  </a:cubicBezTo>
                  <a:cubicBezTo>
                    <a:pt x="7956" y="513"/>
                    <a:pt x="8017" y="472"/>
                    <a:pt x="8017" y="431"/>
                  </a:cubicBezTo>
                  <a:cubicBezTo>
                    <a:pt x="8017" y="19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7853306" y="3182690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1"/>
                  </a:moveTo>
                  <a:lnTo>
                    <a:pt x="0" y="1446"/>
                  </a:lnTo>
                  <a:cubicBezTo>
                    <a:pt x="0" y="1949"/>
                    <a:pt x="2256" y="2359"/>
                    <a:pt x="5044" y="2359"/>
                  </a:cubicBezTo>
                  <a:cubicBezTo>
                    <a:pt x="7832" y="2359"/>
                    <a:pt x="10088" y="1949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7853306" y="3117268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2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7925111" y="3145019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0"/>
                  </a:moveTo>
                  <a:cubicBezTo>
                    <a:pt x="1795" y="0"/>
                    <a:pt x="1" y="185"/>
                    <a:pt x="1" y="421"/>
                  </a:cubicBezTo>
                  <a:cubicBezTo>
                    <a:pt x="1" y="657"/>
                    <a:pt x="1795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7925111" y="3144325"/>
              <a:ext cx="556249" cy="38434"/>
            </a:xfrm>
            <a:custGeom>
              <a:rect b="b" l="l" r="r" t="t"/>
              <a:pathLst>
                <a:path extrusionOk="0" h="554" w="8018">
                  <a:moveTo>
                    <a:pt x="4009" y="0"/>
                  </a:moveTo>
                  <a:cubicBezTo>
                    <a:pt x="1795" y="0"/>
                    <a:pt x="1" y="185"/>
                    <a:pt x="1" y="420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79"/>
                    <a:pt x="2205" y="256"/>
                    <a:pt x="4009" y="256"/>
                  </a:cubicBezTo>
                  <a:cubicBezTo>
                    <a:pt x="5813" y="256"/>
                    <a:pt x="7341" y="379"/>
                    <a:pt x="7843" y="554"/>
                  </a:cubicBezTo>
                  <a:cubicBezTo>
                    <a:pt x="7956" y="513"/>
                    <a:pt x="8017" y="472"/>
                    <a:pt x="8017" y="420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7887439" y="3068220"/>
              <a:ext cx="699855" cy="163656"/>
            </a:xfrm>
            <a:custGeom>
              <a:rect b="b" l="l" r="r" t="t"/>
              <a:pathLst>
                <a:path extrusionOk="0" h="2359" w="10088">
                  <a:moveTo>
                    <a:pt x="0" y="0"/>
                  </a:moveTo>
                  <a:lnTo>
                    <a:pt x="0" y="1446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22" y="2358"/>
                    <a:pt x="10088" y="1948"/>
                    <a:pt x="10088" y="1446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7887439" y="3002798"/>
              <a:ext cx="699855" cy="126609"/>
            </a:xfrm>
            <a:custGeom>
              <a:rect b="b" l="l" r="r" t="t"/>
              <a:pathLst>
                <a:path extrusionOk="0" h="1825" w="10088">
                  <a:moveTo>
                    <a:pt x="5044" y="0"/>
                  </a:moveTo>
                  <a:cubicBezTo>
                    <a:pt x="2256" y="0"/>
                    <a:pt x="0" y="410"/>
                    <a:pt x="0" y="913"/>
                  </a:cubicBezTo>
                  <a:cubicBezTo>
                    <a:pt x="0" y="1415"/>
                    <a:pt x="2256" y="1825"/>
                    <a:pt x="5044" y="1825"/>
                  </a:cubicBezTo>
                  <a:cubicBezTo>
                    <a:pt x="7832" y="1825"/>
                    <a:pt x="10088" y="1415"/>
                    <a:pt x="10088" y="913"/>
                  </a:cubicBezTo>
                  <a:cubicBezTo>
                    <a:pt x="10088" y="410"/>
                    <a:pt x="7822" y="0"/>
                    <a:pt x="5044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7959243" y="3030479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1"/>
                  </a:moveTo>
                  <a:cubicBezTo>
                    <a:pt x="1795" y="1"/>
                    <a:pt x="1" y="185"/>
                    <a:pt x="1" y="421"/>
                  </a:cubicBezTo>
                  <a:cubicBezTo>
                    <a:pt x="1" y="657"/>
                    <a:pt x="1795" y="842"/>
                    <a:pt x="4009" y="842"/>
                  </a:cubicBezTo>
                  <a:cubicBezTo>
                    <a:pt x="6223" y="842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7959243" y="3029785"/>
              <a:ext cx="556943" cy="38503"/>
            </a:xfrm>
            <a:custGeom>
              <a:rect b="b" l="l" r="r" t="t"/>
              <a:pathLst>
                <a:path extrusionOk="0" h="555" w="8028">
                  <a:moveTo>
                    <a:pt x="4009" y="1"/>
                  </a:moveTo>
                  <a:cubicBezTo>
                    <a:pt x="1795" y="1"/>
                    <a:pt x="1" y="19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80"/>
                    <a:pt x="2195" y="257"/>
                    <a:pt x="4009" y="257"/>
                  </a:cubicBezTo>
                  <a:cubicBezTo>
                    <a:pt x="5813" y="257"/>
                    <a:pt x="7341" y="380"/>
                    <a:pt x="7853" y="554"/>
                  </a:cubicBezTo>
                  <a:cubicBezTo>
                    <a:pt x="7966" y="513"/>
                    <a:pt x="8028" y="472"/>
                    <a:pt x="8028" y="421"/>
                  </a:cubicBezTo>
                  <a:cubicBezTo>
                    <a:pt x="8028" y="195"/>
                    <a:pt x="6234" y="1"/>
                    <a:pt x="400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7853306" y="2943066"/>
              <a:ext cx="699855" cy="163586"/>
            </a:xfrm>
            <a:custGeom>
              <a:rect b="b" l="l" r="r" t="t"/>
              <a:pathLst>
                <a:path extrusionOk="0" h="2358" w="10088">
                  <a:moveTo>
                    <a:pt x="0" y="0"/>
                  </a:moveTo>
                  <a:lnTo>
                    <a:pt x="0" y="1445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32" y="2358"/>
                    <a:pt x="10088" y="194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7903812" y="2901093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7952861" y="2901093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8081553" y="2901093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853306" y="2877575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6"/>
                    <a:pt x="2256" y="1826"/>
                    <a:pt x="5044" y="1826"/>
                  </a:cubicBezTo>
                  <a:cubicBezTo>
                    <a:pt x="7832" y="1826"/>
                    <a:pt x="10088" y="1416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925111" y="2905325"/>
              <a:ext cx="556249" cy="58414"/>
            </a:xfrm>
            <a:custGeom>
              <a:rect b="b" l="l" r="r" t="t"/>
              <a:pathLst>
                <a:path extrusionOk="0" h="842" w="8018">
                  <a:moveTo>
                    <a:pt x="4009" y="1"/>
                  </a:moveTo>
                  <a:cubicBezTo>
                    <a:pt x="1795" y="1"/>
                    <a:pt x="1" y="185"/>
                    <a:pt x="1" y="421"/>
                  </a:cubicBezTo>
                  <a:cubicBezTo>
                    <a:pt x="1" y="657"/>
                    <a:pt x="1795" y="841"/>
                    <a:pt x="4009" y="841"/>
                  </a:cubicBezTo>
                  <a:cubicBezTo>
                    <a:pt x="6223" y="841"/>
                    <a:pt x="8017" y="657"/>
                    <a:pt x="8017" y="421"/>
                  </a:cubicBezTo>
                  <a:cubicBezTo>
                    <a:pt x="8017" y="185"/>
                    <a:pt x="6223" y="1"/>
                    <a:pt x="400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7925111" y="2904632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0"/>
                  </a:moveTo>
                  <a:cubicBezTo>
                    <a:pt x="1795" y="0"/>
                    <a:pt x="1" y="19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67" y="380"/>
                    <a:pt x="2205" y="257"/>
                    <a:pt x="4009" y="257"/>
                  </a:cubicBezTo>
                  <a:cubicBezTo>
                    <a:pt x="5813" y="257"/>
                    <a:pt x="7341" y="380"/>
                    <a:pt x="7843" y="554"/>
                  </a:cubicBezTo>
                  <a:cubicBezTo>
                    <a:pt x="7956" y="513"/>
                    <a:pt x="8017" y="472"/>
                    <a:pt x="8017" y="42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7920115" y="2832828"/>
              <a:ext cx="699924" cy="162892"/>
            </a:xfrm>
            <a:custGeom>
              <a:rect b="b" l="l" r="r" t="t"/>
              <a:pathLst>
                <a:path extrusionOk="0" h="2348" w="10089">
                  <a:moveTo>
                    <a:pt x="1" y="0"/>
                  </a:moveTo>
                  <a:lnTo>
                    <a:pt x="1" y="1445"/>
                  </a:lnTo>
                  <a:cubicBezTo>
                    <a:pt x="1" y="1948"/>
                    <a:pt x="2256" y="2348"/>
                    <a:pt x="5045" y="2348"/>
                  </a:cubicBezTo>
                  <a:cubicBezTo>
                    <a:pt x="7833" y="2348"/>
                    <a:pt x="10088" y="195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7927955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7970621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8080859" y="2790855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920115" y="2767337"/>
              <a:ext cx="699924" cy="126679"/>
            </a:xfrm>
            <a:custGeom>
              <a:rect b="b" l="l" r="r" t="t"/>
              <a:pathLst>
                <a:path extrusionOk="0" h="1826" w="10089">
                  <a:moveTo>
                    <a:pt x="5045" y="1"/>
                  </a:moveTo>
                  <a:cubicBezTo>
                    <a:pt x="2256" y="1"/>
                    <a:pt x="1" y="411"/>
                    <a:pt x="1" y="913"/>
                  </a:cubicBezTo>
                  <a:cubicBezTo>
                    <a:pt x="1" y="1416"/>
                    <a:pt x="2256" y="1826"/>
                    <a:pt x="5045" y="1826"/>
                  </a:cubicBezTo>
                  <a:cubicBezTo>
                    <a:pt x="7833" y="1826"/>
                    <a:pt x="10088" y="1416"/>
                    <a:pt x="10088" y="913"/>
                  </a:cubicBezTo>
                  <a:cubicBezTo>
                    <a:pt x="10088" y="411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7992683" y="2794393"/>
              <a:ext cx="555486" cy="59108"/>
            </a:xfrm>
            <a:custGeom>
              <a:rect b="b" l="l" r="r" t="t"/>
              <a:pathLst>
                <a:path extrusionOk="0" h="852" w="8007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7"/>
                    <a:pt x="1784" y="851"/>
                    <a:pt x="3999" y="851"/>
                  </a:cubicBezTo>
                  <a:cubicBezTo>
                    <a:pt x="6213" y="851"/>
                    <a:pt x="8007" y="657"/>
                    <a:pt x="8007" y="431"/>
                  </a:cubicBezTo>
                  <a:cubicBezTo>
                    <a:pt x="800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992683" y="2794393"/>
              <a:ext cx="555486" cy="38503"/>
            </a:xfrm>
            <a:custGeom>
              <a:rect b="b" l="l" r="r" t="t"/>
              <a:pathLst>
                <a:path extrusionOk="0" h="555" w="8007">
                  <a:moveTo>
                    <a:pt x="3999" y="0"/>
                  </a:moveTo>
                  <a:cubicBezTo>
                    <a:pt x="1784" y="0"/>
                    <a:pt x="1" y="195"/>
                    <a:pt x="1" y="431"/>
                  </a:cubicBezTo>
                  <a:cubicBezTo>
                    <a:pt x="1" y="472"/>
                    <a:pt x="52" y="513"/>
                    <a:pt x="165" y="554"/>
                  </a:cubicBezTo>
                  <a:cubicBezTo>
                    <a:pt x="657" y="380"/>
                    <a:pt x="2194" y="246"/>
                    <a:pt x="3999" y="246"/>
                  </a:cubicBezTo>
                  <a:cubicBezTo>
                    <a:pt x="5813" y="246"/>
                    <a:pt x="7330" y="380"/>
                    <a:pt x="7833" y="554"/>
                  </a:cubicBezTo>
                  <a:cubicBezTo>
                    <a:pt x="7945" y="513"/>
                    <a:pt x="8007" y="472"/>
                    <a:pt x="8007" y="421"/>
                  </a:cubicBezTo>
                  <a:cubicBezTo>
                    <a:pt x="8007" y="185"/>
                    <a:pt x="621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7881751" y="2711212"/>
              <a:ext cx="699855" cy="163586"/>
            </a:xfrm>
            <a:custGeom>
              <a:rect b="b" l="l" r="r" t="t"/>
              <a:pathLst>
                <a:path extrusionOk="0" h="2358" w="10088">
                  <a:moveTo>
                    <a:pt x="0" y="0"/>
                  </a:moveTo>
                  <a:lnTo>
                    <a:pt x="0" y="1445"/>
                  </a:lnTo>
                  <a:cubicBezTo>
                    <a:pt x="0" y="1948"/>
                    <a:pt x="2256" y="2358"/>
                    <a:pt x="5044" y="2358"/>
                  </a:cubicBezTo>
                  <a:cubicBezTo>
                    <a:pt x="7832" y="2358"/>
                    <a:pt x="10088" y="1948"/>
                    <a:pt x="10088" y="1445"/>
                  </a:cubicBezTo>
                  <a:lnTo>
                    <a:pt x="10088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7889590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7932256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7981305" y="2669240"/>
              <a:ext cx="16442" cy="230464"/>
            </a:xfrm>
            <a:custGeom>
              <a:rect b="b" l="l" r="r" t="t"/>
              <a:pathLst>
                <a:path extrusionOk="0" h="3322" w="237">
                  <a:moveTo>
                    <a:pt x="1" y="0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042495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110067" y="2669240"/>
              <a:ext cx="16373" cy="230464"/>
            </a:xfrm>
            <a:custGeom>
              <a:rect b="b" l="l" r="r" t="t"/>
              <a:pathLst>
                <a:path extrusionOk="0" h="3322" w="236">
                  <a:moveTo>
                    <a:pt x="0" y="0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7881751" y="2645721"/>
              <a:ext cx="699855" cy="126679"/>
            </a:xfrm>
            <a:custGeom>
              <a:rect b="b" l="l" r="r" t="t"/>
              <a:pathLst>
                <a:path extrusionOk="0" h="1826" w="10088">
                  <a:moveTo>
                    <a:pt x="5044" y="1"/>
                  </a:moveTo>
                  <a:cubicBezTo>
                    <a:pt x="2256" y="1"/>
                    <a:pt x="0" y="411"/>
                    <a:pt x="0" y="913"/>
                  </a:cubicBezTo>
                  <a:cubicBezTo>
                    <a:pt x="0" y="1416"/>
                    <a:pt x="2256" y="1826"/>
                    <a:pt x="5044" y="1826"/>
                  </a:cubicBezTo>
                  <a:cubicBezTo>
                    <a:pt x="7832" y="1826"/>
                    <a:pt x="10088" y="1416"/>
                    <a:pt x="10088" y="913"/>
                  </a:cubicBezTo>
                  <a:cubicBezTo>
                    <a:pt x="10088" y="411"/>
                    <a:pt x="7832" y="1"/>
                    <a:pt x="5044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7953555" y="2672778"/>
              <a:ext cx="556249" cy="59108"/>
            </a:xfrm>
            <a:custGeom>
              <a:rect b="b" l="l" r="r" t="t"/>
              <a:pathLst>
                <a:path extrusionOk="0" h="852" w="8018">
                  <a:moveTo>
                    <a:pt x="4009" y="0"/>
                  </a:moveTo>
                  <a:cubicBezTo>
                    <a:pt x="1795" y="0"/>
                    <a:pt x="1" y="195"/>
                    <a:pt x="1" y="431"/>
                  </a:cubicBezTo>
                  <a:cubicBezTo>
                    <a:pt x="1" y="657"/>
                    <a:pt x="1795" y="851"/>
                    <a:pt x="4009" y="851"/>
                  </a:cubicBezTo>
                  <a:cubicBezTo>
                    <a:pt x="6223" y="851"/>
                    <a:pt x="8017" y="657"/>
                    <a:pt x="8017" y="431"/>
                  </a:cubicBezTo>
                  <a:cubicBezTo>
                    <a:pt x="8017" y="19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7953555" y="2672778"/>
              <a:ext cx="556249" cy="38503"/>
            </a:xfrm>
            <a:custGeom>
              <a:rect b="b" l="l" r="r" t="t"/>
              <a:pathLst>
                <a:path extrusionOk="0" h="555" w="8018">
                  <a:moveTo>
                    <a:pt x="4009" y="0"/>
                  </a:moveTo>
                  <a:cubicBezTo>
                    <a:pt x="1795" y="0"/>
                    <a:pt x="1" y="185"/>
                    <a:pt x="1" y="421"/>
                  </a:cubicBezTo>
                  <a:cubicBezTo>
                    <a:pt x="1" y="472"/>
                    <a:pt x="62" y="513"/>
                    <a:pt x="175" y="554"/>
                  </a:cubicBezTo>
                  <a:cubicBezTo>
                    <a:pt x="677" y="380"/>
                    <a:pt x="2205" y="246"/>
                    <a:pt x="4009" y="246"/>
                  </a:cubicBezTo>
                  <a:cubicBezTo>
                    <a:pt x="5824" y="246"/>
                    <a:pt x="7341" y="380"/>
                    <a:pt x="7853" y="554"/>
                  </a:cubicBezTo>
                  <a:cubicBezTo>
                    <a:pt x="7956" y="513"/>
                    <a:pt x="8017" y="472"/>
                    <a:pt x="8017" y="421"/>
                  </a:cubicBezTo>
                  <a:cubicBezTo>
                    <a:pt x="801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7920115" y="2596673"/>
              <a:ext cx="699924" cy="163656"/>
            </a:xfrm>
            <a:custGeom>
              <a:rect b="b" l="l" r="r" t="t"/>
              <a:pathLst>
                <a:path extrusionOk="0" h="2359" w="10089">
                  <a:moveTo>
                    <a:pt x="1" y="1"/>
                  </a:moveTo>
                  <a:lnTo>
                    <a:pt x="1" y="1446"/>
                  </a:lnTo>
                  <a:cubicBezTo>
                    <a:pt x="1" y="1948"/>
                    <a:pt x="2256" y="2358"/>
                    <a:pt x="5045" y="2358"/>
                  </a:cubicBezTo>
                  <a:cubicBezTo>
                    <a:pt x="7833" y="2358"/>
                    <a:pt x="10088" y="1948"/>
                    <a:pt x="10088" y="1446"/>
                  </a:cubicBezTo>
                  <a:lnTo>
                    <a:pt x="10088" y="1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7927955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7970621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7" y="33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019739" y="2554700"/>
              <a:ext cx="16373" cy="230533"/>
            </a:xfrm>
            <a:custGeom>
              <a:rect b="b" l="l" r="r" t="t"/>
              <a:pathLst>
                <a:path extrusionOk="0" h="3323" w="236">
                  <a:moveTo>
                    <a:pt x="0" y="1"/>
                  </a:moveTo>
                  <a:lnTo>
                    <a:pt x="0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8080859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8148432" y="2554700"/>
              <a:ext cx="16442" cy="230533"/>
            </a:xfrm>
            <a:custGeom>
              <a:rect b="b" l="l" r="r" t="t"/>
              <a:pathLst>
                <a:path extrusionOk="0" h="3323" w="237">
                  <a:moveTo>
                    <a:pt x="1" y="1"/>
                  </a:moveTo>
                  <a:lnTo>
                    <a:pt x="1" y="3322"/>
                  </a:lnTo>
                  <a:lnTo>
                    <a:pt x="236" y="3322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7920115" y="2531945"/>
              <a:ext cx="699924" cy="125985"/>
            </a:xfrm>
            <a:custGeom>
              <a:rect b="b" l="l" r="r" t="t"/>
              <a:pathLst>
                <a:path extrusionOk="0" h="1816" w="10089">
                  <a:moveTo>
                    <a:pt x="5045" y="1"/>
                  </a:moveTo>
                  <a:cubicBezTo>
                    <a:pt x="2256" y="1"/>
                    <a:pt x="1" y="400"/>
                    <a:pt x="1" y="913"/>
                  </a:cubicBezTo>
                  <a:cubicBezTo>
                    <a:pt x="1" y="1415"/>
                    <a:pt x="2256" y="1815"/>
                    <a:pt x="5045" y="1815"/>
                  </a:cubicBezTo>
                  <a:cubicBezTo>
                    <a:pt x="7833" y="1815"/>
                    <a:pt x="10088" y="1415"/>
                    <a:pt x="10088" y="913"/>
                  </a:cubicBezTo>
                  <a:cubicBezTo>
                    <a:pt x="10088" y="400"/>
                    <a:pt x="7833" y="1"/>
                    <a:pt x="5045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7992683" y="2559002"/>
              <a:ext cx="555486" cy="58344"/>
            </a:xfrm>
            <a:custGeom>
              <a:rect b="b" l="l" r="r" t="t"/>
              <a:pathLst>
                <a:path extrusionOk="0" h="841" w="8007">
                  <a:moveTo>
                    <a:pt x="4009" y="0"/>
                  </a:moveTo>
                  <a:cubicBezTo>
                    <a:pt x="1795" y="0"/>
                    <a:pt x="1" y="195"/>
                    <a:pt x="1" y="421"/>
                  </a:cubicBezTo>
                  <a:cubicBezTo>
                    <a:pt x="1" y="646"/>
                    <a:pt x="1784" y="841"/>
                    <a:pt x="3999" y="841"/>
                  </a:cubicBezTo>
                  <a:cubicBezTo>
                    <a:pt x="6213" y="841"/>
                    <a:pt x="8007" y="656"/>
                    <a:pt x="8007" y="421"/>
                  </a:cubicBezTo>
                  <a:cubicBezTo>
                    <a:pt x="8007" y="185"/>
                    <a:pt x="6223" y="0"/>
                    <a:pt x="400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7992683" y="2559002"/>
              <a:ext cx="555486" cy="37740"/>
            </a:xfrm>
            <a:custGeom>
              <a:rect b="b" l="l" r="r" t="t"/>
              <a:pathLst>
                <a:path extrusionOk="0" h="544" w="8007">
                  <a:moveTo>
                    <a:pt x="3999" y="0"/>
                  </a:moveTo>
                  <a:cubicBezTo>
                    <a:pt x="1784" y="0"/>
                    <a:pt x="1" y="185"/>
                    <a:pt x="1" y="421"/>
                  </a:cubicBezTo>
                  <a:cubicBezTo>
                    <a:pt x="1" y="462"/>
                    <a:pt x="52" y="503"/>
                    <a:pt x="165" y="544"/>
                  </a:cubicBezTo>
                  <a:cubicBezTo>
                    <a:pt x="657" y="369"/>
                    <a:pt x="2194" y="236"/>
                    <a:pt x="3999" y="236"/>
                  </a:cubicBezTo>
                  <a:cubicBezTo>
                    <a:pt x="5813" y="236"/>
                    <a:pt x="7330" y="369"/>
                    <a:pt x="7833" y="544"/>
                  </a:cubicBezTo>
                  <a:cubicBezTo>
                    <a:pt x="7945" y="503"/>
                    <a:pt x="8007" y="462"/>
                    <a:pt x="8007" y="421"/>
                  </a:cubicBezTo>
                  <a:cubicBezTo>
                    <a:pt x="8007" y="185"/>
                    <a:pt x="6213" y="0"/>
                    <a:pt x="399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7540352" y="3339201"/>
              <a:ext cx="561174" cy="656288"/>
            </a:xfrm>
            <a:custGeom>
              <a:rect b="b" l="l" r="r" t="t"/>
              <a:pathLst>
                <a:path extrusionOk="0" h="9460" w="8089">
                  <a:moveTo>
                    <a:pt x="4060" y="0"/>
                  </a:moveTo>
                  <a:lnTo>
                    <a:pt x="1" y="8591"/>
                  </a:lnTo>
                  <a:lnTo>
                    <a:pt x="769" y="9032"/>
                  </a:lnTo>
                  <a:cubicBezTo>
                    <a:pt x="1375" y="9322"/>
                    <a:pt x="2016" y="9459"/>
                    <a:pt x="2653" y="9459"/>
                  </a:cubicBezTo>
                  <a:cubicBezTo>
                    <a:pt x="4399" y="9459"/>
                    <a:pt x="6110" y="8427"/>
                    <a:pt x="6951" y="6684"/>
                  </a:cubicBezTo>
                  <a:cubicBezTo>
                    <a:pt x="8089" y="4295"/>
                    <a:pt x="7177" y="1487"/>
                    <a:pt x="4911" y="400"/>
                  </a:cubicBezTo>
                  <a:lnTo>
                    <a:pt x="4060" y="0"/>
                  </a:ln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7333403" y="3318042"/>
              <a:ext cx="728299" cy="657883"/>
            </a:xfrm>
            <a:custGeom>
              <a:rect b="b" l="l" r="r" t="t"/>
              <a:pathLst>
                <a:path extrusionOk="0" h="9483" w="10498">
                  <a:moveTo>
                    <a:pt x="5436" y="0"/>
                  </a:moveTo>
                  <a:cubicBezTo>
                    <a:pt x="3691" y="0"/>
                    <a:pt x="1980" y="1033"/>
                    <a:pt x="1138" y="2776"/>
                  </a:cubicBezTo>
                  <a:cubicBezTo>
                    <a:pt x="0" y="5164"/>
                    <a:pt x="903" y="7973"/>
                    <a:pt x="3178" y="9060"/>
                  </a:cubicBezTo>
                  <a:cubicBezTo>
                    <a:pt x="3783" y="9347"/>
                    <a:pt x="4422" y="9483"/>
                    <a:pt x="5058" y="9483"/>
                  </a:cubicBezTo>
                  <a:cubicBezTo>
                    <a:pt x="6804" y="9483"/>
                    <a:pt x="8515" y="8454"/>
                    <a:pt x="9350" y="6702"/>
                  </a:cubicBezTo>
                  <a:cubicBezTo>
                    <a:pt x="10498" y="4324"/>
                    <a:pt x="9586" y="1515"/>
                    <a:pt x="7320" y="428"/>
                  </a:cubicBezTo>
                  <a:cubicBezTo>
                    <a:pt x="6714" y="138"/>
                    <a:pt x="6073" y="0"/>
                    <a:pt x="5436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7366842" y="3318042"/>
              <a:ext cx="625207" cy="482781"/>
            </a:xfrm>
            <a:custGeom>
              <a:rect b="b" l="l" r="r" t="t"/>
              <a:pathLst>
                <a:path extrusionOk="0" h="6959" w="9012">
                  <a:moveTo>
                    <a:pt x="4954" y="0"/>
                  </a:moveTo>
                  <a:cubicBezTo>
                    <a:pt x="3209" y="0"/>
                    <a:pt x="1498" y="1033"/>
                    <a:pt x="656" y="2776"/>
                  </a:cubicBezTo>
                  <a:cubicBezTo>
                    <a:pt x="21" y="4088"/>
                    <a:pt x="0" y="5626"/>
                    <a:pt x="615" y="6958"/>
                  </a:cubicBezTo>
                  <a:cubicBezTo>
                    <a:pt x="103" y="5677"/>
                    <a:pt x="144" y="4231"/>
                    <a:pt x="749" y="2991"/>
                  </a:cubicBezTo>
                  <a:cubicBezTo>
                    <a:pt x="1590" y="1248"/>
                    <a:pt x="3301" y="216"/>
                    <a:pt x="5047" y="216"/>
                  </a:cubicBezTo>
                  <a:cubicBezTo>
                    <a:pt x="5683" y="216"/>
                    <a:pt x="6325" y="353"/>
                    <a:pt x="6930" y="643"/>
                  </a:cubicBezTo>
                  <a:cubicBezTo>
                    <a:pt x="7843" y="1084"/>
                    <a:pt x="8581" y="1822"/>
                    <a:pt x="9011" y="2745"/>
                  </a:cubicBezTo>
                  <a:cubicBezTo>
                    <a:pt x="8601" y="1730"/>
                    <a:pt x="7822" y="900"/>
                    <a:pt x="6838" y="428"/>
                  </a:cubicBezTo>
                  <a:cubicBezTo>
                    <a:pt x="6232" y="138"/>
                    <a:pt x="5591" y="0"/>
                    <a:pt x="4954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7423037" y="3400391"/>
              <a:ext cx="548340" cy="508172"/>
            </a:xfrm>
            <a:custGeom>
              <a:rect b="b" l="l" r="r" t="t"/>
              <a:pathLst>
                <a:path extrusionOk="0" h="7325" w="7904">
                  <a:moveTo>
                    <a:pt x="4210" y="1"/>
                  </a:moveTo>
                  <a:cubicBezTo>
                    <a:pt x="2879" y="1"/>
                    <a:pt x="1555" y="823"/>
                    <a:pt x="892" y="2194"/>
                  </a:cubicBezTo>
                  <a:cubicBezTo>
                    <a:pt x="0" y="4049"/>
                    <a:pt x="656" y="6212"/>
                    <a:pt x="2337" y="7022"/>
                  </a:cubicBezTo>
                  <a:cubicBezTo>
                    <a:pt x="2771" y="7227"/>
                    <a:pt x="3231" y="7324"/>
                    <a:pt x="3691" y="7324"/>
                  </a:cubicBezTo>
                  <a:cubicBezTo>
                    <a:pt x="5026" y="7324"/>
                    <a:pt x="6356" y="6505"/>
                    <a:pt x="7012" y="5125"/>
                  </a:cubicBezTo>
                  <a:cubicBezTo>
                    <a:pt x="7904" y="3280"/>
                    <a:pt x="7258" y="1117"/>
                    <a:pt x="5567" y="307"/>
                  </a:cubicBezTo>
                  <a:cubicBezTo>
                    <a:pt x="5132" y="99"/>
                    <a:pt x="4670" y="1"/>
                    <a:pt x="4210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7423037" y="3392898"/>
              <a:ext cx="548340" cy="508103"/>
            </a:xfrm>
            <a:custGeom>
              <a:rect b="b" l="l" r="r" t="t"/>
              <a:pathLst>
                <a:path extrusionOk="0" h="7324" w="7904">
                  <a:moveTo>
                    <a:pt x="4214" y="0"/>
                  </a:moveTo>
                  <a:cubicBezTo>
                    <a:pt x="2882" y="0"/>
                    <a:pt x="1555" y="819"/>
                    <a:pt x="892" y="2199"/>
                  </a:cubicBezTo>
                  <a:cubicBezTo>
                    <a:pt x="0" y="4044"/>
                    <a:pt x="656" y="6207"/>
                    <a:pt x="2348" y="7017"/>
                  </a:cubicBezTo>
                  <a:cubicBezTo>
                    <a:pt x="2780" y="7225"/>
                    <a:pt x="3240" y="7324"/>
                    <a:pt x="3700" y="7324"/>
                  </a:cubicBezTo>
                  <a:cubicBezTo>
                    <a:pt x="5030" y="7324"/>
                    <a:pt x="6360" y="6502"/>
                    <a:pt x="7022" y="5131"/>
                  </a:cubicBezTo>
                  <a:cubicBezTo>
                    <a:pt x="7904" y="3275"/>
                    <a:pt x="7258" y="1112"/>
                    <a:pt x="5567" y="302"/>
                  </a:cubicBezTo>
                  <a:cubicBezTo>
                    <a:pt x="5133" y="98"/>
                    <a:pt x="4673" y="0"/>
                    <a:pt x="4214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7423037" y="3392482"/>
              <a:ext cx="295191" cy="508103"/>
            </a:xfrm>
            <a:custGeom>
              <a:rect b="b" l="l" r="r" t="t"/>
              <a:pathLst>
                <a:path extrusionOk="0" h="7324" w="4255">
                  <a:moveTo>
                    <a:pt x="4229" y="1"/>
                  </a:moveTo>
                  <a:cubicBezTo>
                    <a:pt x="2885" y="1"/>
                    <a:pt x="1554" y="819"/>
                    <a:pt x="892" y="2205"/>
                  </a:cubicBezTo>
                  <a:cubicBezTo>
                    <a:pt x="0" y="4050"/>
                    <a:pt x="646" y="6213"/>
                    <a:pt x="2337" y="7023"/>
                  </a:cubicBezTo>
                  <a:cubicBezTo>
                    <a:pt x="2754" y="7223"/>
                    <a:pt x="3214" y="7324"/>
                    <a:pt x="3674" y="7324"/>
                  </a:cubicBezTo>
                  <a:cubicBezTo>
                    <a:pt x="3803" y="7324"/>
                    <a:pt x="3932" y="7316"/>
                    <a:pt x="4060" y="7300"/>
                  </a:cubicBezTo>
                  <a:cubicBezTo>
                    <a:pt x="3609" y="7300"/>
                    <a:pt x="3168" y="7197"/>
                    <a:pt x="2758" y="7003"/>
                  </a:cubicBezTo>
                  <a:cubicBezTo>
                    <a:pt x="1066" y="6193"/>
                    <a:pt x="410" y="4030"/>
                    <a:pt x="1302" y="2184"/>
                  </a:cubicBezTo>
                  <a:cubicBezTo>
                    <a:pt x="1907" y="934"/>
                    <a:pt x="3055" y="144"/>
                    <a:pt x="4254" y="1"/>
                  </a:cubicBezTo>
                  <a:cubicBezTo>
                    <a:pt x="4246" y="1"/>
                    <a:pt x="4238" y="1"/>
                    <a:pt x="422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7573791" y="3492522"/>
              <a:ext cx="258214" cy="298590"/>
            </a:xfrm>
            <a:custGeom>
              <a:rect b="b" l="l" r="r" t="t"/>
              <a:pathLst>
                <a:path extrusionOk="0" h="4304" w="3722">
                  <a:moveTo>
                    <a:pt x="2647" y="0"/>
                  </a:moveTo>
                  <a:cubicBezTo>
                    <a:pt x="2637" y="0"/>
                    <a:pt x="2626" y="2"/>
                    <a:pt x="2615" y="4"/>
                  </a:cubicBezTo>
                  <a:cubicBezTo>
                    <a:pt x="2584" y="15"/>
                    <a:pt x="2543" y="35"/>
                    <a:pt x="2533" y="66"/>
                  </a:cubicBezTo>
                  <a:lnTo>
                    <a:pt x="2338" y="384"/>
                  </a:lnTo>
                  <a:cubicBezTo>
                    <a:pt x="2194" y="332"/>
                    <a:pt x="2040" y="302"/>
                    <a:pt x="1887" y="291"/>
                  </a:cubicBezTo>
                  <a:cubicBezTo>
                    <a:pt x="1853" y="289"/>
                    <a:pt x="1820" y="288"/>
                    <a:pt x="1787" y="288"/>
                  </a:cubicBezTo>
                  <a:cubicBezTo>
                    <a:pt x="1687" y="288"/>
                    <a:pt x="1587" y="299"/>
                    <a:pt x="1487" y="322"/>
                  </a:cubicBezTo>
                  <a:cubicBezTo>
                    <a:pt x="1374" y="353"/>
                    <a:pt x="1261" y="404"/>
                    <a:pt x="1169" y="476"/>
                  </a:cubicBezTo>
                  <a:cubicBezTo>
                    <a:pt x="1067" y="548"/>
                    <a:pt x="995" y="630"/>
                    <a:pt x="933" y="732"/>
                  </a:cubicBezTo>
                  <a:cubicBezTo>
                    <a:pt x="790" y="948"/>
                    <a:pt x="749" y="1214"/>
                    <a:pt x="810" y="1460"/>
                  </a:cubicBezTo>
                  <a:cubicBezTo>
                    <a:pt x="903" y="1757"/>
                    <a:pt x="1077" y="2014"/>
                    <a:pt x="1323" y="2198"/>
                  </a:cubicBezTo>
                  <a:cubicBezTo>
                    <a:pt x="1466" y="2342"/>
                    <a:pt x="1600" y="2465"/>
                    <a:pt x="1712" y="2557"/>
                  </a:cubicBezTo>
                  <a:cubicBezTo>
                    <a:pt x="1805" y="2639"/>
                    <a:pt x="1897" y="2721"/>
                    <a:pt x="1979" y="2813"/>
                  </a:cubicBezTo>
                  <a:cubicBezTo>
                    <a:pt x="2030" y="2875"/>
                    <a:pt x="2081" y="2936"/>
                    <a:pt x="2112" y="3008"/>
                  </a:cubicBezTo>
                  <a:cubicBezTo>
                    <a:pt x="2133" y="3049"/>
                    <a:pt x="2133" y="3100"/>
                    <a:pt x="2112" y="3152"/>
                  </a:cubicBezTo>
                  <a:cubicBezTo>
                    <a:pt x="2074" y="3213"/>
                    <a:pt x="2013" y="3245"/>
                    <a:pt x="1934" y="3245"/>
                  </a:cubicBezTo>
                  <a:cubicBezTo>
                    <a:pt x="1907" y="3245"/>
                    <a:pt x="1877" y="3241"/>
                    <a:pt x="1846" y="3234"/>
                  </a:cubicBezTo>
                  <a:cubicBezTo>
                    <a:pt x="1692" y="3182"/>
                    <a:pt x="1538" y="3121"/>
                    <a:pt x="1405" y="3029"/>
                  </a:cubicBezTo>
                  <a:cubicBezTo>
                    <a:pt x="1323" y="2977"/>
                    <a:pt x="1251" y="2926"/>
                    <a:pt x="1190" y="2854"/>
                  </a:cubicBezTo>
                  <a:cubicBezTo>
                    <a:pt x="1138" y="2803"/>
                    <a:pt x="1097" y="2752"/>
                    <a:pt x="1067" y="2690"/>
                  </a:cubicBezTo>
                  <a:cubicBezTo>
                    <a:pt x="1046" y="2649"/>
                    <a:pt x="1026" y="2598"/>
                    <a:pt x="1015" y="2547"/>
                  </a:cubicBezTo>
                  <a:cubicBezTo>
                    <a:pt x="1005" y="2506"/>
                    <a:pt x="995" y="2475"/>
                    <a:pt x="995" y="2465"/>
                  </a:cubicBezTo>
                  <a:cubicBezTo>
                    <a:pt x="985" y="2424"/>
                    <a:pt x="964" y="2393"/>
                    <a:pt x="944" y="2372"/>
                  </a:cubicBezTo>
                  <a:cubicBezTo>
                    <a:pt x="923" y="2342"/>
                    <a:pt x="892" y="2311"/>
                    <a:pt x="851" y="2290"/>
                  </a:cubicBezTo>
                  <a:lnTo>
                    <a:pt x="246" y="1921"/>
                  </a:lnTo>
                  <a:cubicBezTo>
                    <a:pt x="225" y="1914"/>
                    <a:pt x="203" y="1907"/>
                    <a:pt x="185" y="1907"/>
                  </a:cubicBezTo>
                  <a:cubicBezTo>
                    <a:pt x="177" y="1907"/>
                    <a:pt x="170" y="1908"/>
                    <a:pt x="164" y="1911"/>
                  </a:cubicBezTo>
                  <a:cubicBezTo>
                    <a:pt x="134" y="1911"/>
                    <a:pt x="103" y="1932"/>
                    <a:pt x="93" y="1962"/>
                  </a:cubicBezTo>
                  <a:cubicBezTo>
                    <a:pt x="41" y="2055"/>
                    <a:pt x="11" y="2157"/>
                    <a:pt x="11" y="2270"/>
                  </a:cubicBezTo>
                  <a:cubicBezTo>
                    <a:pt x="0" y="2393"/>
                    <a:pt x="21" y="2516"/>
                    <a:pt x="62" y="2629"/>
                  </a:cubicBezTo>
                  <a:cubicBezTo>
                    <a:pt x="113" y="2762"/>
                    <a:pt x="175" y="2895"/>
                    <a:pt x="257" y="3018"/>
                  </a:cubicBezTo>
                  <a:cubicBezTo>
                    <a:pt x="339" y="3162"/>
                    <a:pt x="451" y="3285"/>
                    <a:pt x="574" y="3398"/>
                  </a:cubicBezTo>
                  <a:lnTo>
                    <a:pt x="390" y="3715"/>
                  </a:lnTo>
                  <a:cubicBezTo>
                    <a:pt x="369" y="3746"/>
                    <a:pt x="359" y="3787"/>
                    <a:pt x="380" y="3828"/>
                  </a:cubicBezTo>
                  <a:cubicBezTo>
                    <a:pt x="380" y="3859"/>
                    <a:pt x="410" y="3890"/>
                    <a:pt x="441" y="3910"/>
                  </a:cubicBezTo>
                  <a:lnTo>
                    <a:pt x="1056" y="4279"/>
                  </a:lnTo>
                  <a:cubicBezTo>
                    <a:pt x="1079" y="4294"/>
                    <a:pt x="1101" y="4304"/>
                    <a:pt x="1128" y="4304"/>
                  </a:cubicBezTo>
                  <a:cubicBezTo>
                    <a:pt x="1138" y="4304"/>
                    <a:pt x="1148" y="4302"/>
                    <a:pt x="1159" y="4300"/>
                  </a:cubicBezTo>
                  <a:cubicBezTo>
                    <a:pt x="1200" y="4300"/>
                    <a:pt x="1231" y="4269"/>
                    <a:pt x="1241" y="4238"/>
                  </a:cubicBezTo>
                  <a:lnTo>
                    <a:pt x="1425" y="3931"/>
                  </a:lnTo>
                  <a:cubicBezTo>
                    <a:pt x="1579" y="4002"/>
                    <a:pt x="1743" y="4043"/>
                    <a:pt x="1907" y="4074"/>
                  </a:cubicBezTo>
                  <a:cubicBezTo>
                    <a:pt x="1979" y="4090"/>
                    <a:pt x="2053" y="4097"/>
                    <a:pt x="2128" y="4097"/>
                  </a:cubicBezTo>
                  <a:cubicBezTo>
                    <a:pt x="2202" y="4097"/>
                    <a:pt x="2276" y="4090"/>
                    <a:pt x="2348" y="4074"/>
                  </a:cubicBezTo>
                  <a:cubicBezTo>
                    <a:pt x="2481" y="4054"/>
                    <a:pt x="2604" y="4013"/>
                    <a:pt x="2717" y="3941"/>
                  </a:cubicBezTo>
                  <a:cubicBezTo>
                    <a:pt x="2830" y="3859"/>
                    <a:pt x="2922" y="3767"/>
                    <a:pt x="2984" y="3654"/>
                  </a:cubicBezTo>
                  <a:cubicBezTo>
                    <a:pt x="3055" y="3531"/>
                    <a:pt x="3107" y="3398"/>
                    <a:pt x="3127" y="3264"/>
                  </a:cubicBezTo>
                  <a:cubicBezTo>
                    <a:pt x="3148" y="3141"/>
                    <a:pt x="3137" y="3008"/>
                    <a:pt x="3096" y="2885"/>
                  </a:cubicBezTo>
                  <a:cubicBezTo>
                    <a:pt x="3045" y="2752"/>
                    <a:pt x="2973" y="2629"/>
                    <a:pt x="2881" y="2516"/>
                  </a:cubicBezTo>
                  <a:cubicBezTo>
                    <a:pt x="2768" y="2372"/>
                    <a:pt x="2645" y="2239"/>
                    <a:pt x="2502" y="2126"/>
                  </a:cubicBezTo>
                  <a:cubicBezTo>
                    <a:pt x="2348" y="1983"/>
                    <a:pt x="2225" y="1870"/>
                    <a:pt x="2122" y="1778"/>
                  </a:cubicBezTo>
                  <a:cubicBezTo>
                    <a:pt x="2040" y="1706"/>
                    <a:pt x="1958" y="1624"/>
                    <a:pt x="1887" y="1542"/>
                  </a:cubicBezTo>
                  <a:cubicBezTo>
                    <a:pt x="1846" y="1491"/>
                    <a:pt x="1805" y="1429"/>
                    <a:pt x="1784" y="1368"/>
                  </a:cubicBezTo>
                  <a:cubicBezTo>
                    <a:pt x="1774" y="1327"/>
                    <a:pt x="1784" y="1276"/>
                    <a:pt x="1805" y="1245"/>
                  </a:cubicBezTo>
                  <a:cubicBezTo>
                    <a:pt x="1825" y="1204"/>
                    <a:pt x="1866" y="1173"/>
                    <a:pt x="1907" y="1163"/>
                  </a:cubicBezTo>
                  <a:cubicBezTo>
                    <a:pt x="1933" y="1153"/>
                    <a:pt x="1956" y="1147"/>
                    <a:pt x="1979" y="1147"/>
                  </a:cubicBezTo>
                  <a:cubicBezTo>
                    <a:pt x="2002" y="1147"/>
                    <a:pt x="2025" y="1153"/>
                    <a:pt x="2051" y="1163"/>
                  </a:cubicBezTo>
                  <a:cubicBezTo>
                    <a:pt x="2102" y="1173"/>
                    <a:pt x="2163" y="1183"/>
                    <a:pt x="2215" y="1214"/>
                  </a:cubicBezTo>
                  <a:cubicBezTo>
                    <a:pt x="2276" y="1235"/>
                    <a:pt x="2327" y="1265"/>
                    <a:pt x="2389" y="1306"/>
                  </a:cubicBezTo>
                  <a:cubicBezTo>
                    <a:pt x="2461" y="1347"/>
                    <a:pt x="2522" y="1388"/>
                    <a:pt x="2584" y="1450"/>
                  </a:cubicBezTo>
                  <a:cubicBezTo>
                    <a:pt x="2625" y="1491"/>
                    <a:pt x="2656" y="1542"/>
                    <a:pt x="2686" y="1593"/>
                  </a:cubicBezTo>
                  <a:cubicBezTo>
                    <a:pt x="2707" y="1624"/>
                    <a:pt x="2727" y="1665"/>
                    <a:pt x="2738" y="1706"/>
                  </a:cubicBezTo>
                  <a:cubicBezTo>
                    <a:pt x="2748" y="1737"/>
                    <a:pt x="2758" y="1757"/>
                    <a:pt x="2758" y="1778"/>
                  </a:cubicBezTo>
                  <a:cubicBezTo>
                    <a:pt x="2768" y="1809"/>
                    <a:pt x="2779" y="1850"/>
                    <a:pt x="2809" y="1880"/>
                  </a:cubicBezTo>
                  <a:cubicBezTo>
                    <a:pt x="2830" y="1911"/>
                    <a:pt x="2861" y="1942"/>
                    <a:pt x="2902" y="1962"/>
                  </a:cubicBezTo>
                  <a:lnTo>
                    <a:pt x="3506" y="2331"/>
                  </a:lnTo>
                  <a:cubicBezTo>
                    <a:pt x="3537" y="2342"/>
                    <a:pt x="3558" y="2342"/>
                    <a:pt x="3588" y="2342"/>
                  </a:cubicBezTo>
                  <a:cubicBezTo>
                    <a:pt x="3619" y="2331"/>
                    <a:pt x="3650" y="2321"/>
                    <a:pt x="3660" y="2290"/>
                  </a:cubicBezTo>
                  <a:cubicBezTo>
                    <a:pt x="3701" y="2208"/>
                    <a:pt x="3722" y="2106"/>
                    <a:pt x="3722" y="2014"/>
                  </a:cubicBezTo>
                  <a:cubicBezTo>
                    <a:pt x="3722" y="1901"/>
                    <a:pt x="3701" y="1778"/>
                    <a:pt x="3670" y="1665"/>
                  </a:cubicBezTo>
                  <a:cubicBezTo>
                    <a:pt x="3629" y="1532"/>
                    <a:pt x="3568" y="1409"/>
                    <a:pt x="3496" y="1296"/>
                  </a:cubicBezTo>
                  <a:cubicBezTo>
                    <a:pt x="3414" y="1163"/>
                    <a:pt x="3312" y="1040"/>
                    <a:pt x="3199" y="927"/>
                  </a:cubicBezTo>
                  <a:lnTo>
                    <a:pt x="3394" y="589"/>
                  </a:lnTo>
                  <a:cubicBezTo>
                    <a:pt x="3404" y="558"/>
                    <a:pt x="3414" y="517"/>
                    <a:pt x="3404" y="486"/>
                  </a:cubicBezTo>
                  <a:cubicBezTo>
                    <a:pt x="3394" y="445"/>
                    <a:pt x="3363" y="414"/>
                    <a:pt x="3332" y="394"/>
                  </a:cubicBezTo>
                  <a:lnTo>
                    <a:pt x="2727" y="25"/>
                  </a:lnTo>
                  <a:cubicBezTo>
                    <a:pt x="2705" y="10"/>
                    <a:pt x="2677" y="0"/>
                    <a:pt x="2647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7566645" y="3487527"/>
              <a:ext cx="258283" cy="297203"/>
            </a:xfrm>
            <a:custGeom>
              <a:rect b="b" l="l" r="r" t="t"/>
              <a:pathLst>
                <a:path extrusionOk="0" h="4284" w="3723">
                  <a:moveTo>
                    <a:pt x="2646" y="1"/>
                  </a:moveTo>
                  <a:cubicBezTo>
                    <a:pt x="2636" y="1"/>
                    <a:pt x="2626" y="2"/>
                    <a:pt x="2615" y="5"/>
                  </a:cubicBezTo>
                  <a:cubicBezTo>
                    <a:pt x="2574" y="15"/>
                    <a:pt x="2543" y="35"/>
                    <a:pt x="2533" y="66"/>
                  </a:cubicBezTo>
                  <a:lnTo>
                    <a:pt x="2338" y="384"/>
                  </a:lnTo>
                  <a:cubicBezTo>
                    <a:pt x="2195" y="333"/>
                    <a:pt x="2041" y="302"/>
                    <a:pt x="1887" y="292"/>
                  </a:cubicBezTo>
                  <a:cubicBezTo>
                    <a:pt x="1854" y="289"/>
                    <a:pt x="1821" y="288"/>
                    <a:pt x="1787" y="288"/>
                  </a:cubicBezTo>
                  <a:cubicBezTo>
                    <a:pt x="1687" y="288"/>
                    <a:pt x="1587" y="299"/>
                    <a:pt x="1487" y="322"/>
                  </a:cubicBezTo>
                  <a:cubicBezTo>
                    <a:pt x="1375" y="353"/>
                    <a:pt x="1262" y="404"/>
                    <a:pt x="1170" y="476"/>
                  </a:cubicBezTo>
                  <a:cubicBezTo>
                    <a:pt x="1067" y="538"/>
                    <a:pt x="995" y="630"/>
                    <a:pt x="934" y="732"/>
                  </a:cubicBezTo>
                  <a:cubicBezTo>
                    <a:pt x="790" y="948"/>
                    <a:pt x="749" y="1204"/>
                    <a:pt x="811" y="1460"/>
                  </a:cubicBezTo>
                  <a:cubicBezTo>
                    <a:pt x="862" y="1696"/>
                    <a:pt x="1036" y="1942"/>
                    <a:pt x="1323" y="2198"/>
                  </a:cubicBezTo>
                  <a:cubicBezTo>
                    <a:pt x="1467" y="2342"/>
                    <a:pt x="1600" y="2455"/>
                    <a:pt x="1713" y="2557"/>
                  </a:cubicBezTo>
                  <a:cubicBezTo>
                    <a:pt x="1805" y="2639"/>
                    <a:pt x="1897" y="2721"/>
                    <a:pt x="1979" y="2814"/>
                  </a:cubicBezTo>
                  <a:cubicBezTo>
                    <a:pt x="2031" y="2865"/>
                    <a:pt x="2072" y="2926"/>
                    <a:pt x="2102" y="2998"/>
                  </a:cubicBezTo>
                  <a:cubicBezTo>
                    <a:pt x="2133" y="3049"/>
                    <a:pt x="2133" y="3101"/>
                    <a:pt x="2102" y="3142"/>
                  </a:cubicBezTo>
                  <a:cubicBezTo>
                    <a:pt x="2066" y="3207"/>
                    <a:pt x="1994" y="3241"/>
                    <a:pt x="1922" y="3241"/>
                  </a:cubicBezTo>
                  <a:cubicBezTo>
                    <a:pt x="1892" y="3241"/>
                    <a:pt x="1863" y="3236"/>
                    <a:pt x="1836" y="3224"/>
                  </a:cubicBezTo>
                  <a:cubicBezTo>
                    <a:pt x="1682" y="3183"/>
                    <a:pt x="1528" y="3111"/>
                    <a:pt x="1395" y="3029"/>
                  </a:cubicBezTo>
                  <a:cubicBezTo>
                    <a:pt x="1313" y="2967"/>
                    <a:pt x="1241" y="2906"/>
                    <a:pt x="1190" y="2834"/>
                  </a:cubicBezTo>
                  <a:cubicBezTo>
                    <a:pt x="1139" y="2783"/>
                    <a:pt x="1098" y="2732"/>
                    <a:pt x="1067" y="2670"/>
                  </a:cubicBezTo>
                  <a:cubicBezTo>
                    <a:pt x="1047" y="2629"/>
                    <a:pt x="1026" y="2578"/>
                    <a:pt x="1016" y="2526"/>
                  </a:cubicBezTo>
                  <a:cubicBezTo>
                    <a:pt x="1006" y="2485"/>
                    <a:pt x="995" y="2455"/>
                    <a:pt x="995" y="2444"/>
                  </a:cubicBezTo>
                  <a:cubicBezTo>
                    <a:pt x="985" y="2403"/>
                    <a:pt x="965" y="2373"/>
                    <a:pt x="944" y="2352"/>
                  </a:cubicBezTo>
                  <a:cubicBezTo>
                    <a:pt x="924" y="2321"/>
                    <a:pt x="893" y="2291"/>
                    <a:pt x="852" y="2270"/>
                  </a:cubicBezTo>
                  <a:lnTo>
                    <a:pt x="247" y="1901"/>
                  </a:lnTo>
                  <a:cubicBezTo>
                    <a:pt x="225" y="1894"/>
                    <a:pt x="203" y="1887"/>
                    <a:pt x="185" y="1887"/>
                  </a:cubicBezTo>
                  <a:cubicBezTo>
                    <a:pt x="178" y="1887"/>
                    <a:pt x="171" y="1888"/>
                    <a:pt x="165" y="1891"/>
                  </a:cubicBezTo>
                  <a:cubicBezTo>
                    <a:pt x="134" y="1891"/>
                    <a:pt x="103" y="1911"/>
                    <a:pt x="93" y="1942"/>
                  </a:cubicBezTo>
                  <a:cubicBezTo>
                    <a:pt x="42" y="2034"/>
                    <a:pt x="11" y="2137"/>
                    <a:pt x="11" y="2250"/>
                  </a:cubicBezTo>
                  <a:cubicBezTo>
                    <a:pt x="1" y="2373"/>
                    <a:pt x="21" y="2496"/>
                    <a:pt x="62" y="2608"/>
                  </a:cubicBezTo>
                  <a:cubicBezTo>
                    <a:pt x="114" y="2742"/>
                    <a:pt x="175" y="2875"/>
                    <a:pt x="247" y="2998"/>
                  </a:cubicBezTo>
                  <a:cubicBezTo>
                    <a:pt x="339" y="3131"/>
                    <a:pt x="452" y="3265"/>
                    <a:pt x="575" y="3377"/>
                  </a:cubicBezTo>
                  <a:lnTo>
                    <a:pt x="390" y="3695"/>
                  </a:lnTo>
                  <a:cubicBezTo>
                    <a:pt x="370" y="3726"/>
                    <a:pt x="360" y="3767"/>
                    <a:pt x="380" y="3808"/>
                  </a:cubicBezTo>
                  <a:cubicBezTo>
                    <a:pt x="380" y="3839"/>
                    <a:pt x="411" y="3869"/>
                    <a:pt x="442" y="3890"/>
                  </a:cubicBezTo>
                  <a:lnTo>
                    <a:pt x="1047" y="4259"/>
                  </a:lnTo>
                  <a:cubicBezTo>
                    <a:pt x="1077" y="4274"/>
                    <a:pt x="1101" y="4283"/>
                    <a:pt x="1128" y="4283"/>
                  </a:cubicBezTo>
                  <a:cubicBezTo>
                    <a:pt x="1138" y="4283"/>
                    <a:pt x="1148" y="4282"/>
                    <a:pt x="1159" y="4279"/>
                  </a:cubicBezTo>
                  <a:cubicBezTo>
                    <a:pt x="1200" y="4269"/>
                    <a:pt x="1231" y="4249"/>
                    <a:pt x="1241" y="4218"/>
                  </a:cubicBezTo>
                  <a:lnTo>
                    <a:pt x="1426" y="3910"/>
                  </a:lnTo>
                  <a:cubicBezTo>
                    <a:pt x="1580" y="3982"/>
                    <a:pt x="1744" y="4023"/>
                    <a:pt x="1908" y="4054"/>
                  </a:cubicBezTo>
                  <a:cubicBezTo>
                    <a:pt x="1979" y="4064"/>
                    <a:pt x="2054" y="4069"/>
                    <a:pt x="2128" y="4069"/>
                  </a:cubicBezTo>
                  <a:cubicBezTo>
                    <a:pt x="2202" y="4069"/>
                    <a:pt x="2277" y="4064"/>
                    <a:pt x="2348" y="4054"/>
                  </a:cubicBezTo>
                  <a:cubicBezTo>
                    <a:pt x="2482" y="4033"/>
                    <a:pt x="2605" y="3982"/>
                    <a:pt x="2718" y="3910"/>
                  </a:cubicBezTo>
                  <a:cubicBezTo>
                    <a:pt x="2830" y="3839"/>
                    <a:pt x="2923" y="3746"/>
                    <a:pt x="2984" y="3623"/>
                  </a:cubicBezTo>
                  <a:cubicBezTo>
                    <a:pt x="3056" y="3511"/>
                    <a:pt x="3107" y="3377"/>
                    <a:pt x="3128" y="3244"/>
                  </a:cubicBezTo>
                  <a:cubicBezTo>
                    <a:pt x="3148" y="3121"/>
                    <a:pt x="3138" y="2988"/>
                    <a:pt x="3097" y="2865"/>
                  </a:cubicBezTo>
                  <a:cubicBezTo>
                    <a:pt x="3046" y="2732"/>
                    <a:pt x="2974" y="2608"/>
                    <a:pt x="2882" y="2496"/>
                  </a:cubicBezTo>
                  <a:cubicBezTo>
                    <a:pt x="2769" y="2352"/>
                    <a:pt x="2646" y="2219"/>
                    <a:pt x="2502" y="2096"/>
                  </a:cubicBezTo>
                  <a:cubicBezTo>
                    <a:pt x="2348" y="1963"/>
                    <a:pt x="2225" y="1850"/>
                    <a:pt x="2123" y="1758"/>
                  </a:cubicBezTo>
                  <a:cubicBezTo>
                    <a:pt x="2041" y="1686"/>
                    <a:pt x="1959" y="1604"/>
                    <a:pt x="1887" y="1522"/>
                  </a:cubicBezTo>
                  <a:cubicBezTo>
                    <a:pt x="1846" y="1471"/>
                    <a:pt x="1805" y="1409"/>
                    <a:pt x="1785" y="1348"/>
                  </a:cubicBezTo>
                  <a:cubicBezTo>
                    <a:pt x="1774" y="1307"/>
                    <a:pt x="1785" y="1255"/>
                    <a:pt x="1805" y="1225"/>
                  </a:cubicBezTo>
                  <a:cubicBezTo>
                    <a:pt x="1826" y="1184"/>
                    <a:pt x="1867" y="1153"/>
                    <a:pt x="1908" y="1143"/>
                  </a:cubicBezTo>
                  <a:cubicBezTo>
                    <a:pt x="1933" y="1132"/>
                    <a:pt x="1956" y="1127"/>
                    <a:pt x="1979" y="1127"/>
                  </a:cubicBezTo>
                  <a:cubicBezTo>
                    <a:pt x="2002" y="1127"/>
                    <a:pt x="2026" y="1132"/>
                    <a:pt x="2051" y="1143"/>
                  </a:cubicBezTo>
                  <a:cubicBezTo>
                    <a:pt x="2102" y="1153"/>
                    <a:pt x="2164" y="1163"/>
                    <a:pt x="2215" y="1194"/>
                  </a:cubicBezTo>
                  <a:cubicBezTo>
                    <a:pt x="2277" y="1214"/>
                    <a:pt x="2338" y="1245"/>
                    <a:pt x="2389" y="1286"/>
                  </a:cubicBezTo>
                  <a:cubicBezTo>
                    <a:pt x="2461" y="1327"/>
                    <a:pt x="2523" y="1368"/>
                    <a:pt x="2584" y="1430"/>
                  </a:cubicBezTo>
                  <a:cubicBezTo>
                    <a:pt x="2625" y="1471"/>
                    <a:pt x="2656" y="1522"/>
                    <a:pt x="2687" y="1573"/>
                  </a:cubicBezTo>
                  <a:cubicBezTo>
                    <a:pt x="2707" y="1604"/>
                    <a:pt x="2728" y="1645"/>
                    <a:pt x="2738" y="1686"/>
                  </a:cubicBezTo>
                  <a:cubicBezTo>
                    <a:pt x="2748" y="1717"/>
                    <a:pt x="2759" y="1747"/>
                    <a:pt x="2759" y="1758"/>
                  </a:cubicBezTo>
                  <a:cubicBezTo>
                    <a:pt x="2769" y="1788"/>
                    <a:pt x="2779" y="1829"/>
                    <a:pt x="2810" y="1860"/>
                  </a:cubicBezTo>
                  <a:cubicBezTo>
                    <a:pt x="2830" y="1891"/>
                    <a:pt x="2861" y="1922"/>
                    <a:pt x="2902" y="1942"/>
                  </a:cubicBezTo>
                  <a:lnTo>
                    <a:pt x="3507" y="2311"/>
                  </a:lnTo>
                  <a:cubicBezTo>
                    <a:pt x="3529" y="2318"/>
                    <a:pt x="3545" y="2326"/>
                    <a:pt x="3564" y="2326"/>
                  </a:cubicBezTo>
                  <a:cubicBezTo>
                    <a:pt x="3572" y="2326"/>
                    <a:pt x="3580" y="2324"/>
                    <a:pt x="3589" y="2321"/>
                  </a:cubicBezTo>
                  <a:cubicBezTo>
                    <a:pt x="3620" y="2311"/>
                    <a:pt x="3650" y="2301"/>
                    <a:pt x="3661" y="2270"/>
                  </a:cubicBezTo>
                  <a:cubicBezTo>
                    <a:pt x="3702" y="2188"/>
                    <a:pt x="3722" y="2086"/>
                    <a:pt x="3722" y="1993"/>
                  </a:cubicBezTo>
                  <a:cubicBezTo>
                    <a:pt x="3722" y="1881"/>
                    <a:pt x="3702" y="1758"/>
                    <a:pt x="3671" y="1645"/>
                  </a:cubicBezTo>
                  <a:cubicBezTo>
                    <a:pt x="3630" y="1512"/>
                    <a:pt x="3568" y="1389"/>
                    <a:pt x="3497" y="1276"/>
                  </a:cubicBezTo>
                  <a:cubicBezTo>
                    <a:pt x="3415" y="1143"/>
                    <a:pt x="3312" y="1020"/>
                    <a:pt x="3199" y="907"/>
                  </a:cubicBezTo>
                  <a:lnTo>
                    <a:pt x="3394" y="589"/>
                  </a:lnTo>
                  <a:cubicBezTo>
                    <a:pt x="3404" y="558"/>
                    <a:pt x="3415" y="517"/>
                    <a:pt x="3404" y="486"/>
                  </a:cubicBezTo>
                  <a:cubicBezTo>
                    <a:pt x="3384" y="445"/>
                    <a:pt x="3363" y="415"/>
                    <a:pt x="3333" y="394"/>
                  </a:cubicBezTo>
                  <a:lnTo>
                    <a:pt x="2728" y="25"/>
                  </a:lnTo>
                  <a:cubicBezTo>
                    <a:pt x="2698" y="10"/>
                    <a:pt x="2673" y="1"/>
                    <a:pt x="2646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8115756" y="3306456"/>
              <a:ext cx="527042" cy="768744"/>
            </a:xfrm>
            <a:custGeom>
              <a:rect b="b" l="l" r="r" t="t"/>
              <a:pathLst>
                <a:path extrusionOk="0" h="11081" w="7597">
                  <a:moveTo>
                    <a:pt x="5126" y="1"/>
                  </a:moveTo>
                  <a:lnTo>
                    <a:pt x="4152" y="226"/>
                  </a:lnTo>
                  <a:cubicBezTo>
                    <a:pt x="1558" y="821"/>
                    <a:pt x="0" y="3712"/>
                    <a:pt x="687" y="6684"/>
                  </a:cubicBezTo>
                  <a:cubicBezTo>
                    <a:pt x="1289" y="9280"/>
                    <a:pt x="3401" y="11081"/>
                    <a:pt x="5659" y="11081"/>
                  </a:cubicBezTo>
                  <a:cubicBezTo>
                    <a:pt x="5978" y="11081"/>
                    <a:pt x="6301" y="11045"/>
                    <a:pt x="6622" y="10970"/>
                  </a:cubicBezTo>
                  <a:lnTo>
                    <a:pt x="7596" y="10744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8198244" y="3295425"/>
              <a:ext cx="747516" cy="760558"/>
            </a:xfrm>
            <a:custGeom>
              <a:rect b="b" l="l" r="r" t="t"/>
              <a:pathLst>
                <a:path extrusionOk="0" h="10963" w="10775">
                  <a:moveTo>
                    <a:pt x="5106" y="0"/>
                  </a:moveTo>
                  <a:cubicBezTo>
                    <a:pt x="4790" y="0"/>
                    <a:pt x="4470" y="35"/>
                    <a:pt x="4152" y="108"/>
                  </a:cubicBezTo>
                  <a:cubicBezTo>
                    <a:pt x="1548" y="703"/>
                    <a:pt x="0" y="3594"/>
                    <a:pt x="687" y="6567"/>
                  </a:cubicBezTo>
                  <a:cubicBezTo>
                    <a:pt x="1280" y="9162"/>
                    <a:pt x="3399" y="10963"/>
                    <a:pt x="5659" y="10963"/>
                  </a:cubicBezTo>
                  <a:cubicBezTo>
                    <a:pt x="5978" y="10963"/>
                    <a:pt x="6301" y="10927"/>
                    <a:pt x="6623" y="10852"/>
                  </a:cubicBezTo>
                  <a:cubicBezTo>
                    <a:pt x="9216" y="10257"/>
                    <a:pt x="10775" y="7366"/>
                    <a:pt x="10088" y="4404"/>
                  </a:cubicBezTo>
                  <a:cubicBezTo>
                    <a:pt x="9494" y="1796"/>
                    <a:pt x="7370" y="0"/>
                    <a:pt x="5106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8294954" y="3295425"/>
              <a:ext cx="630896" cy="629856"/>
            </a:xfrm>
            <a:custGeom>
              <a:rect b="b" l="l" r="r" t="t"/>
              <a:pathLst>
                <a:path extrusionOk="0" h="9079" w="9094">
                  <a:moveTo>
                    <a:pt x="3712" y="0"/>
                  </a:moveTo>
                  <a:cubicBezTo>
                    <a:pt x="3396" y="0"/>
                    <a:pt x="3076" y="35"/>
                    <a:pt x="2758" y="108"/>
                  </a:cubicBezTo>
                  <a:cubicBezTo>
                    <a:pt x="1610" y="385"/>
                    <a:pt x="615" y="1103"/>
                    <a:pt x="0" y="2107"/>
                  </a:cubicBezTo>
                  <a:cubicBezTo>
                    <a:pt x="615" y="1215"/>
                    <a:pt x="1548" y="580"/>
                    <a:pt x="2615" y="324"/>
                  </a:cubicBezTo>
                  <a:cubicBezTo>
                    <a:pt x="2933" y="251"/>
                    <a:pt x="3252" y="215"/>
                    <a:pt x="3569" y="215"/>
                  </a:cubicBezTo>
                  <a:cubicBezTo>
                    <a:pt x="5830" y="215"/>
                    <a:pt x="7948" y="2011"/>
                    <a:pt x="8550" y="4619"/>
                  </a:cubicBezTo>
                  <a:cubicBezTo>
                    <a:pt x="8929" y="6249"/>
                    <a:pt x="8622" y="7858"/>
                    <a:pt x="7843" y="9078"/>
                  </a:cubicBezTo>
                  <a:cubicBezTo>
                    <a:pt x="8735" y="7838"/>
                    <a:pt x="9093" y="6136"/>
                    <a:pt x="8694" y="4404"/>
                  </a:cubicBezTo>
                  <a:cubicBezTo>
                    <a:pt x="8091" y="1796"/>
                    <a:pt x="5974" y="0"/>
                    <a:pt x="3712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8290652" y="3388597"/>
              <a:ext cx="559787" cy="591075"/>
            </a:xfrm>
            <a:custGeom>
              <a:rect b="b" l="l" r="r" t="t"/>
              <a:pathLst>
                <a:path extrusionOk="0" h="8520" w="8069">
                  <a:moveTo>
                    <a:pt x="3755" y="1"/>
                  </a:moveTo>
                  <a:cubicBezTo>
                    <a:pt x="3529" y="1"/>
                    <a:pt x="3302" y="26"/>
                    <a:pt x="3076" y="77"/>
                  </a:cubicBezTo>
                  <a:cubicBezTo>
                    <a:pt x="1139" y="528"/>
                    <a:pt x="1" y="2763"/>
                    <a:pt x="524" y="5070"/>
                  </a:cubicBezTo>
                  <a:cubicBezTo>
                    <a:pt x="994" y="7106"/>
                    <a:pt x="2607" y="8519"/>
                    <a:pt x="4312" y="8519"/>
                  </a:cubicBezTo>
                  <a:cubicBezTo>
                    <a:pt x="4538" y="8519"/>
                    <a:pt x="4766" y="8494"/>
                    <a:pt x="4993" y="8443"/>
                  </a:cubicBezTo>
                  <a:cubicBezTo>
                    <a:pt x="6931" y="7992"/>
                    <a:pt x="8069" y="5757"/>
                    <a:pt x="7546" y="3450"/>
                  </a:cubicBezTo>
                  <a:cubicBezTo>
                    <a:pt x="7075" y="1414"/>
                    <a:pt x="5454" y="1"/>
                    <a:pt x="3755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8292109" y="3380619"/>
              <a:ext cx="559787" cy="590728"/>
            </a:xfrm>
            <a:custGeom>
              <a:rect b="b" l="l" r="r" t="t"/>
              <a:pathLst>
                <a:path extrusionOk="0" h="8515" w="8069">
                  <a:moveTo>
                    <a:pt x="3764" y="0"/>
                  </a:moveTo>
                  <a:cubicBezTo>
                    <a:pt x="3535" y="0"/>
                    <a:pt x="3305" y="26"/>
                    <a:pt x="3076" y="80"/>
                  </a:cubicBezTo>
                  <a:cubicBezTo>
                    <a:pt x="1138" y="531"/>
                    <a:pt x="0" y="2766"/>
                    <a:pt x="523" y="5072"/>
                  </a:cubicBezTo>
                  <a:cubicBezTo>
                    <a:pt x="993" y="7096"/>
                    <a:pt x="2609" y="8514"/>
                    <a:pt x="4305" y="8514"/>
                  </a:cubicBezTo>
                  <a:cubicBezTo>
                    <a:pt x="4534" y="8514"/>
                    <a:pt x="4764" y="8488"/>
                    <a:pt x="4993" y="8435"/>
                  </a:cubicBezTo>
                  <a:cubicBezTo>
                    <a:pt x="6930" y="7994"/>
                    <a:pt x="8068" y="5759"/>
                    <a:pt x="7545" y="3452"/>
                  </a:cubicBezTo>
                  <a:cubicBezTo>
                    <a:pt x="7076" y="1420"/>
                    <a:pt x="5460" y="0"/>
                    <a:pt x="3764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8509741" y="3386793"/>
              <a:ext cx="342851" cy="584554"/>
            </a:xfrm>
            <a:custGeom>
              <a:rect b="b" l="l" r="r" t="t"/>
              <a:pathLst>
                <a:path extrusionOk="0" h="8426" w="4942">
                  <a:moveTo>
                    <a:pt x="1374" y="1"/>
                  </a:moveTo>
                  <a:cubicBezTo>
                    <a:pt x="2594" y="483"/>
                    <a:pt x="3629" y="1672"/>
                    <a:pt x="3978" y="3230"/>
                  </a:cubicBezTo>
                  <a:cubicBezTo>
                    <a:pt x="4511" y="5537"/>
                    <a:pt x="3373" y="7772"/>
                    <a:pt x="1436" y="8212"/>
                  </a:cubicBezTo>
                  <a:cubicBezTo>
                    <a:pt x="1210" y="8266"/>
                    <a:pt x="981" y="8292"/>
                    <a:pt x="751" y="8292"/>
                  </a:cubicBezTo>
                  <a:cubicBezTo>
                    <a:pt x="499" y="8292"/>
                    <a:pt x="247" y="8261"/>
                    <a:pt x="0" y="8202"/>
                  </a:cubicBezTo>
                  <a:lnTo>
                    <a:pt x="0" y="8202"/>
                  </a:lnTo>
                  <a:cubicBezTo>
                    <a:pt x="374" y="8350"/>
                    <a:pt x="767" y="8425"/>
                    <a:pt x="1161" y="8425"/>
                  </a:cubicBezTo>
                  <a:cubicBezTo>
                    <a:pt x="1394" y="8425"/>
                    <a:pt x="1627" y="8399"/>
                    <a:pt x="1856" y="8346"/>
                  </a:cubicBezTo>
                  <a:cubicBezTo>
                    <a:pt x="3793" y="7905"/>
                    <a:pt x="4942" y="5670"/>
                    <a:pt x="4408" y="3363"/>
                  </a:cubicBezTo>
                  <a:cubicBezTo>
                    <a:pt x="4009" y="1631"/>
                    <a:pt x="2779" y="349"/>
                    <a:pt x="1374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8439325" y="3486763"/>
              <a:ext cx="269591" cy="360542"/>
            </a:xfrm>
            <a:custGeom>
              <a:rect b="b" l="l" r="r" t="t"/>
              <a:pathLst>
                <a:path extrusionOk="0" h="5197" w="3886">
                  <a:moveTo>
                    <a:pt x="1498" y="0"/>
                  </a:moveTo>
                  <a:cubicBezTo>
                    <a:pt x="1484" y="0"/>
                    <a:pt x="1470" y="2"/>
                    <a:pt x="1456" y="5"/>
                  </a:cubicBezTo>
                  <a:lnTo>
                    <a:pt x="728" y="231"/>
                  </a:lnTo>
                  <a:cubicBezTo>
                    <a:pt x="657" y="251"/>
                    <a:pt x="605" y="344"/>
                    <a:pt x="626" y="426"/>
                  </a:cubicBezTo>
                  <a:lnTo>
                    <a:pt x="759" y="836"/>
                  </a:lnTo>
                  <a:cubicBezTo>
                    <a:pt x="616" y="918"/>
                    <a:pt x="482" y="1020"/>
                    <a:pt x="370" y="1143"/>
                  </a:cubicBezTo>
                  <a:cubicBezTo>
                    <a:pt x="267" y="1246"/>
                    <a:pt x="185" y="1369"/>
                    <a:pt x="113" y="1502"/>
                  </a:cubicBezTo>
                  <a:cubicBezTo>
                    <a:pt x="62" y="1625"/>
                    <a:pt x="21" y="1758"/>
                    <a:pt x="11" y="1892"/>
                  </a:cubicBezTo>
                  <a:cubicBezTo>
                    <a:pt x="0" y="2025"/>
                    <a:pt x="11" y="2158"/>
                    <a:pt x="52" y="2281"/>
                  </a:cubicBezTo>
                  <a:cubicBezTo>
                    <a:pt x="123" y="2568"/>
                    <a:pt x="298" y="2804"/>
                    <a:pt x="544" y="2958"/>
                  </a:cubicBezTo>
                  <a:cubicBezTo>
                    <a:pt x="727" y="3069"/>
                    <a:pt x="960" y="3125"/>
                    <a:pt x="1248" y="3125"/>
                  </a:cubicBezTo>
                  <a:cubicBezTo>
                    <a:pt x="1330" y="3125"/>
                    <a:pt x="1416" y="3121"/>
                    <a:pt x="1507" y="3112"/>
                  </a:cubicBezTo>
                  <a:cubicBezTo>
                    <a:pt x="1712" y="3091"/>
                    <a:pt x="1907" y="3081"/>
                    <a:pt x="2061" y="3060"/>
                  </a:cubicBezTo>
                  <a:cubicBezTo>
                    <a:pt x="2194" y="3040"/>
                    <a:pt x="2328" y="3040"/>
                    <a:pt x="2461" y="3040"/>
                  </a:cubicBezTo>
                  <a:cubicBezTo>
                    <a:pt x="2543" y="3040"/>
                    <a:pt x="2625" y="3050"/>
                    <a:pt x="2707" y="3071"/>
                  </a:cubicBezTo>
                  <a:cubicBezTo>
                    <a:pt x="2758" y="3091"/>
                    <a:pt x="2799" y="3132"/>
                    <a:pt x="2820" y="3194"/>
                  </a:cubicBezTo>
                  <a:cubicBezTo>
                    <a:pt x="2850" y="3306"/>
                    <a:pt x="2799" y="3429"/>
                    <a:pt x="2686" y="3481"/>
                  </a:cubicBezTo>
                  <a:cubicBezTo>
                    <a:pt x="2543" y="3573"/>
                    <a:pt x="2389" y="3645"/>
                    <a:pt x="2225" y="3696"/>
                  </a:cubicBezTo>
                  <a:cubicBezTo>
                    <a:pt x="2123" y="3727"/>
                    <a:pt x="2030" y="3737"/>
                    <a:pt x="1928" y="3737"/>
                  </a:cubicBezTo>
                  <a:cubicBezTo>
                    <a:pt x="1856" y="3737"/>
                    <a:pt x="1784" y="3727"/>
                    <a:pt x="1712" y="3706"/>
                  </a:cubicBezTo>
                  <a:cubicBezTo>
                    <a:pt x="1661" y="3686"/>
                    <a:pt x="1610" y="3665"/>
                    <a:pt x="1569" y="3645"/>
                  </a:cubicBezTo>
                  <a:lnTo>
                    <a:pt x="1477" y="3593"/>
                  </a:lnTo>
                  <a:cubicBezTo>
                    <a:pt x="1446" y="3573"/>
                    <a:pt x="1405" y="3563"/>
                    <a:pt x="1374" y="3563"/>
                  </a:cubicBezTo>
                  <a:cubicBezTo>
                    <a:pt x="1362" y="3560"/>
                    <a:pt x="1349" y="3558"/>
                    <a:pt x="1336" y="3558"/>
                  </a:cubicBezTo>
                  <a:cubicBezTo>
                    <a:pt x="1304" y="3558"/>
                    <a:pt x="1270" y="3566"/>
                    <a:pt x="1241" y="3573"/>
                  </a:cubicBezTo>
                  <a:lnTo>
                    <a:pt x="523" y="3798"/>
                  </a:lnTo>
                  <a:cubicBezTo>
                    <a:pt x="493" y="3809"/>
                    <a:pt x="462" y="3829"/>
                    <a:pt x="452" y="3860"/>
                  </a:cubicBezTo>
                  <a:cubicBezTo>
                    <a:pt x="441" y="3891"/>
                    <a:pt x="431" y="3921"/>
                    <a:pt x="441" y="3952"/>
                  </a:cubicBezTo>
                  <a:cubicBezTo>
                    <a:pt x="482" y="4075"/>
                    <a:pt x="544" y="4178"/>
                    <a:pt x="636" y="4270"/>
                  </a:cubicBezTo>
                  <a:cubicBezTo>
                    <a:pt x="728" y="4362"/>
                    <a:pt x="841" y="4444"/>
                    <a:pt x="964" y="4506"/>
                  </a:cubicBezTo>
                  <a:cubicBezTo>
                    <a:pt x="1108" y="4578"/>
                    <a:pt x="1251" y="4619"/>
                    <a:pt x="1405" y="4649"/>
                  </a:cubicBezTo>
                  <a:cubicBezTo>
                    <a:pt x="1536" y="4672"/>
                    <a:pt x="1672" y="4684"/>
                    <a:pt x="1806" y="4684"/>
                  </a:cubicBezTo>
                  <a:cubicBezTo>
                    <a:pt x="1850" y="4684"/>
                    <a:pt x="1894" y="4683"/>
                    <a:pt x="1938" y="4680"/>
                  </a:cubicBezTo>
                  <a:lnTo>
                    <a:pt x="2071" y="5090"/>
                  </a:lnTo>
                  <a:cubicBezTo>
                    <a:pt x="2082" y="5121"/>
                    <a:pt x="2102" y="5162"/>
                    <a:pt x="2143" y="5172"/>
                  </a:cubicBezTo>
                  <a:cubicBezTo>
                    <a:pt x="2173" y="5187"/>
                    <a:pt x="2203" y="5197"/>
                    <a:pt x="2233" y="5197"/>
                  </a:cubicBezTo>
                  <a:cubicBezTo>
                    <a:pt x="2244" y="5197"/>
                    <a:pt x="2255" y="5195"/>
                    <a:pt x="2266" y="5193"/>
                  </a:cubicBezTo>
                  <a:lnTo>
                    <a:pt x="2984" y="4967"/>
                  </a:lnTo>
                  <a:cubicBezTo>
                    <a:pt x="3025" y="4957"/>
                    <a:pt x="3055" y="4926"/>
                    <a:pt x="3076" y="4895"/>
                  </a:cubicBezTo>
                  <a:cubicBezTo>
                    <a:pt x="3096" y="4854"/>
                    <a:pt x="3096" y="4813"/>
                    <a:pt x="3086" y="4772"/>
                  </a:cubicBezTo>
                  <a:lnTo>
                    <a:pt x="2963" y="4383"/>
                  </a:lnTo>
                  <a:cubicBezTo>
                    <a:pt x="3127" y="4301"/>
                    <a:pt x="3281" y="4198"/>
                    <a:pt x="3414" y="4085"/>
                  </a:cubicBezTo>
                  <a:cubicBezTo>
                    <a:pt x="3537" y="3983"/>
                    <a:pt x="3650" y="3860"/>
                    <a:pt x="3732" y="3716"/>
                  </a:cubicBezTo>
                  <a:cubicBezTo>
                    <a:pt x="3804" y="3593"/>
                    <a:pt x="3855" y="3450"/>
                    <a:pt x="3876" y="3296"/>
                  </a:cubicBezTo>
                  <a:cubicBezTo>
                    <a:pt x="3886" y="3153"/>
                    <a:pt x="3876" y="2999"/>
                    <a:pt x="3824" y="2845"/>
                  </a:cubicBezTo>
                  <a:cubicBezTo>
                    <a:pt x="3783" y="2691"/>
                    <a:pt x="3711" y="2548"/>
                    <a:pt x="3619" y="2425"/>
                  </a:cubicBezTo>
                  <a:cubicBezTo>
                    <a:pt x="3527" y="2312"/>
                    <a:pt x="3414" y="2230"/>
                    <a:pt x="3291" y="2168"/>
                  </a:cubicBezTo>
                  <a:cubicBezTo>
                    <a:pt x="3148" y="2097"/>
                    <a:pt x="2994" y="2056"/>
                    <a:pt x="2840" y="2045"/>
                  </a:cubicBezTo>
                  <a:cubicBezTo>
                    <a:pt x="2759" y="2041"/>
                    <a:pt x="2679" y="2039"/>
                    <a:pt x="2599" y="2039"/>
                  </a:cubicBezTo>
                  <a:cubicBezTo>
                    <a:pt x="2486" y="2039"/>
                    <a:pt x="2374" y="2044"/>
                    <a:pt x="2266" y="2056"/>
                  </a:cubicBezTo>
                  <a:cubicBezTo>
                    <a:pt x="2051" y="2076"/>
                    <a:pt x="1866" y="2097"/>
                    <a:pt x="1723" y="2107"/>
                  </a:cubicBezTo>
                  <a:cubicBezTo>
                    <a:pt x="1636" y="2114"/>
                    <a:pt x="1554" y="2121"/>
                    <a:pt x="1470" y="2121"/>
                  </a:cubicBezTo>
                  <a:cubicBezTo>
                    <a:pt x="1435" y="2121"/>
                    <a:pt x="1400" y="2120"/>
                    <a:pt x="1364" y="2117"/>
                  </a:cubicBezTo>
                  <a:cubicBezTo>
                    <a:pt x="1292" y="2117"/>
                    <a:pt x="1220" y="2097"/>
                    <a:pt x="1159" y="2066"/>
                  </a:cubicBezTo>
                  <a:cubicBezTo>
                    <a:pt x="1118" y="2045"/>
                    <a:pt x="1077" y="2004"/>
                    <a:pt x="1067" y="1953"/>
                  </a:cubicBezTo>
                  <a:cubicBezTo>
                    <a:pt x="1046" y="1902"/>
                    <a:pt x="1046" y="1840"/>
                    <a:pt x="1067" y="1799"/>
                  </a:cubicBezTo>
                  <a:cubicBezTo>
                    <a:pt x="1087" y="1748"/>
                    <a:pt x="1118" y="1707"/>
                    <a:pt x="1159" y="1666"/>
                  </a:cubicBezTo>
                  <a:cubicBezTo>
                    <a:pt x="1210" y="1625"/>
                    <a:pt x="1261" y="1594"/>
                    <a:pt x="1313" y="1574"/>
                  </a:cubicBezTo>
                  <a:cubicBezTo>
                    <a:pt x="1384" y="1543"/>
                    <a:pt x="1446" y="1512"/>
                    <a:pt x="1518" y="1502"/>
                  </a:cubicBezTo>
                  <a:cubicBezTo>
                    <a:pt x="1600" y="1471"/>
                    <a:pt x="1682" y="1451"/>
                    <a:pt x="1774" y="1451"/>
                  </a:cubicBezTo>
                  <a:cubicBezTo>
                    <a:pt x="1835" y="1451"/>
                    <a:pt x="1897" y="1461"/>
                    <a:pt x="1958" y="1471"/>
                  </a:cubicBezTo>
                  <a:cubicBezTo>
                    <a:pt x="2000" y="1482"/>
                    <a:pt x="2041" y="1502"/>
                    <a:pt x="2082" y="1523"/>
                  </a:cubicBezTo>
                  <a:lnTo>
                    <a:pt x="2153" y="1564"/>
                  </a:lnTo>
                  <a:cubicBezTo>
                    <a:pt x="2194" y="1584"/>
                    <a:pt x="2235" y="1594"/>
                    <a:pt x="2276" y="1594"/>
                  </a:cubicBezTo>
                  <a:cubicBezTo>
                    <a:pt x="2288" y="1597"/>
                    <a:pt x="2300" y="1599"/>
                    <a:pt x="2312" y="1599"/>
                  </a:cubicBezTo>
                  <a:cubicBezTo>
                    <a:pt x="2341" y="1599"/>
                    <a:pt x="2370" y="1591"/>
                    <a:pt x="2399" y="1584"/>
                  </a:cubicBezTo>
                  <a:lnTo>
                    <a:pt x="3117" y="1359"/>
                  </a:lnTo>
                  <a:cubicBezTo>
                    <a:pt x="3148" y="1348"/>
                    <a:pt x="3168" y="1328"/>
                    <a:pt x="3189" y="1297"/>
                  </a:cubicBezTo>
                  <a:cubicBezTo>
                    <a:pt x="3199" y="1266"/>
                    <a:pt x="3209" y="1236"/>
                    <a:pt x="3199" y="1205"/>
                  </a:cubicBezTo>
                  <a:cubicBezTo>
                    <a:pt x="3158" y="1102"/>
                    <a:pt x="3096" y="1010"/>
                    <a:pt x="3014" y="928"/>
                  </a:cubicBezTo>
                  <a:cubicBezTo>
                    <a:pt x="2922" y="846"/>
                    <a:pt x="2820" y="764"/>
                    <a:pt x="2697" y="702"/>
                  </a:cubicBezTo>
                  <a:cubicBezTo>
                    <a:pt x="2563" y="641"/>
                    <a:pt x="2420" y="590"/>
                    <a:pt x="2276" y="559"/>
                  </a:cubicBezTo>
                  <a:cubicBezTo>
                    <a:pt x="2158" y="537"/>
                    <a:pt x="2040" y="520"/>
                    <a:pt x="1918" y="520"/>
                  </a:cubicBezTo>
                  <a:cubicBezTo>
                    <a:pt x="1870" y="520"/>
                    <a:pt x="1823" y="522"/>
                    <a:pt x="1774" y="528"/>
                  </a:cubicBezTo>
                  <a:lnTo>
                    <a:pt x="1651" y="108"/>
                  </a:lnTo>
                  <a:cubicBezTo>
                    <a:pt x="1625" y="40"/>
                    <a:pt x="1565" y="0"/>
                    <a:pt x="14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8446401" y="3479548"/>
              <a:ext cx="270354" cy="360681"/>
            </a:xfrm>
            <a:custGeom>
              <a:rect b="b" l="l" r="r" t="t"/>
              <a:pathLst>
                <a:path extrusionOk="0" h="5199" w="3897">
                  <a:moveTo>
                    <a:pt x="1508" y="0"/>
                  </a:moveTo>
                  <a:cubicBezTo>
                    <a:pt x="1491" y="0"/>
                    <a:pt x="1474" y="3"/>
                    <a:pt x="1457" y="7"/>
                  </a:cubicBezTo>
                  <a:lnTo>
                    <a:pt x="739" y="232"/>
                  </a:lnTo>
                  <a:cubicBezTo>
                    <a:pt x="698" y="243"/>
                    <a:pt x="667" y="263"/>
                    <a:pt x="647" y="304"/>
                  </a:cubicBezTo>
                  <a:cubicBezTo>
                    <a:pt x="626" y="345"/>
                    <a:pt x="626" y="386"/>
                    <a:pt x="637" y="427"/>
                  </a:cubicBezTo>
                  <a:lnTo>
                    <a:pt x="760" y="837"/>
                  </a:lnTo>
                  <a:cubicBezTo>
                    <a:pt x="616" y="919"/>
                    <a:pt x="493" y="1022"/>
                    <a:pt x="380" y="1145"/>
                  </a:cubicBezTo>
                  <a:cubicBezTo>
                    <a:pt x="278" y="1247"/>
                    <a:pt x="186" y="1370"/>
                    <a:pt x="124" y="1504"/>
                  </a:cubicBezTo>
                  <a:cubicBezTo>
                    <a:pt x="62" y="1627"/>
                    <a:pt x="32" y="1760"/>
                    <a:pt x="11" y="1893"/>
                  </a:cubicBezTo>
                  <a:cubicBezTo>
                    <a:pt x="1" y="2026"/>
                    <a:pt x="21" y="2160"/>
                    <a:pt x="62" y="2283"/>
                  </a:cubicBezTo>
                  <a:cubicBezTo>
                    <a:pt x="134" y="2570"/>
                    <a:pt x="309" y="2806"/>
                    <a:pt x="555" y="2959"/>
                  </a:cubicBezTo>
                  <a:cubicBezTo>
                    <a:pt x="734" y="3073"/>
                    <a:pt x="971" y="3123"/>
                    <a:pt x="1267" y="3123"/>
                  </a:cubicBezTo>
                  <a:cubicBezTo>
                    <a:pt x="1343" y="3123"/>
                    <a:pt x="1424" y="3119"/>
                    <a:pt x="1508" y="3113"/>
                  </a:cubicBezTo>
                  <a:cubicBezTo>
                    <a:pt x="1723" y="3093"/>
                    <a:pt x="1908" y="3082"/>
                    <a:pt x="2062" y="3062"/>
                  </a:cubicBezTo>
                  <a:cubicBezTo>
                    <a:pt x="2195" y="3041"/>
                    <a:pt x="2328" y="3041"/>
                    <a:pt x="2461" y="3041"/>
                  </a:cubicBezTo>
                  <a:cubicBezTo>
                    <a:pt x="2543" y="3041"/>
                    <a:pt x="2625" y="3052"/>
                    <a:pt x="2707" y="3072"/>
                  </a:cubicBezTo>
                  <a:cubicBezTo>
                    <a:pt x="2759" y="3093"/>
                    <a:pt x="2800" y="3134"/>
                    <a:pt x="2820" y="3195"/>
                  </a:cubicBezTo>
                  <a:cubicBezTo>
                    <a:pt x="2851" y="3308"/>
                    <a:pt x="2800" y="3431"/>
                    <a:pt x="2697" y="3482"/>
                  </a:cubicBezTo>
                  <a:cubicBezTo>
                    <a:pt x="2554" y="3574"/>
                    <a:pt x="2390" y="3646"/>
                    <a:pt x="2226" y="3697"/>
                  </a:cubicBezTo>
                  <a:cubicBezTo>
                    <a:pt x="2133" y="3718"/>
                    <a:pt x="2031" y="3738"/>
                    <a:pt x="1939" y="3738"/>
                  </a:cubicBezTo>
                  <a:cubicBezTo>
                    <a:pt x="1867" y="3738"/>
                    <a:pt x="1795" y="3728"/>
                    <a:pt x="1723" y="3708"/>
                  </a:cubicBezTo>
                  <a:cubicBezTo>
                    <a:pt x="1672" y="3687"/>
                    <a:pt x="1621" y="3667"/>
                    <a:pt x="1569" y="3646"/>
                  </a:cubicBezTo>
                  <a:lnTo>
                    <a:pt x="1487" y="3585"/>
                  </a:lnTo>
                  <a:cubicBezTo>
                    <a:pt x="1446" y="3574"/>
                    <a:pt x="1416" y="3564"/>
                    <a:pt x="1375" y="3564"/>
                  </a:cubicBezTo>
                  <a:cubicBezTo>
                    <a:pt x="1363" y="3561"/>
                    <a:pt x="1351" y="3560"/>
                    <a:pt x="1339" y="3560"/>
                  </a:cubicBezTo>
                  <a:cubicBezTo>
                    <a:pt x="1310" y="3560"/>
                    <a:pt x="1281" y="3567"/>
                    <a:pt x="1252" y="3574"/>
                  </a:cubicBezTo>
                  <a:lnTo>
                    <a:pt x="524" y="3800"/>
                  </a:lnTo>
                  <a:cubicBezTo>
                    <a:pt x="493" y="3810"/>
                    <a:pt x="473" y="3831"/>
                    <a:pt x="462" y="3861"/>
                  </a:cubicBezTo>
                  <a:cubicBezTo>
                    <a:pt x="442" y="3892"/>
                    <a:pt x="442" y="3923"/>
                    <a:pt x="442" y="3954"/>
                  </a:cubicBezTo>
                  <a:cubicBezTo>
                    <a:pt x="493" y="4066"/>
                    <a:pt x="555" y="4179"/>
                    <a:pt x="637" y="4271"/>
                  </a:cubicBezTo>
                  <a:cubicBezTo>
                    <a:pt x="729" y="4364"/>
                    <a:pt x="842" y="4446"/>
                    <a:pt x="975" y="4507"/>
                  </a:cubicBezTo>
                  <a:cubicBezTo>
                    <a:pt x="1108" y="4569"/>
                    <a:pt x="1262" y="4620"/>
                    <a:pt x="1416" y="4651"/>
                  </a:cubicBezTo>
                  <a:cubicBezTo>
                    <a:pt x="1546" y="4674"/>
                    <a:pt x="1677" y="4685"/>
                    <a:pt x="1808" y="4685"/>
                  </a:cubicBezTo>
                  <a:cubicBezTo>
                    <a:pt x="1851" y="4685"/>
                    <a:pt x="1895" y="4684"/>
                    <a:pt x="1939" y="4682"/>
                  </a:cubicBezTo>
                  <a:lnTo>
                    <a:pt x="2072" y="5081"/>
                  </a:lnTo>
                  <a:cubicBezTo>
                    <a:pt x="2082" y="5122"/>
                    <a:pt x="2113" y="5153"/>
                    <a:pt x="2144" y="5174"/>
                  </a:cubicBezTo>
                  <a:cubicBezTo>
                    <a:pt x="2174" y="5189"/>
                    <a:pt x="2204" y="5198"/>
                    <a:pt x="2234" y="5198"/>
                  </a:cubicBezTo>
                  <a:cubicBezTo>
                    <a:pt x="2245" y="5198"/>
                    <a:pt x="2256" y="5197"/>
                    <a:pt x="2267" y="5194"/>
                  </a:cubicBezTo>
                  <a:lnTo>
                    <a:pt x="2984" y="4969"/>
                  </a:lnTo>
                  <a:cubicBezTo>
                    <a:pt x="3066" y="4948"/>
                    <a:pt x="3117" y="4856"/>
                    <a:pt x="3087" y="4774"/>
                  </a:cubicBezTo>
                  <a:lnTo>
                    <a:pt x="2974" y="4384"/>
                  </a:lnTo>
                  <a:cubicBezTo>
                    <a:pt x="3138" y="4302"/>
                    <a:pt x="3281" y="4210"/>
                    <a:pt x="3425" y="4087"/>
                  </a:cubicBezTo>
                  <a:cubicBezTo>
                    <a:pt x="3548" y="3984"/>
                    <a:pt x="3651" y="3861"/>
                    <a:pt x="3733" y="3718"/>
                  </a:cubicBezTo>
                  <a:cubicBezTo>
                    <a:pt x="3804" y="3595"/>
                    <a:pt x="3856" y="3451"/>
                    <a:pt x="3876" y="3308"/>
                  </a:cubicBezTo>
                  <a:cubicBezTo>
                    <a:pt x="3897" y="3154"/>
                    <a:pt x="3876" y="3000"/>
                    <a:pt x="3835" y="2857"/>
                  </a:cubicBezTo>
                  <a:cubicBezTo>
                    <a:pt x="3784" y="2703"/>
                    <a:pt x="3712" y="2559"/>
                    <a:pt x="3620" y="2426"/>
                  </a:cubicBezTo>
                  <a:cubicBezTo>
                    <a:pt x="3527" y="2313"/>
                    <a:pt x="3425" y="2231"/>
                    <a:pt x="3292" y="2170"/>
                  </a:cubicBezTo>
                  <a:cubicBezTo>
                    <a:pt x="3148" y="2108"/>
                    <a:pt x="2994" y="2067"/>
                    <a:pt x="2841" y="2057"/>
                  </a:cubicBezTo>
                  <a:cubicBezTo>
                    <a:pt x="2748" y="2047"/>
                    <a:pt x="2654" y="2042"/>
                    <a:pt x="2557" y="2042"/>
                  </a:cubicBezTo>
                  <a:cubicBezTo>
                    <a:pt x="2461" y="2042"/>
                    <a:pt x="2364" y="2047"/>
                    <a:pt x="2267" y="2057"/>
                  </a:cubicBezTo>
                  <a:cubicBezTo>
                    <a:pt x="2051" y="2088"/>
                    <a:pt x="1867" y="2098"/>
                    <a:pt x="1723" y="2108"/>
                  </a:cubicBezTo>
                  <a:cubicBezTo>
                    <a:pt x="1657" y="2120"/>
                    <a:pt x="1588" y="2125"/>
                    <a:pt x="1519" y="2125"/>
                  </a:cubicBezTo>
                  <a:cubicBezTo>
                    <a:pt x="1470" y="2125"/>
                    <a:pt x="1421" y="2123"/>
                    <a:pt x="1375" y="2119"/>
                  </a:cubicBezTo>
                  <a:cubicBezTo>
                    <a:pt x="1303" y="2119"/>
                    <a:pt x="1231" y="2108"/>
                    <a:pt x="1170" y="2078"/>
                  </a:cubicBezTo>
                  <a:cubicBezTo>
                    <a:pt x="1118" y="2047"/>
                    <a:pt x="1088" y="2006"/>
                    <a:pt x="1067" y="1955"/>
                  </a:cubicBezTo>
                  <a:cubicBezTo>
                    <a:pt x="1047" y="1903"/>
                    <a:pt x="1047" y="1852"/>
                    <a:pt x="1067" y="1801"/>
                  </a:cubicBezTo>
                  <a:cubicBezTo>
                    <a:pt x="1088" y="1750"/>
                    <a:pt x="1118" y="1709"/>
                    <a:pt x="1170" y="1678"/>
                  </a:cubicBezTo>
                  <a:cubicBezTo>
                    <a:pt x="1211" y="1637"/>
                    <a:pt x="1262" y="1606"/>
                    <a:pt x="1323" y="1575"/>
                  </a:cubicBezTo>
                  <a:cubicBezTo>
                    <a:pt x="1385" y="1545"/>
                    <a:pt x="1457" y="1524"/>
                    <a:pt x="1518" y="1504"/>
                  </a:cubicBezTo>
                  <a:cubicBezTo>
                    <a:pt x="1600" y="1473"/>
                    <a:pt x="1692" y="1463"/>
                    <a:pt x="1774" y="1452"/>
                  </a:cubicBezTo>
                  <a:cubicBezTo>
                    <a:pt x="1836" y="1452"/>
                    <a:pt x="1898" y="1463"/>
                    <a:pt x="1959" y="1483"/>
                  </a:cubicBezTo>
                  <a:cubicBezTo>
                    <a:pt x="2010" y="1483"/>
                    <a:pt x="2051" y="1504"/>
                    <a:pt x="2092" y="1524"/>
                  </a:cubicBezTo>
                  <a:lnTo>
                    <a:pt x="2164" y="1565"/>
                  </a:lnTo>
                  <a:cubicBezTo>
                    <a:pt x="2195" y="1586"/>
                    <a:pt x="2236" y="1596"/>
                    <a:pt x="2277" y="1606"/>
                  </a:cubicBezTo>
                  <a:cubicBezTo>
                    <a:pt x="2318" y="1606"/>
                    <a:pt x="2359" y="1596"/>
                    <a:pt x="2400" y="1586"/>
                  </a:cubicBezTo>
                  <a:lnTo>
                    <a:pt x="3128" y="1360"/>
                  </a:lnTo>
                  <a:cubicBezTo>
                    <a:pt x="3158" y="1350"/>
                    <a:pt x="3179" y="1329"/>
                    <a:pt x="3199" y="1299"/>
                  </a:cubicBezTo>
                  <a:cubicBezTo>
                    <a:pt x="3210" y="1278"/>
                    <a:pt x="3220" y="1237"/>
                    <a:pt x="3210" y="1206"/>
                  </a:cubicBezTo>
                  <a:cubicBezTo>
                    <a:pt x="3169" y="1104"/>
                    <a:pt x="3107" y="1011"/>
                    <a:pt x="3025" y="940"/>
                  </a:cubicBezTo>
                  <a:cubicBezTo>
                    <a:pt x="2933" y="847"/>
                    <a:pt x="2830" y="765"/>
                    <a:pt x="2707" y="714"/>
                  </a:cubicBezTo>
                  <a:cubicBezTo>
                    <a:pt x="2574" y="642"/>
                    <a:pt x="2431" y="591"/>
                    <a:pt x="2287" y="560"/>
                  </a:cubicBezTo>
                  <a:cubicBezTo>
                    <a:pt x="2164" y="537"/>
                    <a:pt x="2035" y="526"/>
                    <a:pt x="1909" y="526"/>
                  </a:cubicBezTo>
                  <a:cubicBezTo>
                    <a:pt x="1867" y="526"/>
                    <a:pt x="1826" y="527"/>
                    <a:pt x="1785" y="530"/>
                  </a:cubicBezTo>
                  <a:lnTo>
                    <a:pt x="1651" y="109"/>
                  </a:lnTo>
                  <a:cubicBezTo>
                    <a:pt x="1641" y="68"/>
                    <a:pt x="1610" y="38"/>
                    <a:pt x="1580" y="17"/>
                  </a:cubicBezTo>
                  <a:cubicBezTo>
                    <a:pt x="1556" y="5"/>
                    <a:pt x="1532" y="0"/>
                    <a:pt x="1508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6106560" y="1821468"/>
              <a:ext cx="42735" cy="87343"/>
            </a:xfrm>
            <a:custGeom>
              <a:rect b="b" l="l" r="r" t="t"/>
              <a:pathLst>
                <a:path extrusionOk="0" h="1259" w="616">
                  <a:moveTo>
                    <a:pt x="216" y="0"/>
                  </a:moveTo>
                  <a:cubicBezTo>
                    <a:pt x="62" y="329"/>
                    <a:pt x="1" y="698"/>
                    <a:pt x="52" y="1056"/>
                  </a:cubicBezTo>
                  <a:cubicBezTo>
                    <a:pt x="62" y="1118"/>
                    <a:pt x="83" y="1169"/>
                    <a:pt x="113" y="1220"/>
                  </a:cubicBezTo>
                  <a:cubicBezTo>
                    <a:pt x="132" y="1245"/>
                    <a:pt x="166" y="1259"/>
                    <a:pt x="201" y="1259"/>
                  </a:cubicBezTo>
                  <a:cubicBezTo>
                    <a:pt x="223" y="1259"/>
                    <a:pt x="247" y="1253"/>
                    <a:pt x="267" y="1241"/>
                  </a:cubicBezTo>
                  <a:cubicBezTo>
                    <a:pt x="298" y="1210"/>
                    <a:pt x="308" y="1159"/>
                    <a:pt x="308" y="1118"/>
                  </a:cubicBezTo>
                  <a:cubicBezTo>
                    <a:pt x="339" y="790"/>
                    <a:pt x="534" y="513"/>
                    <a:pt x="616" y="20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6170594" y="1319326"/>
              <a:ext cx="790875" cy="402861"/>
            </a:xfrm>
            <a:custGeom>
              <a:rect b="b" l="l" r="r" t="t"/>
              <a:pathLst>
                <a:path extrusionOk="0" h="5807" w="11400">
                  <a:moveTo>
                    <a:pt x="8222" y="1"/>
                  </a:moveTo>
                  <a:lnTo>
                    <a:pt x="7125" y="237"/>
                  </a:lnTo>
                  <a:cubicBezTo>
                    <a:pt x="6541" y="329"/>
                    <a:pt x="5895" y="401"/>
                    <a:pt x="5362" y="626"/>
                  </a:cubicBezTo>
                  <a:cubicBezTo>
                    <a:pt x="4009" y="1211"/>
                    <a:pt x="2983" y="2492"/>
                    <a:pt x="1927" y="3476"/>
                  </a:cubicBezTo>
                  <a:cubicBezTo>
                    <a:pt x="1200" y="4153"/>
                    <a:pt x="462" y="4860"/>
                    <a:pt x="0" y="5752"/>
                  </a:cubicBezTo>
                  <a:cubicBezTo>
                    <a:pt x="18" y="5750"/>
                    <a:pt x="35" y="5749"/>
                    <a:pt x="53" y="5749"/>
                  </a:cubicBezTo>
                  <a:cubicBezTo>
                    <a:pt x="192" y="5749"/>
                    <a:pt x="330" y="5806"/>
                    <a:pt x="463" y="5806"/>
                  </a:cubicBezTo>
                  <a:cubicBezTo>
                    <a:pt x="480" y="5806"/>
                    <a:pt x="496" y="5805"/>
                    <a:pt x="513" y="5803"/>
                  </a:cubicBezTo>
                  <a:cubicBezTo>
                    <a:pt x="667" y="5783"/>
                    <a:pt x="800" y="5732"/>
                    <a:pt x="923" y="5639"/>
                  </a:cubicBezTo>
                  <a:cubicBezTo>
                    <a:pt x="1917" y="5014"/>
                    <a:pt x="2850" y="4512"/>
                    <a:pt x="3804" y="3825"/>
                  </a:cubicBezTo>
                  <a:cubicBezTo>
                    <a:pt x="4706" y="3169"/>
                    <a:pt x="5167" y="2738"/>
                    <a:pt x="5557" y="2687"/>
                  </a:cubicBezTo>
                  <a:lnTo>
                    <a:pt x="11400" y="2000"/>
                  </a:lnTo>
                  <a:cubicBezTo>
                    <a:pt x="10990" y="1231"/>
                    <a:pt x="10416" y="647"/>
                    <a:pt x="9934" y="432"/>
                  </a:cubicBezTo>
                  <a:cubicBezTo>
                    <a:pt x="9391" y="185"/>
                    <a:pt x="8816" y="42"/>
                    <a:pt x="8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6191892" y="1577335"/>
              <a:ext cx="426795" cy="439074"/>
            </a:xfrm>
            <a:custGeom>
              <a:rect b="b" l="l" r="r" t="t"/>
              <a:pathLst>
                <a:path extrusionOk="0" h="6329" w="6152">
                  <a:moveTo>
                    <a:pt x="2348" y="1"/>
                  </a:moveTo>
                  <a:cubicBezTo>
                    <a:pt x="1712" y="1"/>
                    <a:pt x="1079" y="192"/>
                    <a:pt x="534" y="588"/>
                  </a:cubicBezTo>
                  <a:lnTo>
                    <a:pt x="1" y="967"/>
                  </a:lnTo>
                  <a:lnTo>
                    <a:pt x="3927" y="6328"/>
                  </a:lnTo>
                  <a:lnTo>
                    <a:pt x="4460" y="6000"/>
                  </a:lnTo>
                  <a:cubicBezTo>
                    <a:pt x="5875" y="4975"/>
                    <a:pt x="6152" y="2925"/>
                    <a:pt x="5075" y="1428"/>
                  </a:cubicBezTo>
                  <a:cubicBezTo>
                    <a:pt x="4404" y="498"/>
                    <a:pt x="3374" y="1"/>
                    <a:pt x="2348" y="1"/>
                  </a:cubicBezTo>
                  <a:close/>
                </a:path>
              </a:pathLst>
            </a:custGeom>
            <a:solidFill>
              <a:srgbClr val="FFB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6447265" y="1812935"/>
              <a:ext cx="249681" cy="185717"/>
            </a:xfrm>
            <a:custGeom>
              <a:rect b="b" l="l" r="r" t="t"/>
              <a:pathLst>
                <a:path extrusionOk="0" h="2677" w="3599">
                  <a:moveTo>
                    <a:pt x="3496" y="0"/>
                  </a:moveTo>
                  <a:lnTo>
                    <a:pt x="0" y="2543"/>
                  </a:lnTo>
                  <a:lnTo>
                    <a:pt x="92" y="2676"/>
                  </a:lnTo>
                  <a:lnTo>
                    <a:pt x="3598" y="144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6427284" y="1785878"/>
              <a:ext cx="249750" cy="185023"/>
            </a:xfrm>
            <a:custGeom>
              <a:rect b="b" l="l" r="r" t="t"/>
              <a:pathLst>
                <a:path extrusionOk="0" h="2667" w="3600">
                  <a:moveTo>
                    <a:pt x="3497" y="1"/>
                  </a:moveTo>
                  <a:lnTo>
                    <a:pt x="1" y="2533"/>
                  </a:lnTo>
                  <a:lnTo>
                    <a:pt x="93" y="2666"/>
                  </a:lnTo>
                  <a:lnTo>
                    <a:pt x="3599" y="134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6085955" y="1595580"/>
              <a:ext cx="507825" cy="456834"/>
            </a:xfrm>
            <a:custGeom>
              <a:rect b="b" l="l" r="r" t="t"/>
              <a:pathLst>
                <a:path extrusionOk="0" h="6585" w="7320">
                  <a:moveTo>
                    <a:pt x="3505" y="0"/>
                  </a:moveTo>
                  <a:cubicBezTo>
                    <a:pt x="2891" y="0"/>
                    <a:pt x="2278" y="178"/>
                    <a:pt x="1743" y="550"/>
                  </a:cubicBezTo>
                  <a:cubicBezTo>
                    <a:pt x="308" y="1555"/>
                    <a:pt x="0" y="3605"/>
                    <a:pt x="1056" y="5112"/>
                  </a:cubicBezTo>
                  <a:cubicBezTo>
                    <a:pt x="1721" y="6068"/>
                    <a:pt x="2769" y="6584"/>
                    <a:pt x="3815" y="6584"/>
                  </a:cubicBezTo>
                  <a:cubicBezTo>
                    <a:pt x="4429" y="6584"/>
                    <a:pt x="5042" y="6406"/>
                    <a:pt x="5577" y="6035"/>
                  </a:cubicBezTo>
                  <a:cubicBezTo>
                    <a:pt x="7012" y="5030"/>
                    <a:pt x="7320" y="2980"/>
                    <a:pt x="6264" y="1473"/>
                  </a:cubicBezTo>
                  <a:cubicBezTo>
                    <a:pt x="5599" y="517"/>
                    <a:pt x="4551" y="0"/>
                    <a:pt x="3505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6085955" y="1595442"/>
              <a:ext cx="266747" cy="456488"/>
            </a:xfrm>
            <a:custGeom>
              <a:rect b="b" l="l" r="r" t="t"/>
              <a:pathLst>
                <a:path extrusionOk="0" h="6580" w="3845">
                  <a:moveTo>
                    <a:pt x="3505" y="1"/>
                  </a:moveTo>
                  <a:cubicBezTo>
                    <a:pt x="2860" y="1"/>
                    <a:pt x="2225" y="199"/>
                    <a:pt x="1702" y="583"/>
                  </a:cubicBezTo>
                  <a:cubicBezTo>
                    <a:pt x="277" y="1608"/>
                    <a:pt x="0" y="3658"/>
                    <a:pt x="1087" y="5155"/>
                  </a:cubicBezTo>
                  <a:cubicBezTo>
                    <a:pt x="1682" y="5996"/>
                    <a:pt x="2614" y="6518"/>
                    <a:pt x="3640" y="6580"/>
                  </a:cubicBezTo>
                  <a:cubicBezTo>
                    <a:pt x="2676" y="6467"/>
                    <a:pt x="1805" y="5955"/>
                    <a:pt x="1251" y="5175"/>
                  </a:cubicBezTo>
                  <a:cubicBezTo>
                    <a:pt x="164" y="3679"/>
                    <a:pt x="441" y="1628"/>
                    <a:pt x="1866" y="593"/>
                  </a:cubicBezTo>
                  <a:cubicBezTo>
                    <a:pt x="2392" y="217"/>
                    <a:pt x="3021" y="14"/>
                    <a:pt x="3667" y="14"/>
                  </a:cubicBezTo>
                  <a:cubicBezTo>
                    <a:pt x="3726" y="14"/>
                    <a:pt x="3785" y="16"/>
                    <a:pt x="3845" y="19"/>
                  </a:cubicBezTo>
                  <a:cubicBezTo>
                    <a:pt x="3732" y="7"/>
                    <a:pt x="3618" y="1"/>
                    <a:pt x="3505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6152764" y="1651012"/>
              <a:ext cx="382742" cy="350899"/>
            </a:xfrm>
            <a:custGeom>
              <a:rect b="b" l="l" r="r" t="t"/>
              <a:pathLst>
                <a:path extrusionOk="0" h="5058" w="5517">
                  <a:moveTo>
                    <a:pt x="2543" y="1"/>
                  </a:moveTo>
                  <a:cubicBezTo>
                    <a:pt x="2082" y="1"/>
                    <a:pt x="1629" y="135"/>
                    <a:pt x="1241" y="417"/>
                  </a:cubicBezTo>
                  <a:cubicBezTo>
                    <a:pt x="175" y="1186"/>
                    <a:pt x="1" y="2755"/>
                    <a:pt x="842" y="3923"/>
                  </a:cubicBezTo>
                  <a:cubicBezTo>
                    <a:pt x="1374" y="4657"/>
                    <a:pt x="2190" y="5058"/>
                    <a:pt x="2985" y="5058"/>
                  </a:cubicBezTo>
                  <a:cubicBezTo>
                    <a:pt x="3445" y="5058"/>
                    <a:pt x="3899" y="4923"/>
                    <a:pt x="4286" y="4641"/>
                  </a:cubicBezTo>
                  <a:cubicBezTo>
                    <a:pt x="5342" y="3872"/>
                    <a:pt x="5516" y="2304"/>
                    <a:pt x="4686" y="1135"/>
                  </a:cubicBezTo>
                  <a:cubicBezTo>
                    <a:pt x="4154" y="402"/>
                    <a:pt x="3338" y="1"/>
                    <a:pt x="2543" y="1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6148532" y="1648722"/>
              <a:ext cx="382672" cy="350552"/>
            </a:xfrm>
            <a:custGeom>
              <a:rect b="b" l="l" r="r" t="t"/>
              <a:pathLst>
                <a:path extrusionOk="0" h="5053" w="5516">
                  <a:moveTo>
                    <a:pt x="2543" y="1"/>
                  </a:moveTo>
                  <a:cubicBezTo>
                    <a:pt x="2080" y="1"/>
                    <a:pt x="1623" y="136"/>
                    <a:pt x="1231" y="420"/>
                  </a:cubicBezTo>
                  <a:cubicBezTo>
                    <a:pt x="175" y="1189"/>
                    <a:pt x="0" y="2757"/>
                    <a:pt x="841" y="3915"/>
                  </a:cubicBezTo>
                  <a:cubicBezTo>
                    <a:pt x="1372" y="4653"/>
                    <a:pt x="2181" y="5052"/>
                    <a:pt x="2973" y="5052"/>
                  </a:cubicBezTo>
                  <a:cubicBezTo>
                    <a:pt x="3436" y="5052"/>
                    <a:pt x="3893" y="4916"/>
                    <a:pt x="4286" y="4633"/>
                  </a:cubicBezTo>
                  <a:cubicBezTo>
                    <a:pt x="5341" y="3864"/>
                    <a:pt x="5516" y="2296"/>
                    <a:pt x="4675" y="1137"/>
                  </a:cubicBezTo>
                  <a:cubicBezTo>
                    <a:pt x="4144" y="399"/>
                    <a:pt x="3335" y="1"/>
                    <a:pt x="254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6159216" y="1726146"/>
              <a:ext cx="338550" cy="273129"/>
            </a:xfrm>
            <a:custGeom>
              <a:rect b="b" l="l" r="r" t="t"/>
              <a:pathLst>
                <a:path extrusionOk="0" h="3937" w="4880">
                  <a:moveTo>
                    <a:pt x="462" y="1"/>
                  </a:moveTo>
                  <a:lnTo>
                    <a:pt x="462" y="1"/>
                  </a:lnTo>
                  <a:cubicBezTo>
                    <a:pt x="0" y="821"/>
                    <a:pt x="62" y="1928"/>
                    <a:pt x="687" y="2799"/>
                  </a:cubicBezTo>
                  <a:cubicBezTo>
                    <a:pt x="1218" y="3537"/>
                    <a:pt x="2031" y="3936"/>
                    <a:pt x="2824" y="3936"/>
                  </a:cubicBezTo>
                  <a:cubicBezTo>
                    <a:pt x="3286" y="3936"/>
                    <a:pt x="3742" y="3800"/>
                    <a:pt x="4132" y="3517"/>
                  </a:cubicBezTo>
                  <a:cubicBezTo>
                    <a:pt x="4470" y="3271"/>
                    <a:pt x="4726" y="2943"/>
                    <a:pt x="4880" y="2553"/>
                  </a:cubicBezTo>
                  <a:lnTo>
                    <a:pt x="4880" y="2553"/>
                  </a:lnTo>
                  <a:cubicBezTo>
                    <a:pt x="4726" y="2830"/>
                    <a:pt x="4511" y="3066"/>
                    <a:pt x="4255" y="3261"/>
                  </a:cubicBezTo>
                  <a:cubicBezTo>
                    <a:pt x="3867" y="3543"/>
                    <a:pt x="3414" y="3677"/>
                    <a:pt x="2953" y="3677"/>
                  </a:cubicBezTo>
                  <a:cubicBezTo>
                    <a:pt x="2158" y="3677"/>
                    <a:pt x="1342" y="3277"/>
                    <a:pt x="810" y="2543"/>
                  </a:cubicBezTo>
                  <a:cubicBezTo>
                    <a:pt x="267" y="1815"/>
                    <a:pt x="133" y="852"/>
                    <a:pt x="462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6250931" y="1714490"/>
              <a:ext cx="184260" cy="207639"/>
            </a:xfrm>
            <a:custGeom>
              <a:rect b="b" l="l" r="r" t="t"/>
              <a:pathLst>
                <a:path extrusionOk="0" h="2993" w="2656">
                  <a:moveTo>
                    <a:pt x="745" y="1"/>
                  </a:moveTo>
                  <a:cubicBezTo>
                    <a:pt x="727" y="1"/>
                    <a:pt x="712" y="8"/>
                    <a:pt x="698" y="15"/>
                  </a:cubicBezTo>
                  <a:lnTo>
                    <a:pt x="267" y="261"/>
                  </a:lnTo>
                  <a:cubicBezTo>
                    <a:pt x="236" y="282"/>
                    <a:pt x="226" y="302"/>
                    <a:pt x="216" y="323"/>
                  </a:cubicBezTo>
                  <a:cubicBezTo>
                    <a:pt x="206" y="353"/>
                    <a:pt x="206" y="374"/>
                    <a:pt x="226" y="394"/>
                  </a:cubicBezTo>
                  <a:lnTo>
                    <a:pt x="349" y="620"/>
                  </a:lnTo>
                  <a:cubicBezTo>
                    <a:pt x="267" y="692"/>
                    <a:pt x="206" y="774"/>
                    <a:pt x="144" y="866"/>
                  </a:cubicBezTo>
                  <a:cubicBezTo>
                    <a:pt x="93" y="948"/>
                    <a:pt x="52" y="1030"/>
                    <a:pt x="31" y="1122"/>
                  </a:cubicBezTo>
                  <a:cubicBezTo>
                    <a:pt x="11" y="1204"/>
                    <a:pt x="1" y="1296"/>
                    <a:pt x="21" y="1378"/>
                  </a:cubicBezTo>
                  <a:cubicBezTo>
                    <a:pt x="21" y="1460"/>
                    <a:pt x="52" y="1532"/>
                    <a:pt x="93" y="1604"/>
                  </a:cubicBezTo>
                  <a:cubicBezTo>
                    <a:pt x="175" y="1758"/>
                    <a:pt x="329" y="1881"/>
                    <a:pt x="503" y="1932"/>
                  </a:cubicBezTo>
                  <a:cubicBezTo>
                    <a:pt x="571" y="1946"/>
                    <a:pt x="641" y="1953"/>
                    <a:pt x="711" y="1953"/>
                  </a:cubicBezTo>
                  <a:cubicBezTo>
                    <a:pt x="850" y="1953"/>
                    <a:pt x="992" y="1925"/>
                    <a:pt x="1128" y="1871"/>
                  </a:cubicBezTo>
                  <a:cubicBezTo>
                    <a:pt x="1262" y="1819"/>
                    <a:pt x="1374" y="1778"/>
                    <a:pt x="1477" y="1737"/>
                  </a:cubicBezTo>
                  <a:cubicBezTo>
                    <a:pt x="1559" y="1707"/>
                    <a:pt x="1641" y="1686"/>
                    <a:pt x="1723" y="1665"/>
                  </a:cubicBezTo>
                  <a:cubicBezTo>
                    <a:pt x="1774" y="1645"/>
                    <a:pt x="1825" y="1645"/>
                    <a:pt x="1887" y="1645"/>
                  </a:cubicBezTo>
                  <a:cubicBezTo>
                    <a:pt x="1918" y="1645"/>
                    <a:pt x="1948" y="1665"/>
                    <a:pt x="1969" y="1696"/>
                  </a:cubicBezTo>
                  <a:cubicBezTo>
                    <a:pt x="2010" y="1758"/>
                    <a:pt x="1989" y="1840"/>
                    <a:pt x="1928" y="1881"/>
                  </a:cubicBezTo>
                  <a:cubicBezTo>
                    <a:pt x="1846" y="1963"/>
                    <a:pt x="1754" y="2035"/>
                    <a:pt x="1661" y="2086"/>
                  </a:cubicBezTo>
                  <a:cubicBezTo>
                    <a:pt x="1600" y="2127"/>
                    <a:pt x="1549" y="2147"/>
                    <a:pt x="1477" y="2168"/>
                  </a:cubicBezTo>
                  <a:cubicBezTo>
                    <a:pt x="1436" y="2178"/>
                    <a:pt x="1385" y="2178"/>
                    <a:pt x="1344" y="2178"/>
                  </a:cubicBezTo>
                  <a:cubicBezTo>
                    <a:pt x="1303" y="2178"/>
                    <a:pt x="1272" y="2178"/>
                    <a:pt x="1241" y="2168"/>
                  </a:cubicBezTo>
                  <a:lnTo>
                    <a:pt x="1169" y="2147"/>
                  </a:lnTo>
                  <a:lnTo>
                    <a:pt x="1098" y="2147"/>
                  </a:lnTo>
                  <a:cubicBezTo>
                    <a:pt x="1077" y="2158"/>
                    <a:pt x="1046" y="2168"/>
                    <a:pt x="1026" y="2178"/>
                  </a:cubicBezTo>
                  <a:lnTo>
                    <a:pt x="595" y="2434"/>
                  </a:lnTo>
                  <a:cubicBezTo>
                    <a:pt x="575" y="2445"/>
                    <a:pt x="564" y="2465"/>
                    <a:pt x="554" y="2486"/>
                  </a:cubicBezTo>
                  <a:cubicBezTo>
                    <a:pt x="554" y="2506"/>
                    <a:pt x="554" y="2527"/>
                    <a:pt x="564" y="2547"/>
                  </a:cubicBezTo>
                  <a:cubicBezTo>
                    <a:pt x="605" y="2609"/>
                    <a:pt x="667" y="2660"/>
                    <a:pt x="728" y="2701"/>
                  </a:cubicBezTo>
                  <a:cubicBezTo>
                    <a:pt x="800" y="2742"/>
                    <a:pt x="882" y="2773"/>
                    <a:pt x="975" y="2783"/>
                  </a:cubicBezTo>
                  <a:cubicBezTo>
                    <a:pt x="1067" y="2803"/>
                    <a:pt x="1169" y="2803"/>
                    <a:pt x="1272" y="2803"/>
                  </a:cubicBezTo>
                  <a:cubicBezTo>
                    <a:pt x="1385" y="2793"/>
                    <a:pt x="1497" y="2762"/>
                    <a:pt x="1610" y="2721"/>
                  </a:cubicBezTo>
                  <a:lnTo>
                    <a:pt x="1743" y="2947"/>
                  </a:lnTo>
                  <a:cubicBezTo>
                    <a:pt x="1754" y="2967"/>
                    <a:pt x="1774" y="2988"/>
                    <a:pt x="1795" y="2988"/>
                  </a:cubicBezTo>
                  <a:cubicBezTo>
                    <a:pt x="1804" y="2991"/>
                    <a:pt x="1813" y="2992"/>
                    <a:pt x="1821" y="2992"/>
                  </a:cubicBezTo>
                  <a:cubicBezTo>
                    <a:pt x="1843" y="2992"/>
                    <a:pt x="1862" y="2985"/>
                    <a:pt x="1877" y="2978"/>
                  </a:cubicBezTo>
                  <a:lnTo>
                    <a:pt x="2307" y="2721"/>
                  </a:lnTo>
                  <a:cubicBezTo>
                    <a:pt x="2328" y="2711"/>
                    <a:pt x="2348" y="2691"/>
                    <a:pt x="2358" y="2660"/>
                  </a:cubicBezTo>
                  <a:cubicBezTo>
                    <a:pt x="2358" y="2639"/>
                    <a:pt x="2358" y="2609"/>
                    <a:pt x="2348" y="2588"/>
                  </a:cubicBezTo>
                  <a:lnTo>
                    <a:pt x="2215" y="2373"/>
                  </a:lnTo>
                  <a:cubicBezTo>
                    <a:pt x="2307" y="2301"/>
                    <a:pt x="2389" y="2219"/>
                    <a:pt x="2461" y="2127"/>
                  </a:cubicBezTo>
                  <a:cubicBezTo>
                    <a:pt x="2533" y="2045"/>
                    <a:pt x="2584" y="1953"/>
                    <a:pt x="2615" y="1860"/>
                  </a:cubicBezTo>
                  <a:cubicBezTo>
                    <a:pt x="2646" y="1768"/>
                    <a:pt x="2656" y="1676"/>
                    <a:pt x="2646" y="1583"/>
                  </a:cubicBezTo>
                  <a:cubicBezTo>
                    <a:pt x="2635" y="1491"/>
                    <a:pt x="2615" y="1409"/>
                    <a:pt x="2563" y="1327"/>
                  </a:cubicBezTo>
                  <a:cubicBezTo>
                    <a:pt x="2512" y="1245"/>
                    <a:pt x="2451" y="1173"/>
                    <a:pt x="2369" y="1112"/>
                  </a:cubicBezTo>
                  <a:cubicBezTo>
                    <a:pt x="2297" y="1061"/>
                    <a:pt x="2215" y="1020"/>
                    <a:pt x="2133" y="1009"/>
                  </a:cubicBezTo>
                  <a:cubicBezTo>
                    <a:pt x="2082" y="999"/>
                    <a:pt x="2030" y="994"/>
                    <a:pt x="1979" y="994"/>
                  </a:cubicBezTo>
                  <a:cubicBezTo>
                    <a:pt x="1928" y="994"/>
                    <a:pt x="1877" y="999"/>
                    <a:pt x="1825" y="1009"/>
                  </a:cubicBezTo>
                  <a:cubicBezTo>
                    <a:pt x="1702" y="1030"/>
                    <a:pt x="1579" y="1061"/>
                    <a:pt x="1467" y="1112"/>
                  </a:cubicBezTo>
                  <a:lnTo>
                    <a:pt x="1128" y="1225"/>
                  </a:lnTo>
                  <a:cubicBezTo>
                    <a:pt x="1057" y="1255"/>
                    <a:pt x="975" y="1276"/>
                    <a:pt x="903" y="1296"/>
                  </a:cubicBezTo>
                  <a:cubicBezTo>
                    <a:pt x="877" y="1302"/>
                    <a:pt x="854" y="1304"/>
                    <a:pt x="831" y="1304"/>
                  </a:cubicBezTo>
                  <a:cubicBezTo>
                    <a:pt x="808" y="1304"/>
                    <a:pt x="785" y="1302"/>
                    <a:pt x="759" y="1296"/>
                  </a:cubicBezTo>
                  <a:cubicBezTo>
                    <a:pt x="698" y="1276"/>
                    <a:pt x="657" y="1214"/>
                    <a:pt x="667" y="1153"/>
                  </a:cubicBezTo>
                  <a:cubicBezTo>
                    <a:pt x="677" y="1112"/>
                    <a:pt x="687" y="1081"/>
                    <a:pt x="718" y="1061"/>
                  </a:cubicBezTo>
                  <a:cubicBezTo>
                    <a:pt x="739" y="1030"/>
                    <a:pt x="769" y="999"/>
                    <a:pt x="800" y="979"/>
                  </a:cubicBezTo>
                  <a:cubicBezTo>
                    <a:pt x="841" y="948"/>
                    <a:pt x="872" y="927"/>
                    <a:pt x="913" y="897"/>
                  </a:cubicBezTo>
                  <a:cubicBezTo>
                    <a:pt x="964" y="876"/>
                    <a:pt x="1016" y="845"/>
                    <a:pt x="1067" y="835"/>
                  </a:cubicBezTo>
                  <a:cubicBezTo>
                    <a:pt x="1108" y="825"/>
                    <a:pt x="1149" y="815"/>
                    <a:pt x="1190" y="815"/>
                  </a:cubicBezTo>
                  <a:cubicBezTo>
                    <a:pt x="1221" y="815"/>
                    <a:pt x="1251" y="815"/>
                    <a:pt x="1282" y="825"/>
                  </a:cubicBezTo>
                  <a:lnTo>
                    <a:pt x="1333" y="835"/>
                  </a:lnTo>
                  <a:lnTo>
                    <a:pt x="1405" y="835"/>
                  </a:lnTo>
                  <a:cubicBezTo>
                    <a:pt x="1436" y="835"/>
                    <a:pt x="1467" y="825"/>
                    <a:pt x="1487" y="804"/>
                  </a:cubicBezTo>
                  <a:lnTo>
                    <a:pt x="1918" y="548"/>
                  </a:lnTo>
                  <a:cubicBezTo>
                    <a:pt x="1938" y="538"/>
                    <a:pt x="1948" y="517"/>
                    <a:pt x="1959" y="497"/>
                  </a:cubicBezTo>
                  <a:cubicBezTo>
                    <a:pt x="1959" y="476"/>
                    <a:pt x="1959" y="456"/>
                    <a:pt x="1948" y="446"/>
                  </a:cubicBezTo>
                  <a:cubicBezTo>
                    <a:pt x="1907" y="384"/>
                    <a:pt x="1856" y="343"/>
                    <a:pt x="1795" y="312"/>
                  </a:cubicBezTo>
                  <a:cubicBezTo>
                    <a:pt x="1723" y="271"/>
                    <a:pt x="1651" y="251"/>
                    <a:pt x="1569" y="230"/>
                  </a:cubicBezTo>
                  <a:cubicBezTo>
                    <a:pt x="1477" y="210"/>
                    <a:pt x="1374" y="210"/>
                    <a:pt x="1282" y="210"/>
                  </a:cubicBezTo>
                  <a:cubicBezTo>
                    <a:pt x="1169" y="220"/>
                    <a:pt x="1057" y="241"/>
                    <a:pt x="954" y="271"/>
                  </a:cubicBezTo>
                  <a:lnTo>
                    <a:pt x="831" y="46"/>
                  </a:lnTo>
                  <a:cubicBezTo>
                    <a:pt x="821" y="25"/>
                    <a:pt x="790" y="5"/>
                    <a:pt x="769" y="5"/>
                  </a:cubicBezTo>
                  <a:cubicBezTo>
                    <a:pt x="760" y="2"/>
                    <a:pt x="752" y="1"/>
                    <a:pt x="745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6245242" y="1717335"/>
              <a:ext cx="183566" cy="206876"/>
            </a:xfrm>
            <a:custGeom>
              <a:rect b="b" l="l" r="r" t="t"/>
              <a:pathLst>
                <a:path extrusionOk="0" h="2982" w="2646">
                  <a:moveTo>
                    <a:pt x="739" y="1"/>
                  </a:moveTo>
                  <a:cubicBezTo>
                    <a:pt x="722" y="1"/>
                    <a:pt x="702" y="8"/>
                    <a:pt x="687" y="15"/>
                  </a:cubicBezTo>
                  <a:lnTo>
                    <a:pt x="257" y="271"/>
                  </a:lnTo>
                  <a:cubicBezTo>
                    <a:pt x="226" y="282"/>
                    <a:pt x="216" y="302"/>
                    <a:pt x="206" y="333"/>
                  </a:cubicBezTo>
                  <a:cubicBezTo>
                    <a:pt x="195" y="353"/>
                    <a:pt x="206" y="374"/>
                    <a:pt x="216" y="405"/>
                  </a:cubicBezTo>
                  <a:lnTo>
                    <a:pt x="339" y="620"/>
                  </a:lnTo>
                  <a:cubicBezTo>
                    <a:pt x="267" y="692"/>
                    <a:pt x="195" y="774"/>
                    <a:pt x="134" y="866"/>
                  </a:cubicBezTo>
                  <a:cubicBezTo>
                    <a:pt x="83" y="948"/>
                    <a:pt x="42" y="1030"/>
                    <a:pt x="21" y="1122"/>
                  </a:cubicBezTo>
                  <a:cubicBezTo>
                    <a:pt x="1" y="1204"/>
                    <a:pt x="1" y="1296"/>
                    <a:pt x="11" y="1378"/>
                  </a:cubicBezTo>
                  <a:cubicBezTo>
                    <a:pt x="21" y="1460"/>
                    <a:pt x="42" y="1542"/>
                    <a:pt x="83" y="1604"/>
                  </a:cubicBezTo>
                  <a:cubicBezTo>
                    <a:pt x="175" y="1768"/>
                    <a:pt x="318" y="1881"/>
                    <a:pt x="493" y="1932"/>
                  </a:cubicBezTo>
                  <a:cubicBezTo>
                    <a:pt x="554" y="1944"/>
                    <a:pt x="616" y="1950"/>
                    <a:pt x="678" y="1950"/>
                  </a:cubicBezTo>
                  <a:cubicBezTo>
                    <a:pt x="825" y="1950"/>
                    <a:pt x="974" y="1918"/>
                    <a:pt x="1118" y="1860"/>
                  </a:cubicBezTo>
                  <a:cubicBezTo>
                    <a:pt x="1251" y="1809"/>
                    <a:pt x="1364" y="1768"/>
                    <a:pt x="1467" y="1737"/>
                  </a:cubicBezTo>
                  <a:cubicBezTo>
                    <a:pt x="1549" y="1707"/>
                    <a:pt x="1631" y="1676"/>
                    <a:pt x="1713" y="1655"/>
                  </a:cubicBezTo>
                  <a:cubicBezTo>
                    <a:pt x="1764" y="1645"/>
                    <a:pt x="1815" y="1635"/>
                    <a:pt x="1877" y="1635"/>
                  </a:cubicBezTo>
                  <a:cubicBezTo>
                    <a:pt x="1907" y="1635"/>
                    <a:pt x="1938" y="1655"/>
                    <a:pt x="1959" y="1686"/>
                  </a:cubicBezTo>
                  <a:cubicBezTo>
                    <a:pt x="2000" y="1748"/>
                    <a:pt x="1979" y="1830"/>
                    <a:pt x="1918" y="1881"/>
                  </a:cubicBezTo>
                  <a:cubicBezTo>
                    <a:pt x="1836" y="1963"/>
                    <a:pt x="1754" y="2024"/>
                    <a:pt x="1651" y="2086"/>
                  </a:cubicBezTo>
                  <a:cubicBezTo>
                    <a:pt x="1600" y="2117"/>
                    <a:pt x="1538" y="2137"/>
                    <a:pt x="1477" y="2158"/>
                  </a:cubicBezTo>
                  <a:cubicBezTo>
                    <a:pt x="1426" y="2168"/>
                    <a:pt x="1374" y="2178"/>
                    <a:pt x="1333" y="2178"/>
                  </a:cubicBezTo>
                  <a:cubicBezTo>
                    <a:pt x="1292" y="2168"/>
                    <a:pt x="1262" y="2168"/>
                    <a:pt x="1231" y="2158"/>
                  </a:cubicBezTo>
                  <a:lnTo>
                    <a:pt x="1169" y="2147"/>
                  </a:lnTo>
                  <a:cubicBezTo>
                    <a:pt x="1154" y="2142"/>
                    <a:pt x="1141" y="2140"/>
                    <a:pt x="1130" y="2140"/>
                  </a:cubicBezTo>
                  <a:cubicBezTo>
                    <a:pt x="1118" y="2140"/>
                    <a:pt x="1108" y="2142"/>
                    <a:pt x="1098" y="2147"/>
                  </a:cubicBezTo>
                  <a:cubicBezTo>
                    <a:pt x="1067" y="2147"/>
                    <a:pt x="1046" y="2158"/>
                    <a:pt x="1026" y="2168"/>
                  </a:cubicBezTo>
                  <a:lnTo>
                    <a:pt x="595" y="2424"/>
                  </a:lnTo>
                  <a:cubicBezTo>
                    <a:pt x="575" y="2434"/>
                    <a:pt x="564" y="2455"/>
                    <a:pt x="554" y="2475"/>
                  </a:cubicBezTo>
                  <a:cubicBezTo>
                    <a:pt x="544" y="2496"/>
                    <a:pt x="544" y="2516"/>
                    <a:pt x="554" y="2537"/>
                  </a:cubicBezTo>
                  <a:cubicBezTo>
                    <a:pt x="595" y="2598"/>
                    <a:pt x="657" y="2650"/>
                    <a:pt x="718" y="2691"/>
                  </a:cubicBezTo>
                  <a:cubicBezTo>
                    <a:pt x="790" y="2732"/>
                    <a:pt x="872" y="2762"/>
                    <a:pt x="964" y="2773"/>
                  </a:cubicBezTo>
                  <a:cubicBezTo>
                    <a:pt x="1057" y="2793"/>
                    <a:pt x="1159" y="2793"/>
                    <a:pt x="1262" y="2793"/>
                  </a:cubicBezTo>
                  <a:cubicBezTo>
                    <a:pt x="1374" y="2783"/>
                    <a:pt x="1497" y="2752"/>
                    <a:pt x="1600" y="2721"/>
                  </a:cubicBezTo>
                  <a:lnTo>
                    <a:pt x="1733" y="2937"/>
                  </a:lnTo>
                  <a:cubicBezTo>
                    <a:pt x="1743" y="2957"/>
                    <a:pt x="1764" y="2978"/>
                    <a:pt x="1795" y="2978"/>
                  </a:cubicBezTo>
                  <a:cubicBezTo>
                    <a:pt x="1801" y="2981"/>
                    <a:pt x="1808" y="2982"/>
                    <a:pt x="1815" y="2982"/>
                  </a:cubicBezTo>
                  <a:cubicBezTo>
                    <a:pt x="1832" y="2982"/>
                    <a:pt x="1852" y="2975"/>
                    <a:pt x="1866" y="2967"/>
                  </a:cubicBezTo>
                  <a:lnTo>
                    <a:pt x="2297" y="2711"/>
                  </a:lnTo>
                  <a:cubicBezTo>
                    <a:pt x="2317" y="2701"/>
                    <a:pt x="2338" y="2680"/>
                    <a:pt x="2348" y="2650"/>
                  </a:cubicBezTo>
                  <a:cubicBezTo>
                    <a:pt x="2358" y="2629"/>
                    <a:pt x="2348" y="2598"/>
                    <a:pt x="2338" y="2578"/>
                  </a:cubicBezTo>
                  <a:lnTo>
                    <a:pt x="2205" y="2363"/>
                  </a:lnTo>
                  <a:cubicBezTo>
                    <a:pt x="2297" y="2291"/>
                    <a:pt x="2389" y="2209"/>
                    <a:pt x="2461" y="2117"/>
                  </a:cubicBezTo>
                  <a:cubicBezTo>
                    <a:pt x="2522" y="2035"/>
                    <a:pt x="2574" y="1942"/>
                    <a:pt x="2604" y="1850"/>
                  </a:cubicBezTo>
                  <a:cubicBezTo>
                    <a:pt x="2635" y="1758"/>
                    <a:pt x="2645" y="1666"/>
                    <a:pt x="2645" y="1573"/>
                  </a:cubicBezTo>
                  <a:cubicBezTo>
                    <a:pt x="2635" y="1481"/>
                    <a:pt x="2604" y="1399"/>
                    <a:pt x="2553" y="1317"/>
                  </a:cubicBezTo>
                  <a:cubicBezTo>
                    <a:pt x="2502" y="1235"/>
                    <a:pt x="2440" y="1163"/>
                    <a:pt x="2369" y="1102"/>
                  </a:cubicBezTo>
                  <a:cubicBezTo>
                    <a:pt x="2287" y="1050"/>
                    <a:pt x="2205" y="1009"/>
                    <a:pt x="2123" y="999"/>
                  </a:cubicBezTo>
                  <a:cubicBezTo>
                    <a:pt x="2071" y="989"/>
                    <a:pt x="2020" y="984"/>
                    <a:pt x="1969" y="984"/>
                  </a:cubicBezTo>
                  <a:cubicBezTo>
                    <a:pt x="1918" y="984"/>
                    <a:pt x="1866" y="989"/>
                    <a:pt x="1815" y="999"/>
                  </a:cubicBezTo>
                  <a:cubicBezTo>
                    <a:pt x="1692" y="1020"/>
                    <a:pt x="1569" y="1061"/>
                    <a:pt x="1456" y="1102"/>
                  </a:cubicBezTo>
                  <a:lnTo>
                    <a:pt x="1118" y="1214"/>
                  </a:lnTo>
                  <a:cubicBezTo>
                    <a:pt x="1046" y="1245"/>
                    <a:pt x="975" y="1266"/>
                    <a:pt x="892" y="1286"/>
                  </a:cubicBezTo>
                  <a:cubicBezTo>
                    <a:pt x="872" y="1291"/>
                    <a:pt x="849" y="1294"/>
                    <a:pt x="826" y="1294"/>
                  </a:cubicBezTo>
                  <a:cubicBezTo>
                    <a:pt x="803" y="1294"/>
                    <a:pt x="780" y="1291"/>
                    <a:pt x="759" y="1286"/>
                  </a:cubicBezTo>
                  <a:cubicBezTo>
                    <a:pt x="687" y="1276"/>
                    <a:pt x="646" y="1204"/>
                    <a:pt x="667" y="1143"/>
                  </a:cubicBezTo>
                  <a:cubicBezTo>
                    <a:pt x="667" y="1112"/>
                    <a:pt x="687" y="1081"/>
                    <a:pt x="708" y="1050"/>
                  </a:cubicBezTo>
                  <a:cubicBezTo>
                    <a:pt x="728" y="1020"/>
                    <a:pt x="759" y="989"/>
                    <a:pt x="790" y="968"/>
                  </a:cubicBezTo>
                  <a:cubicBezTo>
                    <a:pt x="831" y="938"/>
                    <a:pt x="872" y="917"/>
                    <a:pt x="913" y="897"/>
                  </a:cubicBezTo>
                  <a:cubicBezTo>
                    <a:pt x="954" y="866"/>
                    <a:pt x="1005" y="835"/>
                    <a:pt x="1067" y="825"/>
                  </a:cubicBezTo>
                  <a:cubicBezTo>
                    <a:pt x="1098" y="815"/>
                    <a:pt x="1139" y="804"/>
                    <a:pt x="1180" y="804"/>
                  </a:cubicBezTo>
                  <a:cubicBezTo>
                    <a:pt x="1210" y="804"/>
                    <a:pt x="1241" y="804"/>
                    <a:pt x="1272" y="815"/>
                  </a:cubicBezTo>
                  <a:lnTo>
                    <a:pt x="1323" y="825"/>
                  </a:lnTo>
                  <a:lnTo>
                    <a:pt x="1395" y="825"/>
                  </a:lnTo>
                  <a:cubicBezTo>
                    <a:pt x="1426" y="825"/>
                    <a:pt x="1456" y="815"/>
                    <a:pt x="1477" y="794"/>
                  </a:cubicBezTo>
                  <a:lnTo>
                    <a:pt x="1907" y="538"/>
                  </a:lnTo>
                  <a:cubicBezTo>
                    <a:pt x="1928" y="528"/>
                    <a:pt x="1938" y="507"/>
                    <a:pt x="1948" y="497"/>
                  </a:cubicBezTo>
                  <a:cubicBezTo>
                    <a:pt x="1948" y="476"/>
                    <a:pt x="1948" y="446"/>
                    <a:pt x="1938" y="435"/>
                  </a:cubicBezTo>
                  <a:cubicBezTo>
                    <a:pt x="1897" y="374"/>
                    <a:pt x="1846" y="333"/>
                    <a:pt x="1795" y="302"/>
                  </a:cubicBezTo>
                  <a:cubicBezTo>
                    <a:pt x="1713" y="261"/>
                    <a:pt x="1641" y="241"/>
                    <a:pt x="1559" y="220"/>
                  </a:cubicBezTo>
                  <a:cubicBezTo>
                    <a:pt x="1467" y="200"/>
                    <a:pt x="1364" y="200"/>
                    <a:pt x="1272" y="200"/>
                  </a:cubicBezTo>
                  <a:cubicBezTo>
                    <a:pt x="1159" y="210"/>
                    <a:pt x="1057" y="230"/>
                    <a:pt x="944" y="261"/>
                  </a:cubicBezTo>
                  <a:lnTo>
                    <a:pt x="821" y="46"/>
                  </a:lnTo>
                  <a:cubicBezTo>
                    <a:pt x="810" y="25"/>
                    <a:pt x="790" y="5"/>
                    <a:pt x="759" y="5"/>
                  </a:cubicBezTo>
                  <a:cubicBezTo>
                    <a:pt x="753" y="2"/>
                    <a:pt x="746" y="1"/>
                    <a:pt x="739" y="1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6647067" y="1241833"/>
              <a:ext cx="104618" cy="130980"/>
            </a:xfrm>
            <a:custGeom>
              <a:rect b="b" l="l" r="r" t="t"/>
              <a:pathLst>
                <a:path extrusionOk="0" h="1888" w="1508">
                  <a:moveTo>
                    <a:pt x="1128" y="1"/>
                  </a:moveTo>
                  <a:lnTo>
                    <a:pt x="1" y="1015"/>
                  </a:lnTo>
                  <a:cubicBezTo>
                    <a:pt x="1" y="1015"/>
                    <a:pt x="124" y="1467"/>
                    <a:pt x="154" y="1600"/>
                  </a:cubicBezTo>
                  <a:cubicBezTo>
                    <a:pt x="194" y="1767"/>
                    <a:pt x="347" y="1887"/>
                    <a:pt x="513" y="1887"/>
                  </a:cubicBezTo>
                  <a:cubicBezTo>
                    <a:pt x="520" y="1887"/>
                    <a:pt x="527" y="1887"/>
                    <a:pt x="534" y="1887"/>
                  </a:cubicBezTo>
                  <a:cubicBezTo>
                    <a:pt x="1508" y="1825"/>
                    <a:pt x="1446" y="1220"/>
                    <a:pt x="1446" y="1220"/>
                  </a:cubicBezTo>
                  <a:cubicBezTo>
                    <a:pt x="1241" y="913"/>
                    <a:pt x="1128" y="1"/>
                    <a:pt x="1128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6476264" y="1565402"/>
              <a:ext cx="437618" cy="449966"/>
            </a:xfrm>
            <a:custGeom>
              <a:rect b="b" l="l" r="r" t="t"/>
              <a:pathLst>
                <a:path extrusionOk="0" h="6486" w="6308">
                  <a:moveTo>
                    <a:pt x="4625" y="1"/>
                  </a:moveTo>
                  <a:cubicBezTo>
                    <a:pt x="4608" y="1"/>
                    <a:pt x="4350" y="20"/>
                    <a:pt x="3775" y="1180"/>
                  </a:cubicBezTo>
                  <a:cubicBezTo>
                    <a:pt x="3754" y="1211"/>
                    <a:pt x="3724" y="1241"/>
                    <a:pt x="3703" y="1272"/>
                  </a:cubicBezTo>
                  <a:cubicBezTo>
                    <a:pt x="2657" y="2779"/>
                    <a:pt x="1253" y="4737"/>
                    <a:pt x="1253" y="4737"/>
                  </a:cubicBezTo>
                  <a:lnTo>
                    <a:pt x="1304" y="4778"/>
                  </a:lnTo>
                  <a:cubicBezTo>
                    <a:pt x="1243" y="4881"/>
                    <a:pt x="1161" y="4983"/>
                    <a:pt x="1069" y="5065"/>
                  </a:cubicBezTo>
                  <a:cubicBezTo>
                    <a:pt x="915" y="5178"/>
                    <a:pt x="853" y="5178"/>
                    <a:pt x="648" y="5239"/>
                  </a:cubicBezTo>
                  <a:cubicBezTo>
                    <a:pt x="464" y="5301"/>
                    <a:pt x="310" y="5424"/>
                    <a:pt x="197" y="5588"/>
                  </a:cubicBezTo>
                  <a:cubicBezTo>
                    <a:pt x="152" y="5641"/>
                    <a:pt x="173" y="5672"/>
                    <a:pt x="237" y="5672"/>
                  </a:cubicBezTo>
                  <a:cubicBezTo>
                    <a:pt x="260" y="5672"/>
                    <a:pt x="288" y="5668"/>
                    <a:pt x="320" y="5660"/>
                  </a:cubicBezTo>
                  <a:cubicBezTo>
                    <a:pt x="453" y="5639"/>
                    <a:pt x="617" y="5537"/>
                    <a:pt x="679" y="5537"/>
                  </a:cubicBezTo>
                  <a:cubicBezTo>
                    <a:pt x="730" y="5537"/>
                    <a:pt x="730" y="5598"/>
                    <a:pt x="679" y="5721"/>
                  </a:cubicBezTo>
                  <a:cubicBezTo>
                    <a:pt x="597" y="5865"/>
                    <a:pt x="505" y="5998"/>
                    <a:pt x="382" y="6101"/>
                  </a:cubicBezTo>
                  <a:cubicBezTo>
                    <a:pt x="300" y="6172"/>
                    <a:pt x="54" y="6316"/>
                    <a:pt x="23" y="6388"/>
                  </a:cubicBezTo>
                  <a:cubicBezTo>
                    <a:pt x="0" y="6448"/>
                    <a:pt x="5" y="6486"/>
                    <a:pt x="62" y="6486"/>
                  </a:cubicBezTo>
                  <a:cubicBezTo>
                    <a:pt x="83" y="6486"/>
                    <a:pt x="110" y="6481"/>
                    <a:pt x="146" y="6470"/>
                  </a:cubicBezTo>
                  <a:cubicBezTo>
                    <a:pt x="289" y="6408"/>
                    <a:pt x="443" y="6326"/>
                    <a:pt x="576" y="6244"/>
                  </a:cubicBezTo>
                  <a:cubicBezTo>
                    <a:pt x="638" y="6203"/>
                    <a:pt x="699" y="6162"/>
                    <a:pt x="740" y="6111"/>
                  </a:cubicBezTo>
                  <a:cubicBezTo>
                    <a:pt x="842" y="6136"/>
                    <a:pt x="943" y="6154"/>
                    <a:pt x="1044" y="6154"/>
                  </a:cubicBezTo>
                  <a:cubicBezTo>
                    <a:pt x="1066" y="6154"/>
                    <a:pt x="1088" y="6154"/>
                    <a:pt x="1110" y="6152"/>
                  </a:cubicBezTo>
                  <a:cubicBezTo>
                    <a:pt x="1171" y="6142"/>
                    <a:pt x="1222" y="6111"/>
                    <a:pt x="1274" y="6080"/>
                  </a:cubicBezTo>
                  <a:cubicBezTo>
                    <a:pt x="1294" y="6070"/>
                    <a:pt x="1315" y="6070"/>
                    <a:pt x="1325" y="6060"/>
                  </a:cubicBezTo>
                  <a:cubicBezTo>
                    <a:pt x="1448" y="6019"/>
                    <a:pt x="1509" y="5619"/>
                    <a:pt x="1561" y="5506"/>
                  </a:cubicBezTo>
                  <a:cubicBezTo>
                    <a:pt x="1643" y="5403"/>
                    <a:pt x="1725" y="5311"/>
                    <a:pt x="1817" y="5229"/>
                  </a:cubicBezTo>
                  <a:lnTo>
                    <a:pt x="1858" y="5260"/>
                  </a:lnTo>
                  <a:cubicBezTo>
                    <a:pt x="1858" y="5260"/>
                    <a:pt x="4585" y="3097"/>
                    <a:pt x="5231" y="2267"/>
                  </a:cubicBezTo>
                  <a:cubicBezTo>
                    <a:pt x="5907" y="1395"/>
                    <a:pt x="6307" y="21"/>
                    <a:pt x="6307" y="21"/>
                  </a:cubicBezTo>
                  <a:lnTo>
                    <a:pt x="4626" y="1"/>
                  </a:lnTo>
                  <a:cubicBezTo>
                    <a:pt x="4626" y="1"/>
                    <a:pt x="4625" y="1"/>
                    <a:pt x="4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6459197" y="1889040"/>
              <a:ext cx="144578" cy="133478"/>
            </a:xfrm>
            <a:custGeom>
              <a:rect b="b" l="l" r="r" t="t"/>
              <a:pathLst>
                <a:path extrusionOk="0" h="1924" w="2084">
                  <a:moveTo>
                    <a:pt x="1448" y="0"/>
                  </a:moveTo>
                  <a:cubicBezTo>
                    <a:pt x="1345" y="185"/>
                    <a:pt x="1212" y="349"/>
                    <a:pt x="1068" y="503"/>
                  </a:cubicBezTo>
                  <a:cubicBezTo>
                    <a:pt x="925" y="615"/>
                    <a:pt x="863" y="615"/>
                    <a:pt x="648" y="667"/>
                  </a:cubicBezTo>
                  <a:cubicBezTo>
                    <a:pt x="464" y="738"/>
                    <a:pt x="310" y="861"/>
                    <a:pt x="197" y="1015"/>
                  </a:cubicBezTo>
                  <a:cubicBezTo>
                    <a:pt x="150" y="1071"/>
                    <a:pt x="175" y="1108"/>
                    <a:pt x="251" y="1108"/>
                  </a:cubicBezTo>
                  <a:cubicBezTo>
                    <a:pt x="273" y="1108"/>
                    <a:pt x="300" y="1104"/>
                    <a:pt x="330" y="1097"/>
                  </a:cubicBezTo>
                  <a:cubicBezTo>
                    <a:pt x="453" y="1067"/>
                    <a:pt x="617" y="974"/>
                    <a:pt x="679" y="974"/>
                  </a:cubicBezTo>
                  <a:cubicBezTo>
                    <a:pt x="730" y="974"/>
                    <a:pt x="730" y="1036"/>
                    <a:pt x="679" y="1159"/>
                  </a:cubicBezTo>
                  <a:cubicBezTo>
                    <a:pt x="607" y="1302"/>
                    <a:pt x="505" y="1436"/>
                    <a:pt x="382" y="1538"/>
                  </a:cubicBezTo>
                  <a:cubicBezTo>
                    <a:pt x="300" y="1610"/>
                    <a:pt x="54" y="1743"/>
                    <a:pt x="23" y="1825"/>
                  </a:cubicBezTo>
                  <a:cubicBezTo>
                    <a:pt x="0" y="1885"/>
                    <a:pt x="5" y="1923"/>
                    <a:pt x="66" y="1923"/>
                  </a:cubicBezTo>
                  <a:cubicBezTo>
                    <a:pt x="88" y="1923"/>
                    <a:pt x="118" y="1918"/>
                    <a:pt x="156" y="1907"/>
                  </a:cubicBezTo>
                  <a:cubicBezTo>
                    <a:pt x="279" y="1876"/>
                    <a:pt x="412" y="1825"/>
                    <a:pt x="535" y="1764"/>
                  </a:cubicBezTo>
                  <a:cubicBezTo>
                    <a:pt x="617" y="1712"/>
                    <a:pt x="720" y="1794"/>
                    <a:pt x="1017" y="1661"/>
                  </a:cubicBezTo>
                  <a:cubicBezTo>
                    <a:pt x="1109" y="1620"/>
                    <a:pt x="1191" y="1569"/>
                    <a:pt x="1273" y="1507"/>
                  </a:cubicBezTo>
                  <a:cubicBezTo>
                    <a:pt x="1294" y="1507"/>
                    <a:pt x="1315" y="1507"/>
                    <a:pt x="1325" y="1497"/>
                  </a:cubicBezTo>
                  <a:cubicBezTo>
                    <a:pt x="1448" y="1456"/>
                    <a:pt x="1509" y="1046"/>
                    <a:pt x="1571" y="943"/>
                  </a:cubicBezTo>
                  <a:cubicBezTo>
                    <a:pt x="1725" y="759"/>
                    <a:pt x="1899" y="585"/>
                    <a:pt x="2083" y="431"/>
                  </a:cubicBezTo>
                  <a:lnTo>
                    <a:pt x="1448" y="0"/>
                  </a:ln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6553202" y="1414648"/>
              <a:ext cx="383436" cy="515664"/>
            </a:xfrm>
            <a:custGeom>
              <a:rect b="b" l="l" r="r" t="t"/>
              <a:pathLst>
                <a:path extrusionOk="0" h="7433" w="5527">
                  <a:moveTo>
                    <a:pt x="3189" y="1"/>
                  </a:moveTo>
                  <a:lnTo>
                    <a:pt x="2994" y="667"/>
                  </a:lnTo>
                  <a:cubicBezTo>
                    <a:pt x="3066" y="698"/>
                    <a:pt x="3127" y="759"/>
                    <a:pt x="3168" y="831"/>
                  </a:cubicBezTo>
                  <a:cubicBezTo>
                    <a:pt x="3168" y="1210"/>
                    <a:pt x="2471" y="3414"/>
                    <a:pt x="2451" y="3445"/>
                  </a:cubicBezTo>
                  <a:cubicBezTo>
                    <a:pt x="1405" y="4952"/>
                    <a:pt x="1" y="6910"/>
                    <a:pt x="1" y="6910"/>
                  </a:cubicBezTo>
                  <a:lnTo>
                    <a:pt x="595" y="7433"/>
                  </a:lnTo>
                  <a:cubicBezTo>
                    <a:pt x="595" y="7433"/>
                    <a:pt x="2594" y="5403"/>
                    <a:pt x="3476" y="4583"/>
                  </a:cubicBezTo>
                  <a:cubicBezTo>
                    <a:pt x="4419" y="3712"/>
                    <a:pt x="4870" y="1815"/>
                    <a:pt x="5198" y="1241"/>
                  </a:cubicBezTo>
                  <a:cubicBezTo>
                    <a:pt x="5526" y="667"/>
                    <a:pt x="4357" y="83"/>
                    <a:pt x="4357" y="83"/>
                  </a:cubicBezTo>
                  <a:lnTo>
                    <a:pt x="3927" y="298"/>
                  </a:lnTo>
                  <a:cubicBezTo>
                    <a:pt x="3650" y="175"/>
                    <a:pt x="3189" y="1"/>
                    <a:pt x="3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6525451" y="1131387"/>
              <a:ext cx="226232" cy="199523"/>
            </a:xfrm>
            <a:custGeom>
              <a:rect b="b" l="l" r="r" t="t"/>
              <a:pathLst>
                <a:path extrusionOk="0" h="2876" w="3261">
                  <a:moveTo>
                    <a:pt x="1468" y="1"/>
                  </a:moveTo>
                  <a:cubicBezTo>
                    <a:pt x="1051" y="1"/>
                    <a:pt x="598" y="155"/>
                    <a:pt x="349" y="455"/>
                  </a:cubicBezTo>
                  <a:cubicBezTo>
                    <a:pt x="1" y="885"/>
                    <a:pt x="288" y="1787"/>
                    <a:pt x="534" y="2208"/>
                  </a:cubicBezTo>
                  <a:cubicBezTo>
                    <a:pt x="677" y="2474"/>
                    <a:pt x="903" y="2689"/>
                    <a:pt x="1190" y="2812"/>
                  </a:cubicBezTo>
                  <a:cubicBezTo>
                    <a:pt x="1316" y="2854"/>
                    <a:pt x="1447" y="2876"/>
                    <a:pt x="1578" y="2876"/>
                  </a:cubicBezTo>
                  <a:cubicBezTo>
                    <a:pt x="1766" y="2876"/>
                    <a:pt x="1953" y="2831"/>
                    <a:pt x="2123" y="2741"/>
                  </a:cubicBezTo>
                  <a:cubicBezTo>
                    <a:pt x="3261" y="2156"/>
                    <a:pt x="3148" y="496"/>
                    <a:pt x="1938" y="75"/>
                  </a:cubicBezTo>
                  <a:cubicBezTo>
                    <a:pt x="1797" y="25"/>
                    <a:pt x="1636" y="1"/>
                    <a:pt x="1468" y="1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6614391" y="1131457"/>
              <a:ext cx="115232" cy="199661"/>
            </a:xfrm>
            <a:custGeom>
              <a:rect b="b" l="l" r="r" t="t"/>
              <a:pathLst>
                <a:path extrusionOk="0" h="2878" w="1661">
                  <a:moveTo>
                    <a:pt x="177" y="0"/>
                  </a:moveTo>
                  <a:cubicBezTo>
                    <a:pt x="145" y="0"/>
                    <a:pt x="114" y="1"/>
                    <a:pt x="82" y="3"/>
                  </a:cubicBezTo>
                  <a:cubicBezTo>
                    <a:pt x="144" y="13"/>
                    <a:pt x="195" y="33"/>
                    <a:pt x="256" y="54"/>
                  </a:cubicBezTo>
                  <a:cubicBezTo>
                    <a:pt x="790" y="238"/>
                    <a:pt x="1312" y="761"/>
                    <a:pt x="1343" y="1325"/>
                  </a:cubicBezTo>
                  <a:cubicBezTo>
                    <a:pt x="1364" y="1909"/>
                    <a:pt x="1046" y="2453"/>
                    <a:pt x="533" y="2719"/>
                  </a:cubicBezTo>
                  <a:cubicBezTo>
                    <a:pt x="359" y="2781"/>
                    <a:pt x="185" y="2822"/>
                    <a:pt x="0" y="2842"/>
                  </a:cubicBezTo>
                  <a:cubicBezTo>
                    <a:pt x="91" y="2866"/>
                    <a:pt x="184" y="2877"/>
                    <a:pt x="277" y="2877"/>
                  </a:cubicBezTo>
                  <a:cubicBezTo>
                    <a:pt x="469" y="2877"/>
                    <a:pt x="662" y="2829"/>
                    <a:pt x="841" y="2740"/>
                  </a:cubicBezTo>
                  <a:cubicBezTo>
                    <a:pt x="1353" y="2463"/>
                    <a:pt x="1661" y="1920"/>
                    <a:pt x="1630" y="1346"/>
                  </a:cubicBezTo>
                  <a:cubicBezTo>
                    <a:pt x="1579" y="771"/>
                    <a:pt x="1200" y="269"/>
                    <a:pt x="656" y="74"/>
                  </a:cubicBezTo>
                  <a:cubicBezTo>
                    <a:pt x="502" y="23"/>
                    <a:pt x="340" y="0"/>
                    <a:pt x="177" y="0"/>
                  </a:cubicBezTo>
                  <a:close/>
                </a:path>
              </a:pathLst>
            </a:custGeom>
            <a:solidFill>
              <a:srgbClr val="F9C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6472864" y="1035371"/>
              <a:ext cx="325022" cy="217976"/>
            </a:xfrm>
            <a:custGeom>
              <a:rect b="b" l="l" r="r" t="t"/>
              <a:pathLst>
                <a:path extrusionOk="0" h="3142" w="4685">
                  <a:moveTo>
                    <a:pt x="2097" y="0"/>
                  </a:moveTo>
                  <a:cubicBezTo>
                    <a:pt x="1711" y="0"/>
                    <a:pt x="1327" y="226"/>
                    <a:pt x="1189" y="670"/>
                  </a:cubicBezTo>
                  <a:lnTo>
                    <a:pt x="1189" y="670"/>
                  </a:lnTo>
                  <a:cubicBezTo>
                    <a:pt x="1192" y="660"/>
                    <a:pt x="1163" y="656"/>
                    <a:pt x="1121" y="656"/>
                  </a:cubicBezTo>
                  <a:cubicBezTo>
                    <a:pt x="1038" y="656"/>
                    <a:pt x="906" y="670"/>
                    <a:pt x="892" y="670"/>
                  </a:cubicBezTo>
                  <a:cubicBezTo>
                    <a:pt x="779" y="680"/>
                    <a:pt x="656" y="721"/>
                    <a:pt x="564" y="772"/>
                  </a:cubicBezTo>
                  <a:cubicBezTo>
                    <a:pt x="369" y="885"/>
                    <a:pt x="215" y="1060"/>
                    <a:pt x="123" y="1254"/>
                  </a:cubicBezTo>
                  <a:cubicBezTo>
                    <a:pt x="31" y="1439"/>
                    <a:pt x="0" y="1644"/>
                    <a:pt x="31" y="1839"/>
                  </a:cubicBezTo>
                  <a:cubicBezTo>
                    <a:pt x="41" y="1890"/>
                    <a:pt x="62" y="1931"/>
                    <a:pt x="82" y="1982"/>
                  </a:cubicBezTo>
                  <a:cubicBezTo>
                    <a:pt x="243" y="2277"/>
                    <a:pt x="552" y="2455"/>
                    <a:pt x="880" y="2455"/>
                  </a:cubicBezTo>
                  <a:cubicBezTo>
                    <a:pt x="928" y="2455"/>
                    <a:pt x="977" y="2451"/>
                    <a:pt x="1025" y="2443"/>
                  </a:cubicBezTo>
                  <a:cubicBezTo>
                    <a:pt x="1394" y="2372"/>
                    <a:pt x="1712" y="2115"/>
                    <a:pt x="1866" y="1767"/>
                  </a:cubicBezTo>
                  <a:cubicBezTo>
                    <a:pt x="1959" y="2000"/>
                    <a:pt x="2178" y="2129"/>
                    <a:pt x="2404" y="2129"/>
                  </a:cubicBezTo>
                  <a:cubicBezTo>
                    <a:pt x="2526" y="2129"/>
                    <a:pt x="2650" y="2092"/>
                    <a:pt x="2758" y="2013"/>
                  </a:cubicBezTo>
                  <a:cubicBezTo>
                    <a:pt x="2758" y="2382"/>
                    <a:pt x="3055" y="2679"/>
                    <a:pt x="3424" y="2710"/>
                  </a:cubicBezTo>
                  <a:cubicBezTo>
                    <a:pt x="3332" y="2884"/>
                    <a:pt x="3434" y="3100"/>
                    <a:pt x="3629" y="3141"/>
                  </a:cubicBezTo>
                  <a:cubicBezTo>
                    <a:pt x="3637" y="3141"/>
                    <a:pt x="3644" y="3141"/>
                    <a:pt x="3652" y="3141"/>
                  </a:cubicBezTo>
                  <a:cubicBezTo>
                    <a:pt x="3837" y="3141"/>
                    <a:pt x="4000" y="3020"/>
                    <a:pt x="4049" y="2833"/>
                  </a:cubicBezTo>
                  <a:cubicBezTo>
                    <a:pt x="4090" y="2648"/>
                    <a:pt x="4029" y="2443"/>
                    <a:pt x="3896" y="2310"/>
                  </a:cubicBezTo>
                  <a:cubicBezTo>
                    <a:pt x="4684" y="1712"/>
                    <a:pt x="4190" y="545"/>
                    <a:pt x="3336" y="545"/>
                  </a:cubicBezTo>
                  <a:cubicBezTo>
                    <a:pt x="3224" y="545"/>
                    <a:pt x="3106" y="565"/>
                    <a:pt x="2983" y="608"/>
                  </a:cubicBezTo>
                  <a:cubicBezTo>
                    <a:pt x="2824" y="201"/>
                    <a:pt x="2460" y="0"/>
                    <a:pt x="2097" y="0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6682657" y="1194311"/>
              <a:ext cx="44886" cy="54113"/>
            </a:xfrm>
            <a:custGeom>
              <a:rect b="b" l="l" r="r" t="t"/>
              <a:pathLst>
                <a:path extrusionOk="0" h="780" w="647">
                  <a:moveTo>
                    <a:pt x="291" y="0"/>
                  </a:moveTo>
                  <a:cubicBezTo>
                    <a:pt x="152" y="0"/>
                    <a:pt x="30" y="104"/>
                    <a:pt x="21" y="245"/>
                  </a:cubicBezTo>
                  <a:cubicBezTo>
                    <a:pt x="0" y="440"/>
                    <a:pt x="123" y="747"/>
                    <a:pt x="287" y="778"/>
                  </a:cubicBezTo>
                  <a:cubicBezTo>
                    <a:pt x="299" y="779"/>
                    <a:pt x="311" y="780"/>
                    <a:pt x="323" y="780"/>
                  </a:cubicBezTo>
                  <a:cubicBezTo>
                    <a:pt x="482" y="780"/>
                    <a:pt x="616" y="653"/>
                    <a:pt x="626" y="491"/>
                  </a:cubicBezTo>
                  <a:cubicBezTo>
                    <a:pt x="646" y="296"/>
                    <a:pt x="523" y="40"/>
                    <a:pt x="359" y="9"/>
                  </a:cubicBezTo>
                  <a:cubicBezTo>
                    <a:pt x="336" y="3"/>
                    <a:pt x="313" y="0"/>
                    <a:pt x="291" y="0"/>
                  </a:cubicBezTo>
                  <a:close/>
                </a:path>
              </a:pathLst>
            </a:custGeom>
            <a:solidFill>
              <a:srgbClr val="FFE1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7904506" y="3063224"/>
              <a:ext cx="49118" cy="68196"/>
            </a:xfrm>
            <a:custGeom>
              <a:rect b="b" l="l" r="r" t="t"/>
              <a:pathLst>
                <a:path extrusionOk="0" h="983" w="708">
                  <a:moveTo>
                    <a:pt x="677" y="1"/>
                  </a:moveTo>
                  <a:lnTo>
                    <a:pt x="11" y="206"/>
                  </a:lnTo>
                  <a:cubicBezTo>
                    <a:pt x="0" y="421"/>
                    <a:pt x="0" y="636"/>
                    <a:pt x="11" y="862"/>
                  </a:cubicBezTo>
                  <a:cubicBezTo>
                    <a:pt x="26" y="949"/>
                    <a:pt x="172" y="982"/>
                    <a:pt x="322" y="982"/>
                  </a:cubicBezTo>
                  <a:cubicBezTo>
                    <a:pt x="472" y="982"/>
                    <a:pt x="626" y="949"/>
                    <a:pt x="656" y="903"/>
                  </a:cubicBezTo>
                  <a:cubicBezTo>
                    <a:pt x="708" y="810"/>
                    <a:pt x="677" y="1"/>
                    <a:pt x="67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7796418" y="3111926"/>
              <a:ext cx="165043" cy="77492"/>
            </a:xfrm>
            <a:custGeom>
              <a:rect b="b" l="l" r="r" t="t"/>
              <a:pathLst>
                <a:path extrusionOk="0" h="1117" w="2379">
                  <a:moveTo>
                    <a:pt x="1518" y="0"/>
                  </a:moveTo>
                  <a:cubicBezTo>
                    <a:pt x="1485" y="0"/>
                    <a:pt x="1496" y="41"/>
                    <a:pt x="1446" y="149"/>
                  </a:cubicBezTo>
                  <a:cubicBezTo>
                    <a:pt x="1364" y="334"/>
                    <a:pt x="0" y="549"/>
                    <a:pt x="51" y="836"/>
                  </a:cubicBezTo>
                  <a:cubicBezTo>
                    <a:pt x="72" y="908"/>
                    <a:pt x="390" y="1062"/>
                    <a:pt x="851" y="1113"/>
                  </a:cubicBezTo>
                  <a:cubicBezTo>
                    <a:pt x="897" y="1116"/>
                    <a:pt x="943" y="1117"/>
                    <a:pt x="988" y="1117"/>
                  </a:cubicBezTo>
                  <a:cubicBezTo>
                    <a:pt x="1123" y="1117"/>
                    <a:pt x="1256" y="1105"/>
                    <a:pt x="1394" y="1082"/>
                  </a:cubicBezTo>
                  <a:cubicBezTo>
                    <a:pt x="1517" y="1052"/>
                    <a:pt x="1630" y="990"/>
                    <a:pt x="1733" y="918"/>
                  </a:cubicBezTo>
                  <a:lnTo>
                    <a:pt x="1804" y="1010"/>
                  </a:lnTo>
                  <a:lnTo>
                    <a:pt x="2378" y="898"/>
                  </a:lnTo>
                  <a:cubicBezTo>
                    <a:pt x="2378" y="898"/>
                    <a:pt x="2378" y="549"/>
                    <a:pt x="2378" y="375"/>
                  </a:cubicBezTo>
                  <a:cubicBezTo>
                    <a:pt x="2378" y="272"/>
                    <a:pt x="2327" y="190"/>
                    <a:pt x="2245" y="149"/>
                  </a:cubicBezTo>
                  <a:cubicBezTo>
                    <a:pt x="2184" y="211"/>
                    <a:pt x="2102" y="242"/>
                    <a:pt x="2020" y="262"/>
                  </a:cubicBezTo>
                  <a:cubicBezTo>
                    <a:pt x="2001" y="265"/>
                    <a:pt x="1983" y="266"/>
                    <a:pt x="1966" y="266"/>
                  </a:cubicBezTo>
                  <a:cubicBezTo>
                    <a:pt x="1843" y="266"/>
                    <a:pt x="1734" y="206"/>
                    <a:pt x="1671" y="98"/>
                  </a:cubicBezTo>
                  <a:cubicBezTo>
                    <a:pt x="1640" y="47"/>
                    <a:pt x="1599" y="16"/>
                    <a:pt x="1548" y="6"/>
                  </a:cubicBezTo>
                  <a:cubicBezTo>
                    <a:pt x="1535" y="2"/>
                    <a:pt x="1525" y="0"/>
                    <a:pt x="1518" y="0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7838321" y="2436692"/>
              <a:ext cx="419719" cy="663086"/>
            </a:xfrm>
            <a:custGeom>
              <a:rect b="b" l="l" r="r" t="t"/>
              <a:pathLst>
                <a:path extrusionOk="0" h="9558" w="6050">
                  <a:moveTo>
                    <a:pt x="5513" y="1"/>
                  </a:moveTo>
                  <a:cubicBezTo>
                    <a:pt x="3384" y="1"/>
                    <a:pt x="442" y="839"/>
                    <a:pt x="206" y="1876"/>
                  </a:cubicBezTo>
                  <a:cubicBezTo>
                    <a:pt x="1" y="2768"/>
                    <a:pt x="555" y="7186"/>
                    <a:pt x="934" y="9390"/>
                  </a:cubicBezTo>
                  <a:cubicBezTo>
                    <a:pt x="1101" y="9516"/>
                    <a:pt x="1252" y="9557"/>
                    <a:pt x="1377" y="9557"/>
                  </a:cubicBezTo>
                  <a:cubicBezTo>
                    <a:pt x="1622" y="9557"/>
                    <a:pt x="1774" y="9401"/>
                    <a:pt x="1774" y="9401"/>
                  </a:cubicBezTo>
                  <a:cubicBezTo>
                    <a:pt x="1959" y="8099"/>
                    <a:pt x="2185" y="6059"/>
                    <a:pt x="2154" y="4439"/>
                  </a:cubicBezTo>
                  <a:cubicBezTo>
                    <a:pt x="2154" y="3947"/>
                    <a:pt x="1959" y="3465"/>
                    <a:pt x="1908" y="3106"/>
                  </a:cubicBezTo>
                  <a:cubicBezTo>
                    <a:pt x="2756" y="3035"/>
                    <a:pt x="4969" y="2696"/>
                    <a:pt x="5847" y="2696"/>
                  </a:cubicBezTo>
                  <a:cubicBezTo>
                    <a:pt x="5860" y="2696"/>
                    <a:pt x="5873" y="2696"/>
                    <a:pt x="5885" y="2696"/>
                  </a:cubicBezTo>
                  <a:lnTo>
                    <a:pt x="6049" y="20"/>
                  </a:lnTo>
                  <a:cubicBezTo>
                    <a:pt x="5878" y="7"/>
                    <a:pt x="5699" y="1"/>
                    <a:pt x="5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8052415" y="3108735"/>
              <a:ext cx="50574" cy="68542"/>
            </a:xfrm>
            <a:custGeom>
              <a:rect b="b" l="l" r="r" t="t"/>
              <a:pathLst>
                <a:path extrusionOk="0" h="988" w="729">
                  <a:moveTo>
                    <a:pt x="657" y="1"/>
                  </a:moveTo>
                  <a:lnTo>
                    <a:pt x="1" y="226"/>
                  </a:lnTo>
                  <a:cubicBezTo>
                    <a:pt x="1" y="441"/>
                    <a:pt x="11" y="657"/>
                    <a:pt x="31" y="882"/>
                  </a:cubicBezTo>
                  <a:cubicBezTo>
                    <a:pt x="46" y="958"/>
                    <a:pt x="172" y="988"/>
                    <a:pt x="308" y="988"/>
                  </a:cubicBezTo>
                  <a:cubicBezTo>
                    <a:pt x="467" y="988"/>
                    <a:pt x="639" y="948"/>
                    <a:pt x="667" y="892"/>
                  </a:cubicBezTo>
                  <a:cubicBezTo>
                    <a:pt x="729" y="800"/>
                    <a:pt x="657" y="1"/>
                    <a:pt x="65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7945715" y="3158824"/>
              <a:ext cx="165806" cy="78879"/>
            </a:xfrm>
            <a:custGeom>
              <a:rect b="b" l="l" r="r" t="t"/>
              <a:pathLst>
                <a:path extrusionOk="0" h="1137" w="2390">
                  <a:moveTo>
                    <a:pt x="1493" y="1"/>
                  </a:moveTo>
                  <a:cubicBezTo>
                    <a:pt x="1455" y="1"/>
                    <a:pt x="1468" y="41"/>
                    <a:pt x="1426" y="150"/>
                  </a:cubicBezTo>
                  <a:cubicBezTo>
                    <a:pt x="1354" y="334"/>
                    <a:pt x="1" y="601"/>
                    <a:pt x="62" y="888"/>
                  </a:cubicBezTo>
                  <a:cubicBezTo>
                    <a:pt x="83" y="960"/>
                    <a:pt x="401" y="1103"/>
                    <a:pt x="872" y="1134"/>
                  </a:cubicBezTo>
                  <a:cubicBezTo>
                    <a:pt x="904" y="1136"/>
                    <a:pt x="935" y="1137"/>
                    <a:pt x="966" y="1137"/>
                  </a:cubicBezTo>
                  <a:cubicBezTo>
                    <a:pt x="1117" y="1137"/>
                    <a:pt x="1261" y="1117"/>
                    <a:pt x="1405" y="1083"/>
                  </a:cubicBezTo>
                  <a:cubicBezTo>
                    <a:pt x="1528" y="1052"/>
                    <a:pt x="1641" y="991"/>
                    <a:pt x="1744" y="909"/>
                  </a:cubicBezTo>
                  <a:lnTo>
                    <a:pt x="1815" y="1001"/>
                  </a:lnTo>
                  <a:lnTo>
                    <a:pt x="2390" y="868"/>
                  </a:lnTo>
                  <a:cubicBezTo>
                    <a:pt x="2390" y="868"/>
                    <a:pt x="2390" y="519"/>
                    <a:pt x="2369" y="345"/>
                  </a:cubicBezTo>
                  <a:cubicBezTo>
                    <a:pt x="2369" y="242"/>
                    <a:pt x="2318" y="150"/>
                    <a:pt x="2225" y="119"/>
                  </a:cubicBezTo>
                  <a:cubicBezTo>
                    <a:pt x="2164" y="181"/>
                    <a:pt x="2092" y="222"/>
                    <a:pt x="2010" y="242"/>
                  </a:cubicBezTo>
                  <a:cubicBezTo>
                    <a:pt x="1986" y="248"/>
                    <a:pt x="1961" y="250"/>
                    <a:pt x="1937" y="250"/>
                  </a:cubicBezTo>
                  <a:cubicBezTo>
                    <a:pt x="1820" y="250"/>
                    <a:pt x="1711" y="190"/>
                    <a:pt x="1651" y="88"/>
                  </a:cubicBezTo>
                  <a:cubicBezTo>
                    <a:pt x="1621" y="47"/>
                    <a:pt x="1580" y="17"/>
                    <a:pt x="1528" y="6"/>
                  </a:cubicBezTo>
                  <a:cubicBezTo>
                    <a:pt x="1513" y="3"/>
                    <a:pt x="1502" y="1"/>
                    <a:pt x="1493" y="1"/>
                  </a:cubicBezTo>
                  <a:close/>
                </a:path>
              </a:pathLst>
            </a:custGeom>
            <a:solidFill>
              <a:srgbClr val="222B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7998371" y="2445919"/>
              <a:ext cx="505744" cy="696386"/>
            </a:xfrm>
            <a:custGeom>
              <a:rect b="b" l="l" r="r" t="t"/>
              <a:pathLst>
                <a:path extrusionOk="0" h="10038" w="7290">
                  <a:moveTo>
                    <a:pt x="4048" y="0"/>
                  </a:moveTo>
                  <a:cubicBezTo>
                    <a:pt x="3937" y="0"/>
                    <a:pt x="726" y="640"/>
                    <a:pt x="452" y="1118"/>
                  </a:cubicBezTo>
                  <a:cubicBezTo>
                    <a:pt x="1" y="1917"/>
                    <a:pt x="749" y="6571"/>
                    <a:pt x="677" y="9903"/>
                  </a:cubicBezTo>
                  <a:cubicBezTo>
                    <a:pt x="677" y="9903"/>
                    <a:pt x="835" y="10037"/>
                    <a:pt x="1131" y="10037"/>
                  </a:cubicBezTo>
                  <a:cubicBezTo>
                    <a:pt x="1268" y="10037"/>
                    <a:pt x="1435" y="10008"/>
                    <a:pt x="1631" y="9924"/>
                  </a:cubicBezTo>
                  <a:cubicBezTo>
                    <a:pt x="1774" y="8283"/>
                    <a:pt x="2820" y="4634"/>
                    <a:pt x="2153" y="2830"/>
                  </a:cubicBezTo>
                  <a:lnTo>
                    <a:pt x="2153" y="2830"/>
                  </a:lnTo>
                  <a:cubicBezTo>
                    <a:pt x="2811" y="2872"/>
                    <a:pt x="3409" y="2912"/>
                    <a:pt x="3983" y="2912"/>
                  </a:cubicBezTo>
                  <a:cubicBezTo>
                    <a:pt x="4814" y="2912"/>
                    <a:pt x="5596" y="2828"/>
                    <a:pt x="6438" y="2543"/>
                  </a:cubicBezTo>
                  <a:cubicBezTo>
                    <a:pt x="6777" y="2430"/>
                    <a:pt x="6869" y="2215"/>
                    <a:pt x="7064" y="1866"/>
                  </a:cubicBezTo>
                  <a:cubicBezTo>
                    <a:pt x="7289" y="1466"/>
                    <a:pt x="7146" y="523"/>
                    <a:pt x="6920" y="0"/>
                  </a:cubicBezTo>
                  <a:lnTo>
                    <a:pt x="4050" y="0"/>
                  </a:lnTo>
                  <a:cubicBezTo>
                    <a:pt x="4049" y="0"/>
                    <a:pt x="4049" y="0"/>
                    <a:pt x="40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7506912" y="2061161"/>
              <a:ext cx="202089" cy="83666"/>
            </a:xfrm>
            <a:custGeom>
              <a:rect b="b" l="l" r="r" t="t"/>
              <a:pathLst>
                <a:path extrusionOk="0" h="1206" w="2913">
                  <a:moveTo>
                    <a:pt x="1374" y="0"/>
                  </a:moveTo>
                  <a:cubicBezTo>
                    <a:pt x="1057" y="0"/>
                    <a:pt x="995" y="174"/>
                    <a:pt x="862" y="174"/>
                  </a:cubicBezTo>
                  <a:cubicBezTo>
                    <a:pt x="747" y="174"/>
                    <a:pt x="257" y="49"/>
                    <a:pt x="117" y="49"/>
                  </a:cubicBezTo>
                  <a:cubicBezTo>
                    <a:pt x="107" y="49"/>
                    <a:pt x="99" y="50"/>
                    <a:pt x="93" y="51"/>
                  </a:cubicBezTo>
                  <a:cubicBezTo>
                    <a:pt x="1" y="72"/>
                    <a:pt x="73" y="154"/>
                    <a:pt x="155" y="195"/>
                  </a:cubicBezTo>
                  <a:cubicBezTo>
                    <a:pt x="267" y="267"/>
                    <a:pt x="442" y="328"/>
                    <a:pt x="636" y="421"/>
                  </a:cubicBezTo>
                  <a:cubicBezTo>
                    <a:pt x="759" y="482"/>
                    <a:pt x="893" y="544"/>
                    <a:pt x="1016" y="585"/>
                  </a:cubicBezTo>
                  <a:cubicBezTo>
                    <a:pt x="1221" y="667"/>
                    <a:pt x="1477" y="779"/>
                    <a:pt x="1344" y="861"/>
                  </a:cubicBezTo>
                  <a:cubicBezTo>
                    <a:pt x="1282" y="902"/>
                    <a:pt x="1285" y="910"/>
                    <a:pt x="1269" y="910"/>
                  </a:cubicBezTo>
                  <a:cubicBezTo>
                    <a:pt x="1260" y="910"/>
                    <a:pt x="1244" y="907"/>
                    <a:pt x="1205" y="907"/>
                  </a:cubicBezTo>
                  <a:cubicBezTo>
                    <a:pt x="1178" y="907"/>
                    <a:pt x="1141" y="908"/>
                    <a:pt x="1087" y="913"/>
                  </a:cubicBezTo>
                  <a:cubicBezTo>
                    <a:pt x="821" y="923"/>
                    <a:pt x="667" y="1097"/>
                    <a:pt x="852" y="1128"/>
                  </a:cubicBezTo>
                  <a:cubicBezTo>
                    <a:pt x="987" y="1150"/>
                    <a:pt x="1166" y="1206"/>
                    <a:pt x="1364" y="1206"/>
                  </a:cubicBezTo>
                  <a:cubicBezTo>
                    <a:pt x="1437" y="1206"/>
                    <a:pt x="1513" y="1198"/>
                    <a:pt x="1590" y="1179"/>
                  </a:cubicBezTo>
                  <a:cubicBezTo>
                    <a:pt x="1703" y="1148"/>
                    <a:pt x="1815" y="1107"/>
                    <a:pt x="1918" y="1066"/>
                  </a:cubicBezTo>
                  <a:cubicBezTo>
                    <a:pt x="1979" y="1036"/>
                    <a:pt x="2041" y="1025"/>
                    <a:pt x="2102" y="1025"/>
                  </a:cubicBezTo>
                  <a:lnTo>
                    <a:pt x="2502" y="1056"/>
                  </a:lnTo>
                  <a:lnTo>
                    <a:pt x="2912" y="472"/>
                  </a:lnTo>
                  <a:lnTo>
                    <a:pt x="2912" y="472"/>
                  </a:lnTo>
                  <a:cubicBezTo>
                    <a:pt x="2912" y="472"/>
                    <a:pt x="2766" y="482"/>
                    <a:pt x="2601" y="482"/>
                  </a:cubicBezTo>
                  <a:cubicBezTo>
                    <a:pt x="2435" y="482"/>
                    <a:pt x="2251" y="472"/>
                    <a:pt x="2174" y="431"/>
                  </a:cubicBezTo>
                  <a:cubicBezTo>
                    <a:pt x="2031" y="349"/>
                    <a:pt x="1703" y="0"/>
                    <a:pt x="1374" y="0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7650590" y="1910338"/>
              <a:ext cx="571164" cy="256133"/>
            </a:xfrm>
            <a:custGeom>
              <a:rect b="b" l="l" r="r" t="t"/>
              <a:pathLst>
                <a:path extrusionOk="0" h="3692" w="8233">
                  <a:moveTo>
                    <a:pt x="8233" y="1"/>
                  </a:moveTo>
                  <a:cubicBezTo>
                    <a:pt x="8232" y="1"/>
                    <a:pt x="7464" y="1"/>
                    <a:pt x="6982" y="339"/>
                  </a:cubicBezTo>
                  <a:cubicBezTo>
                    <a:pt x="6705" y="524"/>
                    <a:pt x="4368" y="2061"/>
                    <a:pt x="4070" y="2215"/>
                  </a:cubicBezTo>
                  <a:cubicBezTo>
                    <a:pt x="3783" y="2369"/>
                    <a:pt x="185" y="2584"/>
                    <a:pt x="185" y="2584"/>
                  </a:cubicBezTo>
                  <a:cubicBezTo>
                    <a:pt x="72" y="2687"/>
                    <a:pt x="11" y="2841"/>
                    <a:pt x="1" y="2994"/>
                  </a:cubicBezTo>
                  <a:cubicBezTo>
                    <a:pt x="1" y="3158"/>
                    <a:pt x="21" y="3322"/>
                    <a:pt x="72" y="3476"/>
                  </a:cubicBezTo>
                  <a:cubicBezTo>
                    <a:pt x="72" y="3476"/>
                    <a:pt x="2414" y="3691"/>
                    <a:pt x="3701" y="3691"/>
                  </a:cubicBezTo>
                  <a:cubicBezTo>
                    <a:pt x="4002" y="3691"/>
                    <a:pt x="4246" y="3680"/>
                    <a:pt x="4388" y="3650"/>
                  </a:cubicBezTo>
                  <a:cubicBezTo>
                    <a:pt x="5137" y="3497"/>
                    <a:pt x="8130" y="2215"/>
                    <a:pt x="8130" y="2215"/>
                  </a:cubicBezTo>
                  <a:lnTo>
                    <a:pt x="82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8110760" y="1888069"/>
              <a:ext cx="396201" cy="605991"/>
            </a:xfrm>
            <a:custGeom>
              <a:rect b="b" l="l" r="r" t="t"/>
              <a:pathLst>
                <a:path extrusionOk="0" h="8735" w="5711">
                  <a:moveTo>
                    <a:pt x="2902" y="1"/>
                  </a:moveTo>
                  <a:cubicBezTo>
                    <a:pt x="1844" y="1"/>
                    <a:pt x="824" y="299"/>
                    <a:pt x="349" y="660"/>
                  </a:cubicBezTo>
                  <a:cubicBezTo>
                    <a:pt x="0" y="1050"/>
                    <a:pt x="205" y="3192"/>
                    <a:pt x="585" y="4925"/>
                  </a:cubicBezTo>
                  <a:cubicBezTo>
                    <a:pt x="810" y="5950"/>
                    <a:pt x="574" y="6996"/>
                    <a:pt x="544" y="8410"/>
                  </a:cubicBezTo>
                  <a:cubicBezTo>
                    <a:pt x="544" y="8410"/>
                    <a:pt x="753" y="8711"/>
                    <a:pt x="1602" y="8711"/>
                  </a:cubicBezTo>
                  <a:cubicBezTo>
                    <a:pt x="1653" y="8711"/>
                    <a:pt x="1707" y="8710"/>
                    <a:pt x="1764" y="8708"/>
                  </a:cubicBezTo>
                  <a:cubicBezTo>
                    <a:pt x="1833" y="8705"/>
                    <a:pt x="1906" y="8704"/>
                    <a:pt x="1982" y="8704"/>
                  </a:cubicBezTo>
                  <a:cubicBezTo>
                    <a:pt x="2389" y="8704"/>
                    <a:pt x="2884" y="8735"/>
                    <a:pt x="3369" y="8735"/>
                  </a:cubicBezTo>
                  <a:cubicBezTo>
                    <a:pt x="4244" y="8735"/>
                    <a:pt x="5086" y="8634"/>
                    <a:pt x="5321" y="8072"/>
                  </a:cubicBezTo>
                  <a:cubicBezTo>
                    <a:pt x="4900" y="6914"/>
                    <a:pt x="5628" y="1921"/>
                    <a:pt x="5649" y="1655"/>
                  </a:cubicBezTo>
                  <a:cubicBezTo>
                    <a:pt x="5710" y="845"/>
                    <a:pt x="5372" y="527"/>
                    <a:pt x="4296" y="199"/>
                  </a:cubicBezTo>
                  <a:cubicBezTo>
                    <a:pt x="3853" y="60"/>
                    <a:pt x="3374" y="1"/>
                    <a:pt x="29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8011206" y="2435929"/>
              <a:ext cx="361305" cy="95391"/>
            </a:xfrm>
            <a:custGeom>
              <a:rect b="b" l="l" r="r" t="t"/>
              <a:pathLst>
                <a:path extrusionOk="0" h="1375" w="5208">
                  <a:moveTo>
                    <a:pt x="0" y="1"/>
                  </a:moveTo>
                  <a:lnTo>
                    <a:pt x="3014" y="1374"/>
                  </a:lnTo>
                  <a:lnTo>
                    <a:pt x="5208" y="4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8218848" y="2464373"/>
              <a:ext cx="153666" cy="75480"/>
            </a:xfrm>
            <a:custGeom>
              <a:rect b="b" l="l" r="r" t="t"/>
              <a:pathLst>
                <a:path extrusionOk="0" h="1088" w="2215">
                  <a:moveTo>
                    <a:pt x="2215" y="1"/>
                  </a:moveTo>
                  <a:lnTo>
                    <a:pt x="0" y="903"/>
                  </a:lnTo>
                  <a:lnTo>
                    <a:pt x="11" y="1087"/>
                  </a:lnTo>
                  <a:lnTo>
                    <a:pt x="2184" y="185"/>
                  </a:lnTo>
                  <a:lnTo>
                    <a:pt x="2215" y="1"/>
                  </a:lnTo>
                  <a:close/>
                </a:path>
              </a:pathLst>
            </a:custGeom>
            <a:solidFill>
              <a:srgbClr val="B1DA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8082733" y="2409636"/>
              <a:ext cx="139027" cy="91367"/>
            </a:xfrm>
            <a:custGeom>
              <a:rect b="b" l="l" r="r" t="t"/>
              <a:pathLst>
                <a:path extrusionOk="0" h="1317" w="2004">
                  <a:moveTo>
                    <a:pt x="1696" y="0"/>
                  </a:moveTo>
                  <a:lnTo>
                    <a:pt x="1265" y="205"/>
                  </a:lnTo>
                  <a:cubicBezTo>
                    <a:pt x="1135" y="108"/>
                    <a:pt x="979" y="59"/>
                    <a:pt x="823" y="59"/>
                  </a:cubicBezTo>
                  <a:cubicBezTo>
                    <a:pt x="684" y="59"/>
                    <a:pt x="545" y="98"/>
                    <a:pt x="425" y="175"/>
                  </a:cubicBezTo>
                  <a:cubicBezTo>
                    <a:pt x="0" y="451"/>
                    <a:pt x="393" y="1317"/>
                    <a:pt x="707" y="1317"/>
                  </a:cubicBezTo>
                  <a:cubicBezTo>
                    <a:pt x="719" y="1317"/>
                    <a:pt x="731" y="1315"/>
                    <a:pt x="743" y="1313"/>
                  </a:cubicBezTo>
                  <a:cubicBezTo>
                    <a:pt x="1060" y="1251"/>
                    <a:pt x="2004" y="646"/>
                    <a:pt x="2004" y="646"/>
                  </a:cubicBezTo>
                  <a:lnTo>
                    <a:pt x="1696" y="0"/>
                  </a:ln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8182565" y="1921855"/>
              <a:ext cx="359918" cy="549727"/>
            </a:xfrm>
            <a:custGeom>
              <a:rect b="b" l="l" r="r" t="t"/>
              <a:pathLst>
                <a:path extrusionOk="0" h="7924" w="5188">
                  <a:moveTo>
                    <a:pt x="3936" y="1"/>
                  </a:moveTo>
                  <a:cubicBezTo>
                    <a:pt x="3373" y="1"/>
                    <a:pt x="3195" y="787"/>
                    <a:pt x="3117" y="1291"/>
                  </a:cubicBezTo>
                  <a:cubicBezTo>
                    <a:pt x="3066" y="1690"/>
                    <a:pt x="3168" y="2203"/>
                    <a:pt x="3209" y="2603"/>
                  </a:cubicBezTo>
                  <a:lnTo>
                    <a:pt x="3425" y="4848"/>
                  </a:lnTo>
                  <a:cubicBezTo>
                    <a:pt x="2974" y="5053"/>
                    <a:pt x="2543" y="5319"/>
                    <a:pt x="2143" y="5627"/>
                  </a:cubicBezTo>
                  <a:cubicBezTo>
                    <a:pt x="1272" y="6293"/>
                    <a:pt x="42" y="7021"/>
                    <a:pt x="42" y="7021"/>
                  </a:cubicBezTo>
                  <a:cubicBezTo>
                    <a:pt x="11" y="7165"/>
                    <a:pt x="1" y="7308"/>
                    <a:pt x="11" y="7462"/>
                  </a:cubicBezTo>
                  <a:cubicBezTo>
                    <a:pt x="93" y="7841"/>
                    <a:pt x="339" y="7923"/>
                    <a:pt x="339" y="7923"/>
                  </a:cubicBezTo>
                  <a:cubicBezTo>
                    <a:pt x="339" y="7923"/>
                    <a:pt x="3958" y="6447"/>
                    <a:pt x="4522" y="5668"/>
                  </a:cubicBezTo>
                  <a:cubicBezTo>
                    <a:pt x="4901" y="5155"/>
                    <a:pt x="4850" y="4130"/>
                    <a:pt x="4880" y="3525"/>
                  </a:cubicBezTo>
                  <a:cubicBezTo>
                    <a:pt x="4921" y="2634"/>
                    <a:pt x="5188" y="204"/>
                    <a:pt x="4040" y="9"/>
                  </a:cubicBezTo>
                  <a:cubicBezTo>
                    <a:pt x="4004" y="3"/>
                    <a:pt x="3969" y="1"/>
                    <a:pt x="3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7856914" y="2208793"/>
              <a:ext cx="362693" cy="331058"/>
            </a:xfrm>
            <a:custGeom>
              <a:rect b="b" l="l" r="r" t="t"/>
              <a:pathLst>
                <a:path extrusionOk="0" h="4772" w="5228">
                  <a:moveTo>
                    <a:pt x="290" y="0"/>
                  </a:moveTo>
                  <a:cubicBezTo>
                    <a:pt x="135" y="0"/>
                    <a:pt x="0" y="134"/>
                    <a:pt x="10" y="302"/>
                  </a:cubicBezTo>
                  <a:lnTo>
                    <a:pt x="153" y="3675"/>
                  </a:lnTo>
                  <a:cubicBezTo>
                    <a:pt x="164" y="3839"/>
                    <a:pt x="287" y="3972"/>
                    <a:pt x="440" y="4003"/>
                  </a:cubicBezTo>
                  <a:lnTo>
                    <a:pt x="5228" y="4771"/>
                  </a:lnTo>
                  <a:lnTo>
                    <a:pt x="5064" y="999"/>
                  </a:lnTo>
                  <a:cubicBezTo>
                    <a:pt x="5064" y="866"/>
                    <a:pt x="4961" y="753"/>
                    <a:pt x="4828" y="732"/>
                  </a:cubicBezTo>
                  <a:lnTo>
                    <a:pt x="338" y="5"/>
                  </a:lnTo>
                  <a:cubicBezTo>
                    <a:pt x="322" y="2"/>
                    <a:pt x="306" y="0"/>
                    <a:pt x="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8194636" y="1642687"/>
              <a:ext cx="197788" cy="271326"/>
            </a:xfrm>
            <a:custGeom>
              <a:rect b="b" l="l" r="r" t="t"/>
              <a:pathLst>
                <a:path extrusionOk="0" h="3911" w="2851">
                  <a:moveTo>
                    <a:pt x="1212" y="1"/>
                  </a:moveTo>
                  <a:cubicBezTo>
                    <a:pt x="811" y="1"/>
                    <a:pt x="474" y="175"/>
                    <a:pt x="452" y="732"/>
                  </a:cubicBezTo>
                  <a:cubicBezTo>
                    <a:pt x="452" y="732"/>
                    <a:pt x="237" y="1634"/>
                    <a:pt x="144" y="1860"/>
                  </a:cubicBezTo>
                  <a:cubicBezTo>
                    <a:pt x="114" y="1942"/>
                    <a:pt x="1" y="2188"/>
                    <a:pt x="21" y="2260"/>
                  </a:cubicBezTo>
                  <a:cubicBezTo>
                    <a:pt x="42" y="2342"/>
                    <a:pt x="175" y="2311"/>
                    <a:pt x="226" y="2331"/>
                  </a:cubicBezTo>
                  <a:cubicBezTo>
                    <a:pt x="349" y="2372"/>
                    <a:pt x="175" y="3121"/>
                    <a:pt x="432" y="3182"/>
                  </a:cubicBezTo>
                  <a:cubicBezTo>
                    <a:pt x="599" y="3220"/>
                    <a:pt x="766" y="3241"/>
                    <a:pt x="933" y="3241"/>
                  </a:cubicBezTo>
                  <a:cubicBezTo>
                    <a:pt x="992" y="3241"/>
                    <a:pt x="1050" y="3239"/>
                    <a:pt x="1108" y="3234"/>
                  </a:cubicBezTo>
                  <a:lnTo>
                    <a:pt x="1108" y="3234"/>
                  </a:lnTo>
                  <a:cubicBezTo>
                    <a:pt x="1108" y="3254"/>
                    <a:pt x="1057" y="3654"/>
                    <a:pt x="1057" y="3654"/>
                  </a:cubicBezTo>
                  <a:lnTo>
                    <a:pt x="1108" y="3910"/>
                  </a:lnTo>
                  <a:lnTo>
                    <a:pt x="1569" y="3910"/>
                  </a:lnTo>
                  <a:lnTo>
                    <a:pt x="2195" y="3736"/>
                  </a:lnTo>
                  <a:cubicBezTo>
                    <a:pt x="2195" y="3736"/>
                    <a:pt x="2215" y="2936"/>
                    <a:pt x="2246" y="2844"/>
                  </a:cubicBezTo>
                  <a:cubicBezTo>
                    <a:pt x="2256" y="2783"/>
                    <a:pt x="2502" y="2557"/>
                    <a:pt x="2677" y="2157"/>
                  </a:cubicBezTo>
                  <a:cubicBezTo>
                    <a:pt x="2769" y="1962"/>
                    <a:pt x="2830" y="1747"/>
                    <a:pt x="2851" y="1532"/>
                  </a:cubicBezTo>
                  <a:cubicBezTo>
                    <a:pt x="2851" y="1101"/>
                    <a:pt x="2841" y="650"/>
                    <a:pt x="2554" y="435"/>
                  </a:cubicBezTo>
                  <a:cubicBezTo>
                    <a:pt x="2395" y="312"/>
                    <a:pt x="1747" y="1"/>
                    <a:pt x="1212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8265053" y="1765273"/>
              <a:ext cx="114607" cy="147977"/>
            </a:xfrm>
            <a:custGeom>
              <a:rect b="b" l="l" r="r" t="t"/>
              <a:pathLst>
                <a:path extrusionOk="0" h="2133" w="1652">
                  <a:moveTo>
                    <a:pt x="1057" y="1"/>
                  </a:moveTo>
                  <a:cubicBezTo>
                    <a:pt x="1036" y="1"/>
                    <a:pt x="1036" y="1077"/>
                    <a:pt x="1016" y="1385"/>
                  </a:cubicBezTo>
                  <a:cubicBezTo>
                    <a:pt x="790" y="1559"/>
                    <a:pt x="534" y="1774"/>
                    <a:pt x="431" y="1774"/>
                  </a:cubicBezTo>
                  <a:cubicBezTo>
                    <a:pt x="298" y="1764"/>
                    <a:pt x="175" y="1713"/>
                    <a:pt x="73" y="1631"/>
                  </a:cubicBezTo>
                  <a:cubicBezTo>
                    <a:pt x="62" y="1723"/>
                    <a:pt x="32" y="1815"/>
                    <a:pt x="1" y="1907"/>
                  </a:cubicBezTo>
                  <a:lnTo>
                    <a:pt x="93" y="2112"/>
                  </a:lnTo>
                  <a:lnTo>
                    <a:pt x="554" y="2133"/>
                  </a:lnTo>
                  <a:lnTo>
                    <a:pt x="1180" y="1959"/>
                  </a:lnTo>
                  <a:cubicBezTo>
                    <a:pt x="1180" y="1959"/>
                    <a:pt x="1200" y="1159"/>
                    <a:pt x="1221" y="1067"/>
                  </a:cubicBezTo>
                  <a:cubicBezTo>
                    <a:pt x="1241" y="1005"/>
                    <a:pt x="1477" y="790"/>
                    <a:pt x="1651" y="380"/>
                  </a:cubicBezTo>
                  <a:lnTo>
                    <a:pt x="1631" y="124"/>
                  </a:lnTo>
                  <a:cubicBezTo>
                    <a:pt x="1631" y="124"/>
                    <a:pt x="1077" y="1"/>
                    <a:pt x="1057" y="1"/>
                  </a:cubicBezTo>
                  <a:close/>
                </a:path>
              </a:pathLst>
            </a:custGeom>
            <a:solidFill>
              <a:srgbClr val="F29D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8188184" y="1621943"/>
              <a:ext cx="235181" cy="219502"/>
            </a:xfrm>
            <a:custGeom>
              <a:rect b="b" l="l" r="r" t="t"/>
              <a:pathLst>
                <a:path extrusionOk="0" h="3164" w="3390">
                  <a:moveTo>
                    <a:pt x="431" y="0"/>
                  </a:moveTo>
                  <a:cubicBezTo>
                    <a:pt x="0" y="0"/>
                    <a:pt x="83" y="677"/>
                    <a:pt x="125" y="877"/>
                  </a:cubicBezTo>
                  <a:cubicBezTo>
                    <a:pt x="145" y="990"/>
                    <a:pt x="289" y="1021"/>
                    <a:pt x="309" y="1072"/>
                  </a:cubicBezTo>
                  <a:cubicBezTo>
                    <a:pt x="319" y="1185"/>
                    <a:pt x="309" y="1298"/>
                    <a:pt x="289" y="1421"/>
                  </a:cubicBezTo>
                  <a:cubicBezTo>
                    <a:pt x="289" y="1513"/>
                    <a:pt x="442" y="1554"/>
                    <a:pt x="442" y="1554"/>
                  </a:cubicBezTo>
                  <a:cubicBezTo>
                    <a:pt x="442" y="1554"/>
                    <a:pt x="484" y="1329"/>
                    <a:pt x="494" y="1298"/>
                  </a:cubicBezTo>
                  <a:cubicBezTo>
                    <a:pt x="514" y="1205"/>
                    <a:pt x="535" y="1113"/>
                    <a:pt x="576" y="1031"/>
                  </a:cubicBezTo>
                  <a:cubicBezTo>
                    <a:pt x="607" y="1021"/>
                    <a:pt x="637" y="1011"/>
                    <a:pt x="678" y="1000"/>
                  </a:cubicBezTo>
                  <a:cubicBezTo>
                    <a:pt x="863" y="980"/>
                    <a:pt x="1058" y="970"/>
                    <a:pt x="1252" y="959"/>
                  </a:cubicBezTo>
                  <a:cubicBezTo>
                    <a:pt x="1293" y="959"/>
                    <a:pt x="1334" y="1000"/>
                    <a:pt x="1334" y="1041"/>
                  </a:cubicBezTo>
                  <a:cubicBezTo>
                    <a:pt x="1314" y="1575"/>
                    <a:pt x="1580" y="1667"/>
                    <a:pt x="1703" y="1687"/>
                  </a:cubicBezTo>
                  <a:cubicBezTo>
                    <a:pt x="1734" y="1687"/>
                    <a:pt x="1765" y="1708"/>
                    <a:pt x="1765" y="1739"/>
                  </a:cubicBezTo>
                  <a:cubicBezTo>
                    <a:pt x="1756" y="2129"/>
                    <a:pt x="1835" y="2238"/>
                    <a:pt x="1927" y="2238"/>
                  </a:cubicBezTo>
                  <a:cubicBezTo>
                    <a:pt x="2042" y="2238"/>
                    <a:pt x="2175" y="2067"/>
                    <a:pt x="2175" y="2067"/>
                  </a:cubicBezTo>
                  <a:cubicBezTo>
                    <a:pt x="2288" y="2169"/>
                    <a:pt x="2267" y="2651"/>
                    <a:pt x="2278" y="2928"/>
                  </a:cubicBezTo>
                  <a:cubicBezTo>
                    <a:pt x="2288" y="3010"/>
                    <a:pt x="2298" y="3082"/>
                    <a:pt x="2329" y="3153"/>
                  </a:cubicBezTo>
                  <a:cubicBezTo>
                    <a:pt x="2351" y="3161"/>
                    <a:pt x="2374" y="3164"/>
                    <a:pt x="2397" y="3164"/>
                  </a:cubicBezTo>
                  <a:cubicBezTo>
                    <a:pt x="2439" y="3164"/>
                    <a:pt x="2480" y="3153"/>
                    <a:pt x="2513" y="3133"/>
                  </a:cubicBezTo>
                  <a:cubicBezTo>
                    <a:pt x="2544" y="3112"/>
                    <a:pt x="2729" y="2938"/>
                    <a:pt x="2770" y="2907"/>
                  </a:cubicBezTo>
                  <a:cubicBezTo>
                    <a:pt x="2985" y="2743"/>
                    <a:pt x="3118" y="2466"/>
                    <a:pt x="3231" y="1636"/>
                  </a:cubicBezTo>
                  <a:cubicBezTo>
                    <a:pt x="3390" y="355"/>
                    <a:pt x="2158" y="166"/>
                    <a:pt x="1692" y="166"/>
                  </a:cubicBezTo>
                  <a:cubicBezTo>
                    <a:pt x="1647" y="166"/>
                    <a:pt x="1609" y="167"/>
                    <a:pt x="1580" y="170"/>
                  </a:cubicBezTo>
                  <a:cubicBezTo>
                    <a:pt x="1506" y="176"/>
                    <a:pt x="1415" y="180"/>
                    <a:pt x="1323" y="180"/>
                  </a:cubicBezTo>
                  <a:cubicBezTo>
                    <a:pt x="1109" y="180"/>
                    <a:pt x="883" y="162"/>
                    <a:pt x="812" y="119"/>
                  </a:cubicBezTo>
                  <a:cubicBezTo>
                    <a:pt x="654" y="35"/>
                    <a:pt x="52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8330474" y="1745779"/>
              <a:ext cx="45649" cy="58691"/>
            </a:xfrm>
            <a:custGeom>
              <a:rect b="b" l="l" r="r" t="t"/>
              <a:pathLst>
                <a:path extrusionOk="0" h="846" w="658">
                  <a:moveTo>
                    <a:pt x="297" y="1"/>
                  </a:moveTo>
                  <a:cubicBezTo>
                    <a:pt x="110" y="1"/>
                    <a:pt x="83" y="251"/>
                    <a:pt x="83" y="251"/>
                  </a:cubicBezTo>
                  <a:cubicBezTo>
                    <a:pt x="32" y="446"/>
                    <a:pt x="1" y="640"/>
                    <a:pt x="1" y="845"/>
                  </a:cubicBezTo>
                  <a:cubicBezTo>
                    <a:pt x="657" y="835"/>
                    <a:pt x="657" y="56"/>
                    <a:pt x="339" y="5"/>
                  </a:cubicBezTo>
                  <a:cubicBezTo>
                    <a:pt x="324" y="2"/>
                    <a:pt x="310" y="1"/>
                    <a:pt x="297" y="1"/>
                  </a:cubicBez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8271504" y="1865591"/>
              <a:ext cx="101010" cy="79712"/>
            </a:xfrm>
            <a:custGeom>
              <a:rect b="b" l="l" r="r" t="t"/>
              <a:pathLst>
                <a:path extrusionOk="0" h="1149" w="1456">
                  <a:moveTo>
                    <a:pt x="1169" y="0"/>
                  </a:moveTo>
                  <a:cubicBezTo>
                    <a:pt x="800" y="215"/>
                    <a:pt x="0" y="666"/>
                    <a:pt x="0" y="666"/>
                  </a:cubicBezTo>
                  <a:lnTo>
                    <a:pt x="195" y="1148"/>
                  </a:lnTo>
                  <a:cubicBezTo>
                    <a:pt x="195" y="1148"/>
                    <a:pt x="974" y="728"/>
                    <a:pt x="1138" y="636"/>
                  </a:cubicBezTo>
                  <a:cubicBezTo>
                    <a:pt x="1261" y="574"/>
                    <a:pt x="1364" y="492"/>
                    <a:pt x="1456" y="390"/>
                  </a:cubicBezTo>
                  <a:cubicBezTo>
                    <a:pt x="1374" y="246"/>
                    <a:pt x="1282" y="123"/>
                    <a:pt x="1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8243754" y="1867672"/>
              <a:ext cx="27819" cy="70485"/>
            </a:xfrm>
            <a:custGeom>
              <a:rect b="b" l="l" r="r" t="t"/>
              <a:pathLst>
                <a:path extrusionOk="0" h="1016" w="401">
                  <a:moveTo>
                    <a:pt x="400" y="1"/>
                  </a:moveTo>
                  <a:cubicBezTo>
                    <a:pt x="277" y="83"/>
                    <a:pt x="164" y="175"/>
                    <a:pt x="72" y="288"/>
                  </a:cubicBezTo>
                  <a:cubicBezTo>
                    <a:pt x="11" y="524"/>
                    <a:pt x="0" y="770"/>
                    <a:pt x="41" y="1016"/>
                  </a:cubicBezTo>
                  <a:cubicBezTo>
                    <a:pt x="123" y="862"/>
                    <a:pt x="257" y="729"/>
                    <a:pt x="400" y="636"/>
                  </a:cubicBezTo>
                  <a:cubicBezTo>
                    <a:pt x="349" y="442"/>
                    <a:pt x="400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8647730" y="2054015"/>
              <a:ext cx="120227" cy="161505"/>
            </a:xfrm>
            <a:custGeom>
              <a:rect b="b" l="l" r="r" t="t"/>
              <a:pathLst>
                <a:path extrusionOk="0" h="2328" w="1733">
                  <a:moveTo>
                    <a:pt x="882" y="1"/>
                  </a:moveTo>
                  <a:lnTo>
                    <a:pt x="646" y="913"/>
                  </a:lnTo>
                  <a:lnTo>
                    <a:pt x="0" y="1149"/>
                  </a:lnTo>
                  <a:lnTo>
                    <a:pt x="625" y="1385"/>
                  </a:lnTo>
                  <a:lnTo>
                    <a:pt x="861" y="2328"/>
                  </a:lnTo>
                  <a:lnTo>
                    <a:pt x="1097" y="1405"/>
                  </a:lnTo>
                  <a:lnTo>
                    <a:pt x="1733" y="1169"/>
                  </a:lnTo>
                  <a:lnTo>
                    <a:pt x="1118" y="93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7831939" y="1226918"/>
              <a:ext cx="120990" cy="160811"/>
            </a:xfrm>
            <a:custGeom>
              <a:rect b="b" l="l" r="r" t="t"/>
              <a:pathLst>
                <a:path extrusionOk="0" h="2318" w="1744">
                  <a:moveTo>
                    <a:pt x="882" y="0"/>
                  </a:moveTo>
                  <a:lnTo>
                    <a:pt x="647" y="913"/>
                  </a:lnTo>
                  <a:lnTo>
                    <a:pt x="1" y="1148"/>
                  </a:lnTo>
                  <a:lnTo>
                    <a:pt x="626" y="1384"/>
                  </a:lnTo>
                  <a:lnTo>
                    <a:pt x="862" y="2317"/>
                  </a:lnTo>
                  <a:lnTo>
                    <a:pt x="1098" y="1405"/>
                  </a:lnTo>
                  <a:lnTo>
                    <a:pt x="1743" y="1169"/>
                  </a:lnTo>
                  <a:lnTo>
                    <a:pt x="1118" y="933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5349113" y="1439554"/>
              <a:ext cx="120296" cy="161505"/>
            </a:xfrm>
            <a:custGeom>
              <a:rect b="b" l="l" r="r" t="t"/>
              <a:pathLst>
                <a:path extrusionOk="0" h="2328" w="1734">
                  <a:moveTo>
                    <a:pt x="872" y="0"/>
                  </a:moveTo>
                  <a:lnTo>
                    <a:pt x="636" y="913"/>
                  </a:lnTo>
                  <a:lnTo>
                    <a:pt x="1" y="1159"/>
                  </a:lnTo>
                  <a:lnTo>
                    <a:pt x="616" y="1395"/>
                  </a:lnTo>
                  <a:lnTo>
                    <a:pt x="862" y="2328"/>
                  </a:lnTo>
                  <a:lnTo>
                    <a:pt x="1098" y="1405"/>
                  </a:lnTo>
                  <a:lnTo>
                    <a:pt x="1733" y="1169"/>
                  </a:lnTo>
                  <a:lnTo>
                    <a:pt x="1118" y="933"/>
                  </a:lnTo>
                  <a:lnTo>
                    <a:pt x="87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7100137" y="753975"/>
              <a:ext cx="120990" cy="160742"/>
            </a:xfrm>
            <a:custGeom>
              <a:rect b="b" l="l" r="r" t="t"/>
              <a:pathLst>
                <a:path extrusionOk="0" h="2317" w="1744">
                  <a:moveTo>
                    <a:pt x="882" y="0"/>
                  </a:moveTo>
                  <a:lnTo>
                    <a:pt x="647" y="913"/>
                  </a:lnTo>
                  <a:lnTo>
                    <a:pt x="1" y="1148"/>
                  </a:lnTo>
                  <a:lnTo>
                    <a:pt x="626" y="1384"/>
                  </a:lnTo>
                  <a:lnTo>
                    <a:pt x="862" y="2317"/>
                  </a:lnTo>
                  <a:lnTo>
                    <a:pt x="1098" y="1405"/>
                  </a:lnTo>
                  <a:lnTo>
                    <a:pt x="1744" y="1169"/>
                  </a:lnTo>
                  <a:lnTo>
                    <a:pt x="1118" y="933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7578023" y="753983"/>
              <a:ext cx="249750" cy="387667"/>
            </a:xfrm>
            <a:custGeom>
              <a:rect b="b" l="l" r="r" t="t"/>
              <a:pathLst>
                <a:path extrusionOk="0" h="5588" w="3600">
                  <a:moveTo>
                    <a:pt x="1559" y="0"/>
                  </a:moveTo>
                  <a:cubicBezTo>
                    <a:pt x="1467" y="0"/>
                    <a:pt x="1385" y="72"/>
                    <a:pt x="1385" y="164"/>
                  </a:cubicBezTo>
                  <a:lnTo>
                    <a:pt x="1385" y="584"/>
                  </a:lnTo>
                  <a:cubicBezTo>
                    <a:pt x="1211" y="615"/>
                    <a:pt x="1047" y="666"/>
                    <a:pt x="883" y="748"/>
                  </a:cubicBezTo>
                  <a:cubicBezTo>
                    <a:pt x="739" y="810"/>
                    <a:pt x="606" y="902"/>
                    <a:pt x="493" y="1015"/>
                  </a:cubicBezTo>
                  <a:cubicBezTo>
                    <a:pt x="380" y="1128"/>
                    <a:pt x="298" y="1251"/>
                    <a:pt x="237" y="1384"/>
                  </a:cubicBezTo>
                  <a:cubicBezTo>
                    <a:pt x="165" y="1528"/>
                    <a:pt x="134" y="1681"/>
                    <a:pt x="134" y="1835"/>
                  </a:cubicBezTo>
                  <a:cubicBezTo>
                    <a:pt x="134" y="1999"/>
                    <a:pt x="155" y="2163"/>
                    <a:pt x="216" y="2317"/>
                  </a:cubicBezTo>
                  <a:cubicBezTo>
                    <a:pt x="257" y="2450"/>
                    <a:pt x="339" y="2563"/>
                    <a:pt x="431" y="2665"/>
                  </a:cubicBezTo>
                  <a:cubicBezTo>
                    <a:pt x="544" y="2768"/>
                    <a:pt x="678" y="2850"/>
                    <a:pt x="821" y="2922"/>
                  </a:cubicBezTo>
                  <a:cubicBezTo>
                    <a:pt x="995" y="2993"/>
                    <a:pt x="1180" y="3055"/>
                    <a:pt x="1364" y="3096"/>
                  </a:cubicBezTo>
                  <a:cubicBezTo>
                    <a:pt x="1590" y="3147"/>
                    <a:pt x="1795" y="3199"/>
                    <a:pt x="1969" y="3240"/>
                  </a:cubicBezTo>
                  <a:cubicBezTo>
                    <a:pt x="2113" y="3270"/>
                    <a:pt x="2256" y="3301"/>
                    <a:pt x="2400" y="3352"/>
                  </a:cubicBezTo>
                  <a:cubicBezTo>
                    <a:pt x="2502" y="3383"/>
                    <a:pt x="2595" y="3434"/>
                    <a:pt x="2666" y="3506"/>
                  </a:cubicBezTo>
                  <a:cubicBezTo>
                    <a:pt x="2728" y="3568"/>
                    <a:pt x="2759" y="3639"/>
                    <a:pt x="2759" y="3732"/>
                  </a:cubicBezTo>
                  <a:cubicBezTo>
                    <a:pt x="2759" y="3814"/>
                    <a:pt x="2728" y="3896"/>
                    <a:pt x="2677" y="3967"/>
                  </a:cubicBezTo>
                  <a:cubicBezTo>
                    <a:pt x="2615" y="4029"/>
                    <a:pt x="2543" y="4090"/>
                    <a:pt x="2461" y="4131"/>
                  </a:cubicBezTo>
                  <a:cubicBezTo>
                    <a:pt x="2369" y="4172"/>
                    <a:pt x="2266" y="4203"/>
                    <a:pt x="2154" y="4224"/>
                  </a:cubicBezTo>
                  <a:cubicBezTo>
                    <a:pt x="2041" y="4244"/>
                    <a:pt x="1918" y="4254"/>
                    <a:pt x="1795" y="4254"/>
                  </a:cubicBezTo>
                  <a:cubicBezTo>
                    <a:pt x="1662" y="4254"/>
                    <a:pt x="1528" y="4234"/>
                    <a:pt x="1405" y="4213"/>
                  </a:cubicBezTo>
                  <a:cubicBezTo>
                    <a:pt x="1313" y="4183"/>
                    <a:pt x="1221" y="4152"/>
                    <a:pt x="1139" y="4111"/>
                  </a:cubicBezTo>
                  <a:cubicBezTo>
                    <a:pt x="1077" y="4070"/>
                    <a:pt x="1016" y="4019"/>
                    <a:pt x="975" y="3967"/>
                  </a:cubicBezTo>
                  <a:cubicBezTo>
                    <a:pt x="934" y="3916"/>
                    <a:pt x="893" y="3855"/>
                    <a:pt x="862" y="3803"/>
                  </a:cubicBezTo>
                  <a:cubicBezTo>
                    <a:pt x="842" y="3752"/>
                    <a:pt x="811" y="3721"/>
                    <a:pt x="770" y="3691"/>
                  </a:cubicBezTo>
                  <a:cubicBezTo>
                    <a:pt x="719" y="3660"/>
                    <a:pt x="667" y="3650"/>
                    <a:pt x="616" y="3650"/>
                  </a:cubicBezTo>
                  <a:lnTo>
                    <a:pt x="175" y="3650"/>
                  </a:lnTo>
                  <a:cubicBezTo>
                    <a:pt x="134" y="3650"/>
                    <a:pt x="83" y="3670"/>
                    <a:pt x="52" y="3701"/>
                  </a:cubicBezTo>
                  <a:cubicBezTo>
                    <a:pt x="21" y="3732"/>
                    <a:pt x="1" y="3773"/>
                    <a:pt x="11" y="3824"/>
                  </a:cubicBezTo>
                  <a:cubicBezTo>
                    <a:pt x="11" y="3967"/>
                    <a:pt x="62" y="4121"/>
                    <a:pt x="134" y="4254"/>
                  </a:cubicBezTo>
                  <a:cubicBezTo>
                    <a:pt x="216" y="4388"/>
                    <a:pt x="308" y="4500"/>
                    <a:pt x="431" y="4593"/>
                  </a:cubicBezTo>
                  <a:cubicBezTo>
                    <a:pt x="565" y="4705"/>
                    <a:pt x="708" y="4787"/>
                    <a:pt x="862" y="4849"/>
                  </a:cubicBezTo>
                  <a:cubicBezTo>
                    <a:pt x="1026" y="4921"/>
                    <a:pt x="1200" y="4972"/>
                    <a:pt x="1385" y="5003"/>
                  </a:cubicBezTo>
                  <a:lnTo>
                    <a:pt x="1385" y="5423"/>
                  </a:lnTo>
                  <a:cubicBezTo>
                    <a:pt x="1385" y="5464"/>
                    <a:pt x="1405" y="5505"/>
                    <a:pt x="1436" y="5536"/>
                  </a:cubicBezTo>
                  <a:cubicBezTo>
                    <a:pt x="1467" y="5567"/>
                    <a:pt x="1508" y="5587"/>
                    <a:pt x="1549" y="5587"/>
                  </a:cubicBezTo>
                  <a:lnTo>
                    <a:pt x="2061" y="5587"/>
                  </a:lnTo>
                  <a:cubicBezTo>
                    <a:pt x="2143" y="5587"/>
                    <a:pt x="2225" y="5515"/>
                    <a:pt x="2225" y="5423"/>
                  </a:cubicBezTo>
                  <a:lnTo>
                    <a:pt x="2225" y="5003"/>
                  </a:lnTo>
                  <a:cubicBezTo>
                    <a:pt x="2420" y="4972"/>
                    <a:pt x="2615" y="4921"/>
                    <a:pt x="2800" y="4849"/>
                  </a:cubicBezTo>
                  <a:cubicBezTo>
                    <a:pt x="2964" y="4777"/>
                    <a:pt x="3107" y="4685"/>
                    <a:pt x="3230" y="4562"/>
                  </a:cubicBezTo>
                  <a:cubicBezTo>
                    <a:pt x="3353" y="4459"/>
                    <a:pt x="3445" y="4326"/>
                    <a:pt x="3507" y="4183"/>
                  </a:cubicBezTo>
                  <a:cubicBezTo>
                    <a:pt x="3568" y="4039"/>
                    <a:pt x="3599" y="3885"/>
                    <a:pt x="3599" y="3721"/>
                  </a:cubicBezTo>
                  <a:cubicBezTo>
                    <a:pt x="3599" y="3568"/>
                    <a:pt x="3579" y="3414"/>
                    <a:pt x="3527" y="3270"/>
                  </a:cubicBezTo>
                  <a:cubicBezTo>
                    <a:pt x="3476" y="3137"/>
                    <a:pt x="3394" y="3014"/>
                    <a:pt x="3292" y="2922"/>
                  </a:cubicBezTo>
                  <a:cubicBezTo>
                    <a:pt x="3169" y="2809"/>
                    <a:pt x="3025" y="2727"/>
                    <a:pt x="2871" y="2665"/>
                  </a:cubicBezTo>
                  <a:cubicBezTo>
                    <a:pt x="2666" y="2583"/>
                    <a:pt x="2451" y="2522"/>
                    <a:pt x="2236" y="2471"/>
                  </a:cubicBezTo>
                  <a:cubicBezTo>
                    <a:pt x="2010" y="2430"/>
                    <a:pt x="1815" y="2378"/>
                    <a:pt x="1651" y="2348"/>
                  </a:cubicBezTo>
                  <a:cubicBezTo>
                    <a:pt x="1518" y="2317"/>
                    <a:pt x="1385" y="2276"/>
                    <a:pt x="1262" y="2214"/>
                  </a:cubicBezTo>
                  <a:cubicBezTo>
                    <a:pt x="1180" y="2184"/>
                    <a:pt x="1098" y="2132"/>
                    <a:pt x="1047" y="2061"/>
                  </a:cubicBezTo>
                  <a:cubicBezTo>
                    <a:pt x="954" y="1927"/>
                    <a:pt x="954" y="1753"/>
                    <a:pt x="1036" y="1620"/>
                  </a:cubicBezTo>
                  <a:cubicBezTo>
                    <a:pt x="1077" y="1558"/>
                    <a:pt x="1139" y="1497"/>
                    <a:pt x="1211" y="1466"/>
                  </a:cubicBezTo>
                  <a:cubicBezTo>
                    <a:pt x="1293" y="1415"/>
                    <a:pt x="1375" y="1384"/>
                    <a:pt x="1467" y="1363"/>
                  </a:cubicBezTo>
                  <a:cubicBezTo>
                    <a:pt x="1544" y="1340"/>
                    <a:pt x="1621" y="1329"/>
                    <a:pt x="1698" y="1329"/>
                  </a:cubicBezTo>
                  <a:cubicBezTo>
                    <a:pt x="1723" y="1329"/>
                    <a:pt x="1749" y="1330"/>
                    <a:pt x="1774" y="1333"/>
                  </a:cubicBezTo>
                  <a:cubicBezTo>
                    <a:pt x="1807" y="1329"/>
                    <a:pt x="1840" y="1328"/>
                    <a:pt x="1873" y="1328"/>
                  </a:cubicBezTo>
                  <a:cubicBezTo>
                    <a:pt x="2034" y="1328"/>
                    <a:pt x="2193" y="1369"/>
                    <a:pt x="2338" y="1446"/>
                  </a:cubicBezTo>
                  <a:cubicBezTo>
                    <a:pt x="2451" y="1507"/>
                    <a:pt x="2543" y="1599"/>
                    <a:pt x="2615" y="1712"/>
                  </a:cubicBezTo>
                  <a:cubicBezTo>
                    <a:pt x="2646" y="1753"/>
                    <a:pt x="2677" y="1794"/>
                    <a:pt x="2718" y="1825"/>
                  </a:cubicBezTo>
                  <a:cubicBezTo>
                    <a:pt x="2759" y="1856"/>
                    <a:pt x="2820" y="1866"/>
                    <a:pt x="2871" y="1866"/>
                  </a:cubicBezTo>
                  <a:lnTo>
                    <a:pt x="3312" y="1866"/>
                  </a:lnTo>
                  <a:cubicBezTo>
                    <a:pt x="3353" y="1866"/>
                    <a:pt x="3394" y="1845"/>
                    <a:pt x="3425" y="1815"/>
                  </a:cubicBezTo>
                  <a:cubicBezTo>
                    <a:pt x="3466" y="1784"/>
                    <a:pt x="3476" y="1743"/>
                    <a:pt x="3476" y="1692"/>
                  </a:cubicBezTo>
                  <a:cubicBezTo>
                    <a:pt x="3466" y="1579"/>
                    <a:pt x="3435" y="1476"/>
                    <a:pt x="3384" y="1374"/>
                  </a:cubicBezTo>
                  <a:cubicBezTo>
                    <a:pt x="3322" y="1251"/>
                    <a:pt x="3240" y="1138"/>
                    <a:pt x="3148" y="1046"/>
                  </a:cubicBezTo>
                  <a:cubicBezTo>
                    <a:pt x="3035" y="933"/>
                    <a:pt x="2902" y="841"/>
                    <a:pt x="2759" y="769"/>
                  </a:cubicBezTo>
                  <a:cubicBezTo>
                    <a:pt x="2595" y="687"/>
                    <a:pt x="2410" y="625"/>
                    <a:pt x="2225" y="595"/>
                  </a:cubicBezTo>
                  <a:lnTo>
                    <a:pt x="2225" y="164"/>
                  </a:lnTo>
                  <a:cubicBezTo>
                    <a:pt x="2225" y="123"/>
                    <a:pt x="2205" y="72"/>
                    <a:pt x="2174" y="51"/>
                  </a:cubicBezTo>
                  <a:cubicBezTo>
                    <a:pt x="2143" y="10"/>
                    <a:pt x="2102" y="0"/>
                    <a:pt x="2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5871861" y="1221923"/>
              <a:ext cx="139444" cy="218392"/>
            </a:xfrm>
            <a:custGeom>
              <a:rect b="b" l="l" r="r" t="t"/>
              <a:pathLst>
                <a:path extrusionOk="0" h="3148" w="2010">
                  <a:moveTo>
                    <a:pt x="862" y="1"/>
                  </a:moveTo>
                  <a:cubicBezTo>
                    <a:pt x="841" y="1"/>
                    <a:pt x="821" y="11"/>
                    <a:pt x="800" y="31"/>
                  </a:cubicBezTo>
                  <a:cubicBezTo>
                    <a:pt x="780" y="52"/>
                    <a:pt x="769" y="72"/>
                    <a:pt x="769" y="93"/>
                  </a:cubicBezTo>
                  <a:lnTo>
                    <a:pt x="769" y="339"/>
                  </a:lnTo>
                  <a:cubicBezTo>
                    <a:pt x="677" y="349"/>
                    <a:pt x="575" y="380"/>
                    <a:pt x="493" y="421"/>
                  </a:cubicBezTo>
                  <a:cubicBezTo>
                    <a:pt x="411" y="462"/>
                    <a:pt x="329" y="513"/>
                    <a:pt x="267" y="575"/>
                  </a:cubicBezTo>
                  <a:cubicBezTo>
                    <a:pt x="206" y="636"/>
                    <a:pt x="154" y="708"/>
                    <a:pt x="124" y="780"/>
                  </a:cubicBezTo>
                  <a:cubicBezTo>
                    <a:pt x="83" y="862"/>
                    <a:pt x="72" y="954"/>
                    <a:pt x="72" y="1036"/>
                  </a:cubicBezTo>
                  <a:cubicBezTo>
                    <a:pt x="72" y="1128"/>
                    <a:pt x="83" y="1220"/>
                    <a:pt x="113" y="1313"/>
                  </a:cubicBezTo>
                  <a:cubicBezTo>
                    <a:pt x="144" y="1384"/>
                    <a:pt x="185" y="1456"/>
                    <a:pt x="236" y="1507"/>
                  </a:cubicBezTo>
                  <a:cubicBezTo>
                    <a:pt x="298" y="1569"/>
                    <a:pt x="380" y="1610"/>
                    <a:pt x="452" y="1651"/>
                  </a:cubicBezTo>
                  <a:cubicBezTo>
                    <a:pt x="554" y="1692"/>
                    <a:pt x="657" y="1723"/>
                    <a:pt x="759" y="1743"/>
                  </a:cubicBezTo>
                  <a:cubicBezTo>
                    <a:pt x="892" y="1774"/>
                    <a:pt x="1005" y="1805"/>
                    <a:pt x="1097" y="1825"/>
                  </a:cubicBezTo>
                  <a:cubicBezTo>
                    <a:pt x="1180" y="1846"/>
                    <a:pt x="1262" y="1866"/>
                    <a:pt x="1344" y="1897"/>
                  </a:cubicBezTo>
                  <a:cubicBezTo>
                    <a:pt x="1405" y="1907"/>
                    <a:pt x="1446" y="1938"/>
                    <a:pt x="1497" y="1979"/>
                  </a:cubicBezTo>
                  <a:cubicBezTo>
                    <a:pt x="1528" y="2010"/>
                    <a:pt x="1549" y="2061"/>
                    <a:pt x="1538" y="2102"/>
                  </a:cubicBezTo>
                  <a:cubicBezTo>
                    <a:pt x="1538" y="2153"/>
                    <a:pt x="1528" y="2194"/>
                    <a:pt x="1497" y="2235"/>
                  </a:cubicBezTo>
                  <a:cubicBezTo>
                    <a:pt x="1467" y="2276"/>
                    <a:pt x="1426" y="2307"/>
                    <a:pt x="1374" y="2328"/>
                  </a:cubicBezTo>
                  <a:cubicBezTo>
                    <a:pt x="1323" y="2348"/>
                    <a:pt x="1272" y="2369"/>
                    <a:pt x="1210" y="2379"/>
                  </a:cubicBezTo>
                  <a:cubicBezTo>
                    <a:pt x="1138" y="2389"/>
                    <a:pt x="1077" y="2389"/>
                    <a:pt x="1005" y="2389"/>
                  </a:cubicBezTo>
                  <a:cubicBezTo>
                    <a:pt x="986" y="2392"/>
                    <a:pt x="966" y="2393"/>
                    <a:pt x="946" y="2393"/>
                  </a:cubicBezTo>
                  <a:cubicBezTo>
                    <a:pt x="890" y="2393"/>
                    <a:pt x="832" y="2384"/>
                    <a:pt x="780" y="2369"/>
                  </a:cubicBezTo>
                  <a:cubicBezTo>
                    <a:pt x="728" y="2358"/>
                    <a:pt x="677" y="2338"/>
                    <a:pt x="636" y="2317"/>
                  </a:cubicBezTo>
                  <a:cubicBezTo>
                    <a:pt x="595" y="2297"/>
                    <a:pt x="564" y="2266"/>
                    <a:pt x="544" y="2235"/>
                  </a:cubicBezTo>
                  <a:cubicBezTo>
                    <a:pt x="523" y="2205"/>
                    <a:pt x="503" y="2174"/>
                    <a:pt x="482" y="2143"/>
                  </a:cubicBezTo>
                  <a:cubicBezTo>
                    <a:pt x="472" y="2112"/>
                    <a:pt x="452" y="2092"/>
                    <a:pt x="431" y="2082"/>
                  </a:cubicBezTo>
                  <a:cubicBezTo>
                    <a:pt x="400" y="2061"/>
                    <a:pt x="370" y="2061"/>
                    <a:pt x="339" y="2061"/>
                  </a:cubicBezTo>
                  <a:lnTo>
                    <a:pt x="93" y="2061"/>
                  </a:lnTo>
                  <a:cubicBezTo>
                    <a:pt x="72" y="2061"/>
                    <a:pt x="42" y="2071"/>
                    <a:pt x="31" y="2082"/>
                  </a:cubicBezTo>
                  <a:cubicBezTo>
                    <a:pt x="11" y="2102"/>
                    <a:pt x="1" y="2123"/>
                    <a:pt x="1" y="2153"/>
                  </a:cubicBezTo>
                  <a:cubicBezTo>
                    <a:pt x="1" y="2235"/>
                    <a:pt x="31" y="2317"/>
                    <a:pt x="72" y="2399"/>
                  </a:cubicBezTo>
                  <a:cubicBezTo>
                    <a:pt x="113" y="2471"/>
                    <a:pt x="165" y="2533"/>
                    <a:pt x="236" y="2594"/>
                  </a:cubicBezTo>
                  <a:cubicBezTo>
                    <a:pt x="308" y="2645"/>
                    <a:pt x="390" y="2697"/>
                    <a:pt x="482" y="2727"/>
                  </a:cubicBezTo>
                  <a:cubicBezTo>
                    <a:pt x="575" y="2768"/>
                    <a:pt x="667" y="2799"/>
                    <a:pt x="769" y="2809"/>
                  </a:cubicBezTo>
                  <a:lnTo>
                    <a:pt x="769" y="3055"/>
                  </a:lnTo>
                  <a:cubicBezTo>
                    <a:pt x="769" y="3076"/>
                    <a:pt x="780" y="3096"/>
                    <a:pt x="800" y="3117"/>
                  </a:cubicBezTo>
                  <a:cubicBezTo>
                    <a:pt x="821" y="3137"/>
                    <a:pt x="841" y="3148"/>
                    <a:pt x="862" y="3148"/>
                  </a:cubicBezTo>
                  <a:lnTo>
                    <a:pt x="1149" y="3148"/>
                  </a:lnTo>
                  <a:cubicBezTo>
                    <a:pt x="1169" y="3148"/>
                    <a:pt x="1200" y="3137"/>
                    <a:pt x="1210" y="3117"/>
                  </a:cubicBezTo>
                  <a:cubicBezTo>
                    <a:pt x="1231" y="3096"/>
                    <a:pt x="1241" y="3076"/>
                    <a:pt x="1241" y="3055"/>
                  </a:cubicBezTo>
                  <a:lnTo>
                    <a:pt x="1241" y="2820"/>
                  </a:lnTo>
                  <a:cubicBezTo>
                    <a:pt x="1354" y="2799"/>
                    <a:pt x="1467" y="2768"/>
                    <a:pt x="1569" y="2727"/>
                  </a:cubicBezTo>
                  <a:cubicBezTo>
                    <a:pt x="1651" y="2686"/>
                    <a:pt x="1733" y="2635"/>
                    <a:pt x="1805" y="2574"/>
                  </a:cubicBezTo>
                  <a:cubicBezTo>
                    <a:pt x="1877" y="2512"/>
                    <a:pt x="1928" y="2440"/>
                    <a:pt x="1959" y="2358"/>
                  </a:cubicBezTo>
                  <a:cubicBezTo>
                    <a:pt x="2000" y="2276"/>
                    <a:pt x="2010" y="2194"/>
                    <a:pt x="2010" y="2102"/>
                  </a:cubicBezTo>
                  <a:cubicBezTo>
                    <a:pt x="2010" y="2020"/>
                    <a:pt x="2000" y="1928"/>
                    <a:pt x="1969" y="1846"/>
                  </a:cubicBezTo>
                  <a:cubicBezTo>
                    <a:pt x="1948" y="1774"/>
                    <a:pt x="1907" y="1702"/>
                    <a:pt x="1846" y="1651"/>
                  </a:cubicBezTo>
                  <a:cubicBezTo>
                    <a:pt x="1774" y="1589"/>
                    <a:pt x="1692" y="1538"/>
                    <a:pt x="1610" y="1507"/>
                  </a:cubicBezTo>
                  <a:cubicBezTo>
                    <a:pt x="1497" y="1456"/>
                    <a:pt x="1374" y="1425"/>
                    <a:pt x="1251" y="1395"/>
                  </a:cubicBezTo>
                  <a:lnTo>
                    <a:pt x="923" y="1323"/>
                  </a:lnTo>
                  <a:cubicBezTo>
                    <a:pt x="851" y="1302"/>
                    <a:pt x="780" y="1282"/>
                    <a:pt x="708" y="1251"/>
                  </a:cubicBezTo>
                  <a:cubicBezTo>
                    <a:pt x="657" y="1241"/>
                    <a:pt x="616" y="1210"/>
                    <a:pt x="585" y="1169"/>
                  </a:cubicBezTo>
                  <a:cubicBezTo>
                    <a:pt x="534" y="1087"/>
                    <a:pt x="534" y="995"/>
                    <a:pt x="585" y="923"/>
                  </a:cubicBezTo>
                  <a:cubicBezTo>
                    <a:pt x="605" y="882"/>
                    <a:pt x="636" y="851"/>
                    <a:pt x="677" y="831"/>
                  </a:cubicBezTo>
                  <a:cubicBezTo>
                    <a:pt x="718" y="800"/>
                    <a:pt x="769" y="780"/>
                    <a:pt x="821" y="769"/>
                  </a:cubicBezTo>
                  <a:cubicBezTo>
                    <a:pt x="857" y="762"/>
                    <a:pt x="898" y="755"/>
                    <a:pt x="941" y="755"/>
                  </a:cubicBezTo>
                  <a:cubicBezTo>
                    <a:pt x="959" y="755"/>
                    <a:pt x="977" y="756"/>
                    <a:pt x="995" y="759"/>
                  </a:cubicBezTo>
                  <a:cubicBezTo>
                    <a:pt x="1012" y="757"/>
                    <a:pt x="1029" y="757"/>
                    <a:pt x="1047" y="757"/>
                  </a:cubicBezTo>
                  <a:cubicBezTo>
                    <a:pt x="1135" y="757"/>
                    <a:pt x="1227" y="778"/>
                    <a:pt x="1313" y="821"/>
                  </a:cubicBezTo>
                  <a:cubicBezTo>
                    <a:pt x="1374" y="851"/>
                    <a:pt x="1426" y="913"/>
                    <a:pt x="1467" y="974"/>
                  </a:cubicBezTo>
                  <a:cubicBezTo>
                    <a:pt x="1477" y="995"/>
                    <a:pt x="1497" y="1015"/>
                    <a:pt x="1518" y="1036"/>
                  </a:cubicBezTo>
                  <a:cubicBezTo>
                    <a:pt x="1549" y="1046"/>
                    <a:pt x="1579" y="1056"/>
                    <a:pt x="1610" y="1056"/>
                  </a:cubicBezTo>
                  <a:lnTo>
                    <a:pt x="1856" y="1056"/>
                  </a:lnTo>
                  <a:cubicBezTo>
                    <a:pt x="1877" y="1056"/>
                    <a:pt x="1897" y="1046"/>
                    <a:pt x="1918" y="1026"/>
                  </a:cubicBezTo>
                  <a:cubicBezTo>
                    <a:pt x="1938" y="1015"/>
                    <a:pt x="1948" y="985"/>
                    <a:pt x="1948" y="964"/>
                  </a:cubicBezTo>
                  <a:cubicBezTo>
                    <a:pt x="1938" y="903"/>
                    <a:pt x="1918" y="841"/>
                    <a:pt x="1897" y="780"/>
                  </a:cubicBezTo>
                  <a:cubicBezTo>
                    <a:pt x="1866" y="718"/>
                    <a:pt x="1815" y="646"/>
                    <a:pt x="1764" y="595"/>
                  </a:cubicBezTo>
                  <a:cubicBezTo>
                    <a:pt x="1702" y="534"/>
                    <a:pt x="1631" y="482"/>
                    <a:pt x="1549" y="441"/>
                  </a:cubicBezTo>
                  <a:cubicBezTo>
                    <a:pt x="1456" y="390"/>
                    <a:pt x="1354" y="359"/>
                    <a:pt x="1251" y="339"/>
                  </a:cubicBezTo>
                  <a:lnTo>
                    <a:pt x="1241" y="93"/>
                  </a:lnTo>
                  <a:cubicBezTo>
                    <a:pt x="1241" y="72"/>
                    <a:pt x="1231" y="52"/>
                    <a:pt x="1210" y="31"/>
                  </a:cubicBezTo>
                  <a:cubicBezTo>
                    <a:pt x="1200" y="11"/>
                    <a:pt x="1169" y="1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7265137" y="1081784"/>
              <a:ext cx="397588" cy="855671"/>
            </a:xfrm>
            <a:custGeom>
              <a:rect b="b" l="l" r="r" t="t"/>
              <a:pathLst>
                <a:path extrusionOk="0" h="12334" w="5731">
                  <a:moveTo>
                    <a:pt x="5731" y="3804"/>
                  </a:moveTo>
                  <a:lnTo>
                    <a:pt x="4296" y="1908"/>
                  </a:lnTo>
                  <a:lnTo>
                    <a:pt x="2860" y="1"/>
                  </a:lnTo>
                  <a:lnTo>
                    <a:pt x="1425" y="1908"/>
                  </a:lnTo>
                  <a:lnTo>
                    <a:pt x="0" y="3804"/>
                  </a:lnTo>
                  <a:lnTo>
                    <a:pt x="1364" y="3804"/>
                  </a:lnTo>
                  <a:lnTo>
                    <a:pt x="1364" y="12333"/>
                  </a:lnTo>
                  <a:lnTo>
                    <a:pt x="4367" y="12333"/>
                  </a:lnTo>
                  <a:lnTo>
                    <a:pt x="4367" y="38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7016217" y="1573935"/>
              <a:ext cx="288808" cy="621669"/>
            </a:xfrm>
            <a:custGeom>
              <a:rect b="b" l="l" r="r" t="t"/>
              <a:pathLst>
                <a:path extrusionOk="0" h="8961" w="4163">
                  <a:moveTo>
                    <a:pt x="4162" y="6203"/>
                  </a:moveTo>
                  <a:lnTo>
                    <a:pt x="3127" y="7577"/>
                  </a:lnTo>
                  <a:lnTo>
                    <a:pt x="2081" y="8961"/>
                  </a:lnTo>
                  <a:lnTo>
                    <a:pt x="1046" y="7577"/>
                  </a:lnTo>
                  <a:lnTo>
                    <a:pt x="0" y="6203"/>
                  </a:lnTo>
                  <a:lnTo>
                    <a:pt x="984" y="6203"/>
                  </a:lnTo>
                  <a:lnTo>
                    <a:pt x="984" y="1"/>
                  </a:lnTo>
                  <a:lnTo>
                    <a:pt x="3178" y="1"/>
                  </a:lnTo>
                  <a:lnTo>
                    <a:pt x="3178" y="6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5861940" y="2106117"/>
              <a:ext cx="113844" cy="128621"/>
            </a:xfrm>
            <a:custGeom>
              <a:rect b="b" l="l" r="r" t="t"/>
              <a:pathLst>
                <a:path extrusionOk="0" h="1854" w="1641">
                  <a:moveTo>
                    <a:pt x="1349" y="1"/>
                  </a:moveTo>
                  <a:cubicBezTo>
                    <a:pt x="1171" y="1"/>
                    <a:pt x="993" y="46"/>
                    <a:pt x="830" y="131"/>
                  </a:cubicBezTo>
                  <a:cubicBezTo>
                    <a:pt x="769" y="162"/>
                    <a:pt x="718" y="213"/>
                    <a:pt x="677" y="265"/>
                  </a:cubicBezTo>
                  <a:cubicBezTo>
                    <a:pt x="656" y="295"/>
                    <a:pt x="636" y="336"/>
                    <a:pt x="625" y="377"/>
                  </a:cubicBezTo>
                  <a:cubicBezTo>
                    <a:pt x="595" y="429"/>
                    <a:pt x="554" y="480"/>
                    <a:pt x="523" y="521"/>
                  </a:cubicBezTo>
                  <a:cubicBezTo>
                    <a:pt x="318" y="808"/>
                    <a:pt x="144" y="1115"/>
                    <a:pt x="0" y="1444"/>
                  </a:cubicBezTo>
                  <a:lnTo>
                    <a:pt x="103" y="1854"/>
                  </a:lnTo>
                  <a:cubicBezTo>
                    <a:pt x="205" y="1823"/>
                    <a:pt x="523" y="1556"/>
                    <a:pt x="595" y="1546"/>
                  </a:cubicBezTo>
                  <a:cubicBezTo>
                    <a:pt x="656" y="1536"/>
                    <a:pt x="718" y="1526"/>
                    <a:pt x="779" y="1495"/>
                  </a:cubicBezTo>
                  <a:cubicBezTo>
                    <a:pt x="830" y="1464"/>
                    <a:pt x="871" y="1423"/>
                    <a:pt x="902" y="1372"/>
                  </a:cubicBezTo>
                  <a:cubicBezTo>
                    <a:pt x="1025" y="1218"/>
                    <a:pt x="1107" y="1054"/>
                    <a:pt x="1158" y="869"/>
                  </a:cubicBezTo>
                  <a:cubicBezTo>
                    <a:pt x="1179" y="798"/>
                    <a:pt x="1189" y="736"/>
                    <a:pt x="1210" y="664"/>
                  </a:cubicBezTo>
                  <a:cubicBezTo>
                    <a:pt x="1292" y="449"/>
                    <a:pt x="1466" y="285"/>
                    <a:pt x="1610" y="111"/>
                  </a:cubicBezTo>
                  <a:cubicBezTo>
                    <a:pt x="1630" y="101"/>
                    <a:pt x="1640" y="80"/>
                    <a:pt x="1630" y="60"/>
                  </a:cubicBezTo>
                  <a:cubicBezTo>
                    <a:pt x="1620" y="39"/>
                    <a:pt x="1610" y="29"/>
                    <a:pt x="1589" y="29"/>
                  </a:cubicBezTo>
                  <a:cubicBezTo>
                    <a:pt x="1510" y="10"/>
                    <a:pt x="1429" y="1"/>
                    <a:pt x="1349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5371175" y="2256176"/>
              <a:ext cx="362762" cy="136599"/>
            </a:xfrm>
            <a:custGeom>
              <a:rect b="b" l="l" r="r" t="t"/>
              <a:pathLst>
                <a:path extrusionOk="0" h="1969" w="5229">
                  <a:moveTo>
                    <a:pt x="1618" y="1"/>
                  </a:moveTo>
                  <a:cubicBezTo>
                    <a:pt x="1427" y="1"/>
                    <a:pt x="1234" y="28"/>
                    <a:pt x="1046" y="80"/>
                  </a:cubicBezTo>
                  <a:cubicBezTo>
                    <a:pt x="841" y="131"/>
                    <a:pt x="657" y="213"/>
                    <a:pt x="482" y="336"/>
                  </a:cubicBezTo>
                  <a:cubicBezTo>
                    <a:pt x="216" y="531"/>
                    <a:pt x="1" y="787"/>
                    <a:pt x="72" y="1095"/>
                  </a:cubicBezTo>
                  <a:cubicBezTo>
                    <a:pt x="93" y="1208"/>
                    <a:pt x="154" y="1310"/>
                    <a:pt x="247" y="1392"/>
                  </a:cubicBezTo>
                  <a:cubicBezTo>
                    <a:pt x="339" y="1485"/>
                    <a:pt x="472" y="1536"/>
                    <a:pt x="595" y="1556"/>
                  </a:cubicBezTo>
                  <a:cubicBezTo>
                    <a:pt x="954" y="1587"/>
                    <a:pt x="1487" y="1669"/>
                    <a:pt x="2061" y="1741"/>
                  </a:cubicBezTo>
                  <a:cubicBezTo>
                    <a:pt x="2910" y="1864"/>
                    <a:pt x="3829" y="1969"/>
                    <a:pt x="4290" y="1969"/>
                  </a:cubicBezTo>
                  <a:cubicBezTo>
                    <a:pt x="4329" y="1969"/>
                    <a:pt x="4366" y="1968"/>
                    <a:pt x="4398" y="1966"/>
                  </a:cubicBezTo>
                  <a:cubicBezTo>
                    <a:pt x="4425" y="1967"/>
                    <a:pt x="4451" y="1968"/>
                    <a:pt x="4477" y="1968"/>
                  </a:cubicBezTo>
                  <a:cubicBezTo>
                    <a:pt x="4705" y="1968"/>
                    <a:pt x="4926" y="1928"/>
                    <a:pt x="5147" y="1864"/>
                  </a:cubicBezTo>
                  <a:lnTo>
                    <a:pt x="5167" y="1854"/>
                  </a:lnTo>
                  <a:cubicBezTo>
                    <a:pt x="5229" y="1802"/>
                    <a:pt x="5229" y="1659"/>
                    <a:pt x="5208" y="1505"/>
                  </a:cubicBezTo>
                  <a:cubicBezTo>
                    <a:pt x="5198" y="1362"/>
                    <a:pt x="5157" y="1187"/>
                    <a:pt x="5147" y="1146"/>
                  </a:cubicBezTo>
                  <a:cubicBezTo>
                    <a:pt x="5116" y="828"/>
                    <a:pt x="4880" y="572"/>
                    <a:pt x="4573" y="521"/>
                  </a:cubicBezTo>
                  <a:cubicBezTo>
                    <a:pt x="4542" y="511"/>
                    <a:pt x="4511" y="500"/>
                    <a:pt x="4480" y="500"/>
                  </a:cubicBezTo>
                  <a:cubicBezTo>
                    <a:pt x="4450" y="500"/>
                    <a:pt x="4429" y="480"/>
                    <a:pt x="4409" y="480"/>
                  </a:cubicBezTo>
                  <a:cubicBezTo>
                    <a:pt x="3548" y="203"/>
                    <a:pt x="2574" y="131"/>
                    <a:pt x="1948" y="29"/>
                  </a:cubicBezTo>
                  <a:cubicBezTo>
                    <a:pt x="1839" y="10"/>
                    <a:pt x="1729" y="1"/>
                    <a:pt x="1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5656379" y="2189853"/>
              <a:ext cx="239760" cy="198343"/>
            </a:xfrm>
            <a:custGeom>
              <a:rect b="b" l="l" r="r" t="t"/>
              <a:pathLst>
                <a:path extrusionOk="0" h="2859" w="3456">
                  <a:moveTo>
                    <a:pt x="3107" y="1"/>
                  </a:moveTo>
                  <a:cubicBezTo>
                    <a:pt x="3107" y="1"/>
                    <a:pt x="2276" y="780"/>
                    <a:pt x="1436" y="1067"/>
                  </a:cubicBezTo>
                  <a:cubicBezTo>
                    <a:pt x="1097" y="1169"/>
                    <a:pt x="779" y="1303"/>
                    <a:pt x="462" y="1467"/>
                  </a:cubicBezTo>
                  <a:cubicBezTo>
                    <a:pt x="431" y="1487"/>
                    <a:pt x="400" y="1508"/>
                    <a:pt x="369" y="1528"/>
                  </a:cubicBezTo>
                  <a:cubicBezTo>
                    <a:pt x="369" y="1528"/>
                    <a:pt x="0" y="1959"/>
                    <a:pt x="175" y="2461"/>
                  </a:cubicBezTo>
                  <a:cubicBezTo>
                    <a:pt x="195" y="2523"/>
                    <a:pt x="226" y="2574"/>
                    <a:pt x="267" y="2625"/>
                  </a:cubicBezTo>
                  <a:cubicBezTo>
                    <a:pt x="277" y="2646"/>
                    <a:pt x="298" y="2666"/>
                    <a:pt x="318" y="2676"/>
                  </a:cubicBezTo>
                  <a:cubicBezTo>
                    <a:pt x="479" y="2830"/>
                    <a:pt x="697" y="2858"/>
                    <a:pt x="835" y="2858"/>
                  </a:cubicBezTo>
                  <a:cubicBezTo>
                    <a:pt x="890" y="2858"/>
                    <a:pt x="933" y="2854"/>
                    <a:pt x="954" y="2851"/>
                  </a:cubicBezTo>
                  <a:lnTo>
                    <a:pt x="1036" y="2820"/>
                  </a:lnTo>
                  <a:lnTo>
                    <a:pt x="1056" y="2810"/>
                  </a:lnTo>
                  <a:cubicBezTo>
                    <a:pt x="1897" y="2451"/>
                    <a:pt x="3455" y="524"/>
                    <a:pt x="3455" y="524"/>
                  </a:cubicBezTo>
                  <a:lnTo>
                    <a:pt x="3383" y="411"/>
                  </a:lnTo>
                  <a:lnTo>
                    <a:pt x="3107" y="1"/>
                  </a:lnTo>
                  <a:close/>
                </a:path>
              </a:pathLst>
            </a:custGeom>
            <a:solidFill>
              <a:srgbClr val="90BD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5514159" y="2238139"/>
              <a:ext cx="371989" cy="154637"/>
            </a:xfrm>
            <a:custGeom>
              <a:rect b="b" l="l" r="r" t="t"/>
              <a:pathLst>
                <a:path extrusionOk="0" h="2229" w="5362">
                  <a:moveTo>
                    <a:pt x="5360" y="1"/>
                  </a:moveTo>
                  <a:cubicBezTo>
                    <a:pt x="5338" y="1"/>
                    <a:pt x="3656" y="1531"/>
                    <a:pt x="3147" y="1765"/>
                  </a:cubicBezTo>
                  <a:cubicBezTo>
                    <a:pt x="3004" y="1847"/>
                    <a:pt x="2840" y="1909"/>
                    <a:pt x="2676" y="1960"/>
                  </a:cubicBezTo>
                  <a:cubicBezTo>
                    <a:pt x="2573" y="1980"/>
                    <a:pt x="2471" y="1991"/>
                    <a:pt x="2358" y="1991"/>
                  </a:cubicBezTo>
                  <a:lnTo>
                    <a:pt x="2317" y="1991"/>
                  </a:lnTo>
                  <a:cubicBezTo>
                    <a:pt x="1538" y="1980"/>
                    <a:pt x="820" y="1570"/>
                    <a:pt x="420" y="904"/>
                  </a:cubicBezTo>
                  <a:cubicBezTo>
                    <a:pt x="308" y="719"/>
                    <a:pt x="185" y="555"/>
                    <a:pt x="41" y="391"/>
                  </a:cubicBezTo>
                  <a:cubicBezTo>
                    <a:pt x="41" y="391"/>
                    <a:pt x="21" y="1335"/>
                    <a:pt x="0" y="2001"/>
                  </a:cubicBezTo>
                  <a:cubicBezTo>
                    <a:pt x="849" y="2124"/>
                    <a:pt x="1768" y="2229"/>
                    <a:pt x="2229" y="2229"/>
                  </a:cubicBezTo>
                  <a:cubicBezTo>
                    <a:pt x="2268" y="2229"/>
                    <a:pt x="2305" y="2228"/>
                    <a:pt x="2337" y="2226"/>
                  </a:cubicBezTo>
                  <a:cubicBezTo>
                    <a:pt x="2364" y="2227"/>
                    <a:pt x="2390" y="2228"/>
                    <a:pt x="2416" y="2228"/>
                  </a:cubicBezTo>
                  <a:cubicBezTo>
                    <a:pt x="2644" y="2228"/>
                    <a:pt x="2865" y="2188"/>
                    <a:pt x="3086" y="2124"/>
                  </a:cubicBezTo>
                  <a:lnTo>
                    <a:pt x="3106" y="2114"/>
                  </a:lnTo>
                  <a:cubicBezTo>
                    <a:pt x="3311" y="2032"/>
                    <a:pt x="3783" y="1827"/>
                    <a:pt x="5351" y="12"/>
                  </a:cubicBezTo>
                  <a:cubicBezTo>
                    <a:pt x="5359" y="4"/>
                    <a:pt x="5361" y="1"/>
                    <a:pt x="5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5132244" y="2758110"/>
              <a:ext cx="410422" cy="318709"/>
            </a:xfrm>
            <a:custGeom>
              <a:rect b="b" l="l" r="r" t="t"/>
              <a:pathLst>
                <a:path extrusionOk="0" h="4594" w="5916">
                  <a:moveTo>
                    <a:pt x="1999" y="1"/>
                  </a:moveTo>
                  <a:cubicBezTo>
                    <a:pt x="0" y="2112"/>
                    <a:pt x="1538" y="4593"/>
                    <a:pt x="1538" y="4593"/>
                  </a:cubicBezTo>
                  <a:lnTo>
                    <a:pt x="5915" y="4593"/>
                  </a:lnTo>
                  <a:cubicBezTo>
                    <a:pt x="5905" y="3230"/>
                    <a:pt x="5782" y="534"/>
                    <a:pt x="5782" y="534"/>
                  </a:cubicBezTo>
                  <a:cubicBezTo>
                    <a:pt x="5782" y="534"/>
                    <a:pt x="5466" y="756"/>
                    <a:pt x="4749" y="756"/>
                  </a:cubicBezTo>
                  <a:cubicBezTo>
                    <a:pt x="4680" y="756"/>
                    <a:pt x="4608" y="753"/>
                    <a:pt x="4531" y="749"/>
                  </a:cubicBezTo>
                  <a:cubicBezTo>
                    <a:pt x="3434" y="677"/>
                    <a:pt x="1999" y="1"/>
                    <a:pt x="19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5379708" y="2837060"/>
              <a:ext cx="216311" cy="1092448"/>
            </a:xfrm>
            <a:custGeom>
              <a:rect b="b" l="l" r="r" t="t"/>
              <a:pathLst>
                <a:path extrusionOk="0" h="15747" w="3118">
                  <a:moveTo>
                    <a:pt x="2071" y="1"/>
                  </a:moveTo>
                  <a:cubicBezTo>
                    <a:pt x="2071" y="1"/>
                    <a:pt x="31" y="1928"/>
                    <a:pt x="165" y="3384"/>
                  </a:cubicBezTo>
                  <a:lnTo>
                    <a:pt x="1" y="3917"/>
                  </a:lnTo>
                  <a:cubicBezTo>
                    <a:pt x="11" y="3937"/>
                    <a:pt x="11" y="3968"/>
                    <a:pt x="11" y="3988"/>
                  </a:cubicBezTo>
                  <a:cubicBezTo>
                    <a:pt x="288" y="5116"/>
                    <a:pt x="923" y="7166"/>
                    <a:pt x="1313" y="8314"/>
                  </a:cubicBezTo>
                  <a:cubicBezTo>
                    <a:pt x="595" y="10303"/>
                    <a:pt x="1661" y="13491"/>
                    <a:pt x="2071" y="15747"/>
                  </a:cubicBezTo>
                  <a:lnTo>
                    <a:pt x="2082" y="15747"/>
                  </a:lnTo>
                  <a:cubicBezTo>
                    <a:pt x="2430" y="15747"/>
                    <a:pt x="2768" y="15716"/>
                    <a:pt x="3117" y="15655"/>
                  </a:cubicBezTo>
                  <a:cubicBezTo>
                    <a:pt x="2963" y="13030"/>
                    <a:pt x="3055" y="9668"/>
                    <a:pt x="3045" y="8376"/>
                  </a:cubicBezTo>
                  <a:cubicBezTo>
                    <a:pt x="3045" y="8294"/>
                    <a:pt x="3035" y="8222"/>
                    <a:pt x="3025" y="8150"/>
                  </a:cubicBezTo>
                  <a:cubicBezTo>
                    <a:pt x="3025" y="8007"/>
                    <a:pt x="3014" y="7874"/>
                    <a:pt x="2994" y="7740"/>
                  </a:cubicBezTo>
                  <a:cubicBezTo>
                    <a:pt x="2984" y="7617"/>
                    <a:pt x="2953" y="7392"/>
                    <a:pt x="2922" y="7115"/>
                  </a:cubicBezTo>
                  <a:cubicBezTo>
                    <a:pt x="2912" y="7023"/>
                    <a:pt x="2912" y="6931"/>
                    <a:pt x="2891" y="6828"/>
                  </a:cubicBezTo>
                  <a:cubicBezTo>
                    <a:pt x="2727" y="5208"/>
                    <a:pt x="2348" y="1836"/>
                    <a:pt x="2297" y="1477"/>
                  </a:cubicBezTo>
                  <a:cubicBezTo>
                    <a:pt x="2235" y="1036"/>
                    <a:pt x="2071" y="1"/>
                    <a:pt x="2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5371175" y="2963393"/>
              <a:ext cx="152278" cy="966879"/>
            </a:xfrm>
            <a:custGeom>
              <a:rect b="b" l="l" r="r" t="t"/>
              <a:pathLst>
                <a:path extrusionOk="0" h="13937" w="2195">
                  <a:moveTo>
                    <a:pt x="853" y="0"/>
                  </a:moveTo>
                  <a:cubicBezTo>
                    <a:pt x="849" y="0"/>
                    <a:pt x="845" y="2"/>
                    <a:pt x="841" y="4"/>
                  </a:cubicBezTo>
                  <a:cubicBezTo>
                    <a:pt x="739" y="76"/>
                    <a:pt x="1" y="1275"/>
                    <a:pt x="1" y="1275"/>
                  </a:cubicBezTo>
                  <a:lnTo>
                    <a:pt x="134" y="2167"/>
                  </a:lnTo>
                  <a:cubicBezTo>
                    <a:pt x="380" y="3193"/>
                    <a:pt x="923" y="4894"/>
                    <a:pt x="1323" y="6145"/>
                  </a:cubicBezTo>
                  <a:cubicBezTo>
                    <a:pt x="1395" y="6370"/>
                    <a:pt x="1395" y="6606"/>
                    <a:pt x="1343" y="6842"/>
                  </a:cubicBezTo>
                  <a:cubicBezTo>
                    <a:pt x="831" y="8903"/>
                    <a:pt x="1815" y="11804"/>
                    <a:pt x="2194" y="13936"/>
                  </a:cubicBezTo>
                  <a:cubicBezTo>
                    <a:pt x="2194" y="13936"/>
                    <a:pt x="2051" y="12870"/>
                    <a:pt x="1754" y="10963"/>
                  </a:cubicBezTo>
                  <a:cubicBezTo>
                    <a:pt x="1446" y="9046"/>
                    <a:pt x="1579" y="7334"/>
                    <a:pt x="1856" y="6422"/>
                  </a:cubicBezTo>
                  <a:cubicBezTo>
                    <a:pt x="1743" y="5858"/>
                    <a:pt x="1261" y="4484"/>
                    <a:pt x="974" y="3480"/>
                  </a:cubicBezTo>
                  <a:cubicBezTo>
                    <a:pt x="687" y="2475"/>
                    <a:pt x="831" y="2342"/>
                    <a:pt x="841" y="1491"/>
                  </a:cubicBezTo>
                  <a:cubicBezTo>
                    <a:pt x="861" y="666"/>
                    <a:pt x="937" y="0"/>
                    <a:pt x="8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5132244" y="3339340"/>
              <a:ext cx="188978" cy="589757"/>
            </a:xfrm>
            <a:custGeom>
              <a:rect b="b" l="l" r="r" t="t"/>
              <a:pathLst>
                <a:path extrusionOk="0" h="8501" w="2724">
                  <a:moveTo>
                    <a:pt x="1907" y="1"/>
                  </a:moveTo>
                  <a:cubicBezTo>
                    <a:pt x="1536" y="1"/>
                    <a:pt x="1106" y="230"/>
                    <a:pt x="871" y="654"/>
                  </a:cubicBezTo>
                  <a:cubicBezTo>
                    <a:pt x="0" y="2212"/>
                    <a:pt x="379" y="6713"/>
                    <a:pt x="318" y="8445"/>
                  </a:cubicBezTo>
                  <a:cubicBezTo>
                    <a:pt x="318" y="8456"/>
                    <a:pt x="328" y="8476"/>
                    <a:pt x="328" y="8497"/>
                  </a:cubicBezTo>
                  <a:cubicBezTo>
                    <a:pt x="413" y="8499"/>
                    <a:pt x="498" y="8500"/>
                    <a:pt x="583" y="8500"/>
                  </a:cubicBezTo>
                  <a:cubicBezTo>
                    <a:pt x="840" y="8500"/>
                    <a:pt x="1100" y="8489"/>
                    <a:pt x="1353" y="8466"/>
                  </a:cubicBezTo>
                  <a:lnTo>
                    <a:pt x="1384" y="8466"/>
                  </a:lnTo>
                  <a:cubicBezTo>
                    <a:pt x="1548" y="6990"/>
                    <a:pt x="2225" y="2356"/>
                    <a:pt x="2532" y="1095"/>
                  </a:cubicBezTo>
                  <a:cubicBezTo>
                    <a:pt x="2724" y="345"/>
                    <a:pt x="2360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5183235" y="2896515"/>
              <a:ext cx="231713" cy="572899"/>
            </a:xfrm>
            <a:custGeom>
              <a:rect b="b" l="l" r="r" t="t"/>
              <a:pathLst>
                <a:path extrusionOk="0" h="8258" w="3340">
                  <a:moveTo>
                    <a:pt x="2371" y="1"/>
                  </a:moveTo>
                  <a:cubicBezTo>
                    <a:pt x="2058" y="1"/>
                    <a:pt x="1684" y="148"/>
                    <a:pt x="1315" y="343"/>
                  </a:cubicBezTo>
                  <a:cubicBezTo>
                    <a:pt x="864" y="568"/>
                    <a:pt x="321" y="968"/>
                    <a:pt x="352" y="1419"/>
                  </a:cubicBezTo>
                  <a:cubicBezTo>
                    <a:pt x="403" y="2188"/>
                    <a:pt x="259" y="6115"/>
                    <a:pt x="136" y="6945"/>
                  </a:cubicBezTo>
                  <a:cubicBezTo>
                    <a:pt x="0" y="7941"/>
                    <a:pt x="407" y="8258"/>
                    <a:pt x="844" y="8258"/>
                  </a:cubicBezTo>
                  <a:cubicBezTo>
                    <a:pt x="1230" y="8258"/>
                    <a:pt x="1638" y="8010"/>
                    <a:pt x="1715" y="7765"/>
                  </a:cubicBezTo>
                  <a:cubicBezTo>
                    <a:pt x="2125" y="6463"/>
                    <a:pt x="2915" y="3152"/>
                    <a:pt x="3058" y="2250"/>
                  </a:cubicBezTo>
                  <a:cubicBezTo>
                    <a:pt x="3340" y="527"/>
                    <a:pt x="2964" y="1"/>
                    <a:pt x="2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5640978" y="2284204"/>
              <a:ext cx="72358" cy="28028"/>
            </a:xfrm>
            <a:custGeom>
              <a:rect b="b" l="l" r="r" t="t"/>
              <a:pathLst>
                <a:path extrusionOk="0" h="404" w="1043">
                  <a:moveTo>
                    <a:pt x="233" y="0"/>
                  </a:moveTo>
                  <a:cubicBezTo>
                    <a:pt x="1" y="0"/>
                    <a:pt x="345" y="404"/>
                    <a:pt x="345" y="404"/>
                  </a:cubicBezTo>
                  <a:lnTo>
                    <a:pt x="991" y="363"/>
                  </a:lnTo>
                  <a:lnTo>
                    <a:pt x="1043" y="199"/>
                  </a:lnTo>
                  <a:lnTo>
                    <a:pt x="868" y="14"/>
                  </a:lnTo>
                  <a:cubicBezTo>
                    <a:pt x="868" y="14"/>
                    <a:pt x="809" y="55"/>
                    <a:pt x="648" y="55"/>
                  </a:cubicBezTo>
                  <a:cubicBezTo>
                    <a:pt x="568" y="55"/>
                    <a:pt x="462" y="45"/>
                    <a:pt x="325" y="14"/>
                  </a:cubicBezTo>
                  <a:cubicBezTo>
                    <a:pt x="287" y="5"/>
                    <a:pt x="257" y="0"/>
                    <a:pt x="233" y="0"/>
                  </a:cubicBezTo>
                  <a:close/>
                </a:path>
              </a:pathLst>
            </a:custGeom>
            <a:solidFill>
              <a:srgbClr val="90BD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5185525" y="2226830"/>
              <a:ext cx="369907" cy="600579"/>
            </a:xfrm>
            <a:custGeom>
              <a:rect b="b" l="l" r="r" t="t"/>
              <a:pathLst>
                <a:path extrusionOk="0" h="8657" w="5332">
                  <a:moveTo>
                    <a:pt x="2739" y="0"/>
                  </a:moveTo>
                  <a:cubicBezTo>
                    <a:pt x="2349" y="0"/>
                    <a:pt x="1916" y="49"/>
                    <a:pt x="1436" y="165"/>
                  </a:cubicBezTo>
                  <a:cubicBezTo>
                    <a:pt x="360" y="421"/>
                    <a:pt x="1" y="708"/>
                    <a:pt x="11" y="1508"/>
                  </a:cubicBezTo>
                  <a:cubicBezTo>
                    <a:pt x="21" y="1836"/>
                    <a:pt x="62" y="2164"/>
                    <a:pt x="124" y="2492"/>
                  </a:cubicBezTo>
                  <a:cubicBezTo>
                    <a:pt x="298" y="3497"/>
                    <a:pt x="739" y="4706"/>
                    <a:pt x="1016" y="5455"/>
                  </a:cubicBezTo>
                  <a:cubicBezTo>
                    <a:pt x="1190" y="5895"/>
                    <a:pt x="1231" y="6377"/>
                    <a:pt x="1129" y="6849"/>
                  </a:cubicBezTo>
                  <a:cubicBezTo>
                    <a:pt x="924" y="7761"/>
                    <a:pt x="1149" y="7823"/>
                    <a:pt x="1149" y="7823"/>
                  </a:cubicBezTo>
                  <a:cubicBezTo>
                    <a:pt x="1149" y="7823"/>
                    <a:pt x="1815" y="8366"/>
                    <a:pt x="3456" y="8633"/>
                  </a:cubicBezTo>
                  <a:cubicBezTo>
                    <a:pt x="3560" y="8649"/>
                    <a:pt x="3666" y="8657"/>
                    <a:pt x="3771" y="8657"/>
                  </a:cubicBezTo>
                  <a:cubicBezTo>
                    <a:pt x="4433" y="8657"/>
                    <a:pt x="5047" y="8358"/>
                    <a:pt x="5065" y="8243"/>
                  </a:cubicBezTo>
                  <a:cubicBezTo>
                    <a:pt x="5086" y="8120"/>
                    <a:pt x="4911" y="7792"/>
                    <a:pt x="4911" y="7741"/>
                  </a:cubicBezTo>
                  <a:cubicBezTo>
                    <a:pt x="4870" y="5906"/>
                    <a:pt x="5137" y="6203"/>
                    <a:pt x="5229" y="4153"/>
                  </a:cubicBezTo>
                  <a:cubicBezTo>
                    <a:pt x="5332" y="2041"/>
                    <a:pt x="5311" y="790"/>
                    <a:pt x="4635" y="452"/>
                  </a:cubicBezTo>
                  <a:cubicBezTo>
                    <a:pt x="4142" y="199"/>
                    <a:pt x="3525" y="0"/>
                    <a:pt x="27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5186288" y="2320002"/>
              <a:ext cx="350691" cy="507409"/>
            </a:xfrm>
            <a:custGeom>
              <a:rect b="b" l="l" r="r" t="t"/>
              <a:pathLst>
                <a:path extrusionOk="0" h="7314" w="5055">
                  <a:moveTo>
                    <a:pt x="431" y="1"/>
                  </a:moveTo>
                  <a:lnTo>
                    <a:pt x="0" y="165"/>
                  </a:lnTo>
                  <a:cubicBezTo>
                    <a:pt x="10" y="493"/>
                    <a:pt x="51" y="821"/>
                    <a:pt x="123" y="1149"/>
                  </a:cubicBezTo>
                  <a:cubicBezTo>
                    <a:pt x="287" y="2154"/>
                    <a:pt x="728" y="3363"/>
                    <a:pt x="1005" y="4112"/>
                  </a:cubicBezTo>
                  <a:cubicBezTo>
                    <a:pt x="1179" y="4552"/>
                    <a:pt x="1220" y="5034"/>
                    <a:pt x="1118" y="5506"/>
                  </a:cubicBezTo>
                  <a:cubicBezTo>
                    <a:pt x="913" y="6418"/>
                    <a:pt x="1138" y="6480"/>
                    <a:pt x="1138" y="6480"/>
                  </a:cubicBezTo>
                  <a:cubicBezTo>
                    <a:pt x="1138" y="6480"/>
                    <a:pt x="1804" y="7023"/>
                    <a:pt x="3445" y="7290"/>
                  </a:cubicBezTo>
                  <a:cubicBezTo>
                    <a:pt x="3549" y="7306"/>
                    <a:pt x="3655" y="7314"/>
                    <a:pt x="3760" y="7314"/>
                  </a:cubicBezTo>
                  <a:cubicBezTo>
                    <a:pt x="4422" y="7314"/>
                    <a:pt x="5036" y="7015"/>
                    <a:pt x="5054" y="6900"/>
                  </a:cubicBezTo>
                  <a:cubicBezTo>
                    <a:pt x="5054" y="6859"/>
                    <a:pt x="5054" y="6818"/>
                    <a:pt x="5034" y="6777"/>
                  </a:cubicBezTo>
                  <a:lnTo>
                    <a:pt x="4777" y="6808"/>
                  </a:lnTo>
                  <a:cubicBezTo>
                    <a:pt x="4592" y="6823"/>
                    <a:pt x="4405" y="6832"/>
                    <a:pt x="4217" y="6832"/>
                  </a:cubicBezTo>
                  <a:cubicBezTo>
                    <a:pt x="3918" y="6832"/>
                    <a:pt x="3618" y="6811"/>
                    <a:pt x="3322" y="6767"/>
                  </a:cubicBezTo>
                  <a:cubicBezTo>
                    <a:pt x="2830" y="6715"/>
                    <a:pt x="2348" y="6592"/>
                    <a:pt x="1886" y="6408"/>
                  </a:cubicBezTo>
                  <a:cubicBezTo>
                    <a:pt x="1640" y="6316"/>
                    <a:pt x="1487" y="6059"/>
                    <a:pt x="1538" y="5793"/>
                  </a:cubicBezTo>
                  <a:cubicBezTo>
                    <a:pt x="1610" y="5373"/>
                    <a:pt x="1661" y="4942"/>
                    <a:pt x="1671" y="4511"/>
                  </a:cubicBezTo>
                  <a:cubicBezTo>
                    <a:pt x="1671" y="4101"/>
                    <a:pt x="1476" y="3414"/>
                    <a:pt x="1323" y="2922"/>
                  </a:cubicBezTo>
                  <a:cubicBezTo>
                    <a:pt x="1210" y="2543"/>
                    <a:pt x="1169" y="2154"/>
                    <a:pt x="1200" y="1754"/>
                  </a:cubicBezTo>
                  <a:cubicBezTo>
                    <a:pt x="1230" y="1313"/>
                    <a:pt x="1230" y="862"/>
                    <a:pt x="1200" y="421"/>
                  </a:cubicBezTo>
                  <a:lnTo>
                    <a:pt x="4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5272592" y="1942043"/>
              <a:ext cx="260087" cy="335359"/>
            </a:xfrm>
            <a:custGeom>
              <a:rect b="b" l="l" r="r" t="t"/>
              <a:pathLst>
                <a:path extrusionOk="0" h="4834" w="3749">
                  <a:moveTo>
                    <a:pt x="1643" y="1"/>
                  </a:moveTo>
                  <a:cubicBezTo>
                    <a:pt x="664" y="1"/>
                    <a:pt x="1" y="902"/>
                    <a:pt x="17" y="1738"/>
                  </a:cubicBezTo>
                  <a:cubicBezTo>
                    <a:pt x="48" y="2773"/>
                    <a:pt x="940" y="3378"/>
                    <a:pt x="940" y="3378"/>
                  </a:cubicBezTo>
                  <a:lnTo>
                    <a:pt x="888" y="4178"/>
                  </a:lnTo>
                  <a:lnTo>
                    <a:pt x="1483" y="4547"/>
                  </a:lnTo>
                  <a:lnTo>
                    <a:pt x="1862" y="4834"/>
                  </a:lnTo>
                  <a:lnTo>
                    <a:pt x="2139" y="4475"/>
                  </a:lnTo>
                  <a:lnTo>
                    <a:pt x="2170" y="3870"/>
                  </a:lnTo>
                  <a:cubicBezTo>
                    <a:pt x="2170" y="3726"/>
                    <a:pt x="2272" y="3603"/>
                    <a:pt x="2416" y="3583"/>
                  </a:cubicBezTo>
                  <a:cubicBezTo>
                    <a:pt x="3749" y="3439"/>
                    <a:pt x="3626" y="2681"/>
                    <a:pt x="3441" y="1984"/>
                  </a:cubicBezTo>
                  <a:cubicBezTo>
                    <a:pt x="3369" y="1717"/>
                    <a:pt x="3277" y="1461"/>
                    <a:pt x="3164" y="1215"/>
                  </a:cubicBezTo>
                  <a:cubicBezTo>
                    <a:pt x="2816" y="436"/>
                    <a:pt x="2447" y="190"/>
                    <a:pt x="2395" y="169"/>
                  </a:cubicBezTo>
                  <a:cubicBezTo>
                    <a:pt x="2130" y="52"/>
                    <a:pt x="1877" y="1"/>
                    <a:pt x="1643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5415992" y="2291558"/>
              <a:ext cx="98929" cy="428946"/>
            </a:xfrm>
            <a:custGeom>
              <a:rect b="b" l="l" r="r" t="t"/>
              <a:pathLst>
                <a:path extrusionOk="0" h="6183" w="1426">
                  <a:moveTo>
                    <a:pt x="308" y="1"/>
                  </a:moveTo>
                  <a:lnTo>
                    <a:pt x="0" y="62"/>
                  </a:lnTo>
                  <a:cubicBezTo>
                    <a:pt x="708" y="1846"/>
                    <a:pt x="339" y="5362"/>
                    <a:pt x="339" y="5362"/>
                  </a:cubicBezTo>
                  <a:lnTo>
                    <a:pt x="790" y="6182"/>
                  </a:lnTo>
                  <a:lnTo>
                    <a:pt x="1200" y="5434"/>
                  </a:lnTo>
                  <a:cubicBezTo>
                    <a:pt x="1425" y="3671"/>
                    <a:pt x="308" y="1"/>
                    <a:pt x="308" y="1"/>
                  </a:cubicBez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5398231" y="2257425"/>
              <a:ext cx="44816" cy="37740"/>
            </a:xfrm>
            <a:custGeom>
              <a:rect b="b" l="l" r="r" t="t"/>
              <a:pathLst>
                <a:path extrusionOk="0" h="544" w="646">
                  <a:moveTo>
                    <a:pt x="308" y="1"/>
                  </a:moveTo>
                  <a:lnTo>
                    <a:pt x="0" y="349"/>
                  </a:lnTo>
                  <a:lnTo>
                    <a:pt x="267" y="544"/>
                  </a:lnTo>
                  <a:lnTo>
                    <a:pt x="574" y="482"/>
                  </a:lnTo>
                  <a:cubicBezTo>
                    <a:pt x="605" y="400"/>
                    <a:pt x="625" y="318"/>
                    <a:pt x="646" y="226"/>
                  </a:cubicBezTo>
                  <a:lnTo>
                    <a:pt x="646" y="175"/>
                  </a:lnTo>
                  <a:cubicBezTo>
                    <a:pt x="564" y="93"/>
                    <a:pt x="461" y="42"/>
                    <a:pt x="349" y="11"/>
                  </a:cubicBezTo>
                  <a:lnTo>
                    <a:pt x="308" y="1"/>
                  </a:lnTo>
                  <a:close/>
                </a:path>
              </a:pathLst>
            </a:custGeom>
            <a:solidFill>
              <a:srgbClr val="1E5F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5314287" y="2211221"/>
              <a:ext cx="105311" cy="78255"/>
            </a:xfrm>
            <a:custGeom>
              <a:rect b="b" l="l" r="r" t="t"/>
              <a:pathLst>
                <a:path extrusionOk="0" h="1128" w="1518">
                  <a:moveTo>
                    <a:pt x="287" y="0"/>
                  </a:moveTo>
                  <a:cubicBezTo>
                    <a:pt x="175" y="72"/>
                    <a:pt x="72" y="175"/>
                    <a:pt x="0" y="298"/>
                  </a:cubicBezTo>
                  <a:cubicBezTo>
                    <a:pt x="123" y="359"/>
                    <a:pt x="246" y="421"/>
                    <a:pt x="369" y="492"/>
                  </a:cubicBezTo>
                  <a:cubicBezTo>
                    <a:pt x="533" y="585"/>
                    <a:pt x="1292" y="1128"/>
                    <a:pt x="1292" y="1128"/>
                  </a:cubicBezTo>
                  <a:lnTo>
                    <a:pt x="1518" y="677"/>
                  </a:lnTo>
                  <a:cubicBezTo>
                    <a:pt x="1518" y="677"/>
                    <a:pt x="718" y="113"/>
                    <a:pt x="287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5418836" y="2214065"/>
              <a:ext cx="33508" cy="63339"/>
            </a:xfrm>
            <a:custGeom>
              <a:rect b="b" l="l" r="r" t="t"/>
              <a:pathLst>
                <a:path extrusionOk="0" h="913" w="483">
                  <a:moveTo>
                    <a:pt x="52" y="0"/>
                  </a:moveTo>
                  <a:lnTo>
                    <a:pt x="0" y="626"/>
                  </a:lnTo>
                  <a:cubicBezTo>
                    <a:pt x="144" y="667"/>
                    <a:pt x="277" y="779"/>
                    <a:pt x="349" y="913"/>
                  </a:cubicBezTo>
                  <a:cubicBezTo>
                    <a:pt x="349" y="913"/>
                    <a:pt x="482" y="656"/>
                    <a:pt x="308" y="185"/>
                  </a:cubicBezTo>
                  <a:cubicBezTo>
                    <a:pt x="236" y="113"/>
                    <a:pt x="144" y="52"/>
                    <a:pt x="52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5244564" y="1969377"/>
              <a:ext cx="145896" cy="208749"/>
            </a:xfrm>
            <a:custGeom>
              <a:rect b="b" l="l" r="r" t="t"/>
              <a:pathLst>
                <a:path extrusionOk="0" h="3009" w="2103">
                  <a:moveTo>
                    <a:pt x="872" y="1"/>
                  </a:moveTo>
                  <a:cubicBezTo>
                    <a:pt x="329" y="134"/>
                    <a:pt x="1" y="708"/>
                    <a:pt x="134" y="1139"/>
                  </a:cubicBezTo>
                  <a:cubicBezTo>
                    <a:pt x="349" y="1826"/>
                    <a:pt x="503" y="2451"/>
                    <a:pt x="923" y="2820"/>
                  </a:cubicBezTo>
                  <a:cubicBezTo>
                    <a:pt x="992" y="2881"/>
                    <a:pt x="1156" y="3009"/>
                    <a:pt x="1274" y="3009"/>
                  </a:cubicBezTo>
                  <a:cubicBezTo>
                    <a:pt x="1315" y="3009"/>
                    <a:pt x="1351" y="2993"/>
                    <a:pt x="1374" y="2953"/>
                  </a:cubicBezTo>
                  <a:cubicBezTo>
                    <a:pt x="1395" y="2892"/>
                    <a:pt x="1415" y="2830"/>
                    <a:pt x="1436" y="2769"/>
                  </a:cubicBezTo>
                  <a:cubicBezTo>
                    <a:pt x="1497" y="2656"/>
                    <a:pt x="1579" y="2574"/>
                    <a:pt x="1692" y="2523"/>
                  </a:cubicBezTo>
                  <a:cubicBezTo>
                    <a:pt x="1723" y="2502"/>
                    <a:pt x="1744" y="2482"/>
                    <a:pt x="1764" y="2451"/>
                  </a:cubicBezTo>
                  <a:cubicBezTo>
                    <a:pt x="1774" y="2420"/>
                    <a:pt x="1785" y="2389"/>
                    <a:pt x="1785" y="2359"/>
                  </a:cubicBezTo>
                  <a:cubicBezTo>
                    <a:pt x="1795" y="2092"/>
                    <a:pt x="1703" y="1815"/>
                    <a:pt x="1795" y="1559"/>
                  </a:cubicBezTo>
                  <a:cubicBezTo>
                    <a:pt x="1815" y="1497"/>
                    <a:pt x="2102" y="1651"/>
                    <a:pt x="2000" y="1169"/>
                  </a:cubicBezTo>
                  <a:cubicBezTo>
                    <a:pt x="1949" y="1036"/>
                    <a:pt x="1887" y="913"/>
                    <a:pt x="1795" y="800"/>
                  </a:cubicBezTo>
                  <a:cubicBezTo>
                    <a:pt x="1723" y="698"/>
                    <a:pt x="1662" y="585"/>
                    <a:pt x="1631" y="462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rgbClr val="8C4A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5349807" y="2069209"/>
              <a:ext cx="49881" cy="64103"/>
            </a:xfrm>
            <a:custGeom>
              <a:rect b="b" l="l" r="r" t="t"/>
              <a:pathLst>
                <a:path extrusionOk="0" h="924" w="719">
                  <a:moveTo>
                    <a:pt x="272" y="1"/>
                  </a:moveTo>
                  <a:cubicBezTo>
                    <a:pt x="198" y="1"/>
                    <a:pt x="128" y="33"/>
                    <a:pt x="83" y="120"/>
                  </a:cubicBezTo>
                  <a:cubicBezTo>
                    <a:pt x="11" y="264"/>
                    <a:pt x="1" y="438"/>
                    <a:pt x="42" y="602"/>
                  </a:cubicBezTo>
                  <a:cubicBezTo>
                    <a:pt x="83" y="745"/>
                    <a:pt x="196" y="868"/>
                    <a:pt x="350" y="920"/>
                  </a:cubicBezTo>
                  <a:cubicBezTo>
                    <a:pt x="370" y="922"/>
                    <a:pt x="391" y="923"/>
                    <a:pt x="412" y="923"/>
                  </a:cubicBezTo>
                  <a:cubicBezTo>
                    <a:pt x="483" y="923"/>
                    <a:pt x="552" y="908"/>
                    <a:pt x="616" y="868"/>
                  </a:cubicBezTo>
                  <a:cubicBezTo>
                    <a:pt x="678" y="838"/>
                    <a:pt x="719" y="766"/>
                    <a:pt x="708" y="694"/>
                  </a:cubicBezTo>
                  <a:lnTo>
                    <a:pt x="575" y="182"/>
                  </a:lnTo>
                  <a:cubicBezTo>
                    <a:pt x="536" y="97"/>
                    <a:pt x="399" y="1"/>
                    <a:pt x="272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5916678" y="2108822"/>
              <a:ext cx="89702" cy="38434"/>
            </a:xfrm>
            <a:custGeom>
              <a:rect b="b" l="l" r="r" t="t"/>
              <a:pathLst>
                <a:path extrusionOk="0" h="554" w="1293">
                  <a:moveTo>
                    <a:pt x="790" y="0"/>
                  </a:moveTo>
                  <a:lnTo>
                    <a:pt x="0" y="349"/>
                  </a:lnTo>
                  <a:lnTo>
                    <a:pt x="472" y="461"/>
                  </a:lnTo>
                  <a:cubicBezTo>
                    <a:pt x="667" y="523"/>
                    <a:pt x="882" y="554"/>
                    <a:pt x="1087" y="554"/>
                  </a:cubicBezTo>
                  <a:cubicBezTo>
                    <a:pt x="1169" y="554"/>
                    <a:pt x="1261" y="523"/>
                    <a:pt x="1282" y="451"/>
                  </a:cubicBezTo>
                  <a:cubicBezTo>
                    <a:pt x="1292" y="400"/>
                    <a:pt x="1272" y="349"/>
                    <a:pt x="1251" y="308"/>
                  </a:cubicBezTo>
                  <a:cubicBezTo>
                    <a:pt x="1169" y="205"/>
                    <a:pt x="1077" y="133"/>
                    <a:pt x="974" y="72"/>
                  </a:cubicBezTo>
                  <a:cubicBezTo>
                    <a:pt x="933" y="51"/>
                    <a:pt x="892" y="21"/>
                    <a:pt x="841" y="10"/>
                  </a:cubicBezTo>
                  <a:lnTo>
                    <a:pt x="821" y="10"/>
                  </a:lnTo>
                  <a:lnTo>
                    <a:pt x="790" y="0"/>
                  </a:ln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5287230" y="1914778"/>
              <a:ext cx="218462" cy="99484"/>
            </a:xfrm>
            <a:custGeom>
              <a:rect b="b" l="l" r="r" t="t"/>
              <a:pathLst>
                <a:path extrusionOk="0" h="1434" w="3149">
                  <a:moveTo>
                    <a:pt x="1617" y="1"/>
                  </a:moveTo>
                  <a:cubicBezTo>
                    <a:pt x="1463" y="1"/>
                    <a:pt x="1310" y="17"/>
                    <a:pt x="1159" y="50"/>
                  </a:cubicBezTo>
                  <a:cubicBezTo>
                    <a:pt x="749" y="132"/>
                    <a:pt x="278" y="367"/>
                    <a:pt x="73" y="757"/>
                  </a:cubicBezTo>
                  <a:cubicBezTo>
                    <a:pt x="11" y="870"/>
                    <a:pt x="1" y="1013"/>
                    <a:pt x="52" y="1136"/>
                  </a:cubicBezTo>
                  <a:lnTo>
                    <a:pt x="923" y="1434"/>
                  </a:lnTo>
                  <a:cubicBezTo>
                    <a:pt x="1190" y="1239"/>
                    <a:pt x="1508" y="1116"/>
                    <a:pt x="1836" y="1075"/>
                  </a:cubicBezTo>
                  <a:cubicBezTo>
                    <a:pt x="1891" y="1069"/>
                    <a:pt x="1951" y="1067"/>
                    <a:pt x="2013" y="1067"/>
                  </a:cubicBezTo>
                  <a:cubicBezTo>
                    <a:pt x="2115" y="1067"/>
                    <a:pt x="2225" y="1072"/>
                    <a:pt x="2334" y="1072"/>
                  </a:cubicBezTo>
                  <a:cubicBezTo>
                    <a:pt x="2619" y="1072"/>
                    <a:pt x="2904" y="1039"/>
                    <a:pt x="3056" y="798"/>
                  </a:cubicBezTo>
                  <a:cubicBezTo>
                    <a:pt x="3117" y="675"/>
                    <a:pt x="3148" y="542"/>
                    <a:pt x="3148" y="408"/>
                  </a:cubicBezTo>
                  <a:cubicBezTo>
                    <a:pt x="2943" y="408"/>
                    <a:pt x="2759" y="306"/>
                    <a:pt x="2574" y="214"/>
                  </a:cubicBezTo>
                  <a:cubicBezTo>
                    <a:pt x="2274" y="74"/>
                    <a:pt x="1945" y="1"/>
                    <a:pt x="1617" y="1"/>
                  </a:cubicBezTo>
                  <a:close/>
                </a:path>
              </a:pathLst>
            </a:custGeom>
            <a:solidFill>
              <a:srgbClr val="8C4A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5492791" y="2037643"/>
              <a:ext cx="33508" cy="56263"/>
            </a:xfrm>
            <a:custGeom>
              <a:rect b="b" l="l" r="r" t="t"/>
              <a:pathLst>
                <a:path extrusionOk="0" h="811" w="483">
                  <a:moveTo>
                    <a:pt x="1" y="1"/>
                  </a:moveTo>
                  <a:lnTo>
                    <a:pt x="42" y="811"/>
                  </a:lnTo>
                  <a:cubicBezTo>
                    <a:pt x="267" y="790"/>
                    <a:pt x="482" y="678"/>
                    <a:pt x="400" y="462"/>
                  </a:cubicBezTo>
                  <a:cubicBezTo>
                    <a:pt x="390" y="431"/>
                    <a:pt x="370" y="390"/>
                    <a:pt x="349" y="370"/>
                  </a:cubicBezTo>
                  <a:cubicBezTo>
                    <a:pt x="247" y="237"/>
                    <a:pt x="124" y="114"/>
                    <a:pt x="1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5649997" y="2133312"/>
              <a:ext cx="527736" cy="479451"/>
            </a:xfrm>
            <a:custGeom>
              <a:rect b="b" l="l" r="r" t="t"/>
              <a:pathLst>
                <a:path extrusionOk="0" h="6911" w="7607">
                  <a:moveTo>
                    <a:pt x="3819" y="0"/>
                  </a:moveTo>
                  <a:cubicBezTo>
                    <a:pt x="3550" y="0"/>
                    <a:pt x="3277" y="32"/>
                    <a:pt x="3004" y="98"/>
                  </a:cubicBezTo>
                  <a:cubicBezTo>
                    <a:pt x="1148" y="539"/>
                    <a:pt x="0" y="2405"/>
                    <a:pt x="441" y="4260"/>
                  </a:cubicBezTo>
                  <a:cubicBezTo>
                    <a:pt x="826" y="5843"/>
                    <a:pt x="2240" y="6911"/>
                    <a:pt x="3799" y="6911"/>
                  </a:cubicBezTo>
                  <a:cubicBezTo>
                    <a:pt x="4067" y="6911"/>
                    <a:pt x="4340" y="6879"/>
                    <a:pt x="4613" y="6813"/>
                  </a:cubicBezTo>
                  <a:cubicBezTo>
                    <a:pt x="6469" y="6372"/>
                    <a:pt x="7607" y="4506"/>
                    <a:pt x="7166" y="2651"/>
                  </a:cubicBezTo>
                  <a:cubicBezTo>
                    <a:pt x="6790" y="1068"/>
                    <a:pt x="5377" y="0"/>
                    <a:pt x="3819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5639313" y="2126166"/>
              <a:ext cx="448856" cy="420759"/>
            </a:xfrm>
            <a:custGeom>
              <a:rect b="b" l="l" r="r" t="t"/>
              <a:pathLst>
                <a:path extrusionOk="0" h="6065" w="6470">
                  <a:moveTo>
                    <a:pt x="3855" y="0"/>
                  </a:moveTo>
                  <a:cubicBezTo>
                    <a:pt x="2974" y="0"/>
                    <a:pt x="2091" y="335"/>
                    <a:pt x="1415" y="1011"/>
                  </a:cubicBezTo>
                  <a:cubicBezTo>
                    <a:pt x="0" y="2426"/>
                    <a:pt x="82" y="4743"/>
                    <a:pt x="1579" y="6065"/>
                  </a:cubicBezTo>
                  <a:cubicBezTo>
                    <a:pt x="380" y="4691"/>
                    <a:pt x="451" y="2631"/>
                    <a:pt x="1743" y="1339"/>
                  </a:cubicBezTo>
                  <a:cubicBezTo>
                    <a:pt x="2411" y="665"/>
                    <a:pt x="3295" y="326"/>
                    <a:pt x="4182" y="326"/>
                  </a:cubicBezTo>
                  <a:cubicBezTo>
                    <a:pt x="4995" y="326"/>
                    <a:pt x="5812" y="611"/>
                    <a:pt x="6469" y="1185"/>
                  </a:cubicBezTo>
                  <a:cubicBezTo>
                    <a:pt x="5779" y="399"/>
                    <a:pt x="4818" y="0"/>
                    <a:pt x="3855" y="0"/>
                  </a:cubicBezTo>
                  <a:close/>
                </a:path>
              </a:pathLst>
            </a:custGeom>
            <a:solidFill>
              <a:srgbClr val="FDE5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5716806" y="2200884"/>
              <a:ext cx="393356" cy="362276"/>
            </a:xfrm>
            <a:custGeom>
              <a:rect b="b" l="l" r="r" t="t"/>
              <a:pathLst>
                <a:path extrusionOk="0" h="5222" w="5670">
                  <a:moveTo>
                    <a:pt x="2843" y="1"/>
                  </a:moveTo>
                  <a:cubicBezTo>
                    <a:pt x="1614" y="1"/>
                    <a:pt x="513" y="867"/>
                    <a:pt x="278" y="2118"/>
                  </a:cubicBezTo>
                  <a:cubicBezTo>
                    <a:pt x="1" y="3532"/>
                    <a:pt x="923" y="4896"/>
                    <a:pt x="2338" y="5172"/>
                  </a:cubicBezTo>
                  <a:cubicBezTo>
                    <a:pt x="2506" y="5205"/>
                    <a:pt x="2673" y="5221"/>
                    <a:pt x="2838" y="5221"/>
                  </a:cubicBezTo>
                  <a:cubicBezTo>
                    <a:pt x="4061" y="5221"/>
                    <a:pt x="5149" y="4350"/>
                    <a:pt x="5393" y="3112"/>
                  </a:cubicBezTo>
                  <a:cubicBezTo>
                    <a:pt x="5670" y="1697"/>
                    <a:pt x="4747" y="324"/>
                    <a:pt x="3332" y="47"/>
                  </a:cubicBezTo>
                  <a:cubicBezTo>
                    <a:pt x="3168" y="16"/>
                    <a:pt x="3005" y="1"/>
                    <a:pt x="2843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5712574" y="2191518"/>
              <a:ext cx="335706" cy="315587"/>
            </a:xfrm>
            <a:custGeom>
              <a:rect b="b" l="l" r="r" t="t"/>
              <a:pathLst>
                <a:path extrusionOk="0" h="4549" w="4839">
                  <a:moveTo>
                    <a:pt x="2903" y="0"/>
                  </a:moveTo>
                  <a:cubicBezTo>
                    <a:pt x="2236" y="0"/>
                    <a:pt x="1568" y="254"/>
                    <a:pt x="1056" y="766"/>
                  </a:cubicBezTo>
                  <a:cubicBezTo>
                    <a:pt x="0" y="1822"/>
                    <a:pt x="41" y="3544"/>
                    <a:pt x="1148" y="4549"/>
                  </a:cubicBezTo>
                  <a:cubicBezTo>
                    <a:pt x="216" y="3513"/>
                    <a:pt x="257" y="1935"/>
                    <a:pt x="1241" y="951"/>
                  </a:cubicBezTo>
                  <a:cubicBezTo>
                    <a:pt x="1750" y="441"/>
                    <a:pt x="2418" y="185"/>
                    <a:pt x="3088" y="185"/>
                  </a:cubicBezTo>
                  <a:cubicBezTo>
                    <a:pt x="3713" y="185"/>
                    <a:pt x="4339" y="408"/>
                    <a:pt x="4839" y="858"/>
                  </a:cubicBezTo>
                  <a:cubicBezTo>
                    <a:pt x="4321" y="288"/>
                    <a:pt x="3613" y="0"/>
                    <a:pt x="2903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5838422" y="2267415"/>
              <a:ext cx="147283" cy="214854"/>
            </a:xfrm>
            <a:custGeom>
              <a:rect b="b" l="l" r="r" t="t"/>
              <a:pathLst>
                <a:path extrusionOk="0" h="3097" w="2123">
                  <a:moveTo>
                    <a:pt x="831" y="0"/>
                  </a:moveTo>
                  <a:cubicBezTo>
                    <a:pt x="800" y="0"/>
                    <a:pt x="780" y="10"/>
                    <a:pt x="759" y="31"/>
                  </a:cubicBezTo>
                  <a:cubicBezTo>
                    <a:pt x="749" y="51"/>
                    <a:pt x="739" y="72"/>
                    <a:pt x="739" y="92"/>
                  </a:cubicBezTo>
                  <a:lnTo>
                    <a:pt x="739" y="349"/>
                  </a:lnTo>
                  <a:cubicBezTo>
                    <a:pt x="636" y="379"/>
                    <a:pt x="544" y="410"/>
                    <a:pt x="462" y="461"/>
                  </a:cubicBezTo>
                  <a:cubicBezTo>
                    <a:pt x="380" y="502"/>
                    <a:pt x="308" y="554"/>
                    <a:pt x="257" y="615"/>
                  </a:cubicBezTo>
                  <a:cubicBezTo>
                    <a:pt x="196" y="677"/>
                    <a:pt x="155" y="748"/>
                    <a:pt x="124" y="820"/>
                  </a:cubicBezTo>
                  <a:cubicBezTo>
                    <a:pt x="93" y="902"/>
                    <a:pt x="83" y="974"/>
                    <a:pt x="83" y="1056"/>
                  </a:cubicBezTo>
                  <a:cubicBezTo>
                    <a:pt x="73" y="1230"/>
                    <a:pt x="134" y="1394"/>
                    <a:pt x="247" y="1528"/>
                  </a:cubicBezTo>
                  <a:cubicBezTo>
                    <a:pt x="380" y="1661"/>
                    <a:pt x="565" y="1753"/>
                    <a:pt x="759" y="1784"/>
                  </a:cubicBezTo>
                  <a:lnTo>
                    <a:pt x="1087" y="1845"/>
                  </a:lnTo>
                  <a:cubicBezTo>
                    <a:pt x="1180" y="1866"/>
                    <a:pt x="1251" y="1886"/>
                    <a:pt x="1313" y="1907"/>
                  </a:cubicBezTo>
                  <a:cubicBezTo>
                    <a:pt x="1354" y="1917"/>
                    <a:pt x="1395" y="1948"/>
                    <a:pt x="1436" y="1968"/>
                  </a:cubicBezTo>
                  <a:cubicBezTo>
                    <a:pt x="1467" y="1989"/>
                    <a:pt x="1487" y="2020"/>
                    <a:pt x="1487" y="2061"/>
                  </a:cubicBezTo>
                  <a:cubicBezTo>
                    <a:pt x="1487" y="2122"/>
                    <a:pt x="1446" y="2173"/>
                    <a:pt x="1364" y="2194"/>
                  </a:cubicBezTo>
                  <a:cubicBezTo>
                    <a:pt x="1262" y="2225"/>
                    <a:pt x="1159" y="2235"/>
                    <a:pt x="1057" y="2235"/>
                  </a:cubicBezTo>
                  <a:cubicBezTo>
                    <a:pt x="995" y="2235"/>
                    <a:pt x="944" y="2235"/>
                    <a:pt x="882" y="2214"/>
                  </a:cubicBezTo>
                  <a:cubicBezTo>
                    <a:pt x="841" y="2204"/>
                    <a:pt x="800" y="2184"/>
                    <a:pt x="770" y="2153"/>
                  </a:cubicBezTo>
                  <a:cubicBezTo>
                    <a:pt x="739" y="2143"/>
                    <a:pt x="718" y="2122"/>
                    <a:pt x="698" y="2091"/>
                  </a:cubicBezTo>
                  <a:lnTo>
                    <a:pt x="657" y="2050"/>
                  </a:lnTo>
                  <a:cubicBezTo>
                    <a:pt x="636" y="2030"/>
                    <a:pt x="616" y="2020"/>
                    <a:pt x="595" y="2009"/>
                  </a:cubicBezTo>
                  <a:cubicBezTo>
                    <a:pt x="575" y="2009"/>
                    <a:pt x="554" y="1999"/>
                    <a:pt x="524" y="1999"/>
                  </a:cubicBezTo>
                  <a:lnTo>
                    <a:pt x="73" y="1999"/>
                  </a:lnTo>
                  <a:cubicBezTo>
                    <a:pt x="52" y="1999"/>
                    <a:pt x="42" y="2009"/>
                    <a:pt x="21" y="2020"/>
                  </a:cubicBezTo>
                  <a:cubicBezTo>
                    <a:pt x="11" y="2040"/>
                    <a:pt x="1" y="2061"/>
                    <a:pt x="1" y="2081"/>
                  </a:cubicBezTo>
                  <a:cubicBezTo>
                    <a:pt x="11" y="2153"/>
                    <a:pt x="21" y="2225"/>
                    <a:pt x="62" y="2286"/>
                  </a:cubicBezTo>
                  <a:cubicBezTo>
                    <a:pt x="93" y="2358"/>
                    <a:pt x="144" y="2430"/>
                    <a:pt x="206" y="2481"/>
                  </a:cubicBezTo>
                  <a:cubicBezTo>
                    <a:pt x="267" y="2542"/>
                    <a:pt x="349" y="2594"/>
                    <a:pt x="431" y="2635"/>
                  </a:cubicBezTo>
                  <a:cubicBezTo>
                    <a:pt x="524" y="2686"/>
                    <a:pt x="626" y="2727"/>
                    <a:pt x="729" y="2748"/>
                  </a:cubicBezTo>
                  <a:lnTo>
                    <a:pt x="729" y="3004"/>
                  </a:lnTo>
                  <a:cubicBezTo>
                    <a:pt x="729" y="3024"/>
                    <a:pt x="739" y="3055"/>
                    <a:pt x="749" y="3065"/>
                  </a:cubicBezTo>
                  <a:cubicBezTo>
                    <a:pt x="770" y="3086"/>
                    <a:pt x="790" y="3096"/>
                    <a:pt x="821" y="3096"/>
                  </a:cubicBezTo>
                  <a:lnTo>
                    <a:pt x="1262" y="3096"/>
                  </a:lnTo>
                  <a:cubicBezTo>
                    <a:pt x="1292" y="3096"/>
                    <a:pt x="1313" y="3086"/>
                    <a:pt x="1333" y="3065"/>
                  </a:cubicBezTo>
                  <a:cubicBezTo>
                    <a:pt x="1354" y="3055"/>
                    <a:pt x="1364" y="3024"/>
                    <a:pt x="1354" y="3004"/>
                  </a:cubicBezTo>
                  <a:lnTo>
                    <a:pt x="1354" y="2758"/>
                  </a:lnTo>
                  <a:cubicBezTo>
                    <a:pt x="1467" y="2748"/>
                    <a:pt x="1569" y="2717"/>
                    <a:pt x="1672" y="2676"/>
                  </a:cubicBezTo>
                  <a:cubicBezTo>
                    <a:pt x="1754" y="2635"/>
                    <a:pt x="1836" y="2583"/>
                    <a:pt x="1908" y="2522"/>
                  </a:cubicBezTo>
                  <a:cubicBezTo>
                    <a:pt x="1969" y="2460"/>
                    <a:pt x="2020" y="2389"/>
                    <a:pt x="2061" y="2307"/>
                  </a:cubicBezTo>
                  <a:cubicBezTo>
                    <a:pt x="2102" y="2225"/>
                    <a:pt x="2123" y="2132"/>
                    <a:pt x="2113" y="2040"/>
                  </a:cubicBezTo>
                  <a:cubicBezTo>
                    <a:pt x="2123" y="1948"/>
                    <a:pt x="2102" y="1856"/>
                    <a:pt x="2072" y="1763"/>
                  </a:cubicBezTo>
                  <a:cubicBezTo>
                    <a:pt x="2041" y="1681"/>
                    <a:pt x="1990" y="1610"/>
                    <a:pt x="1928" y="1558"/>
                  </a:cubicBezTo>
                  <a:cubicBezTo>
                    <a:pt x="1856" y="1497"/>
                    <a:pt x="1785" y="1446"/>
                    <a:pt x="1692" y="1415"/>
                  </a:cubicBezTo>
                  <a:cubicBezTo>
                    <a:pt x="1590" y="1364"/>
                    <a:pt x="1477" y="1333"/>
                    <a:pt x="1364" y="1312"/>
                  </a:cubicBezTo>
                  <a:lnTo>
                    <a:pt x="1046" y="1251"/>
                  </a:lnTo>
                  <a:cubicBezTo>
                    <a:pt x="985" y="1241"/>
                    <a:pt x="913" y="1220"/>
                    <a:pt x="852" y="1189"/>
                  </a:cubicBezTo>
                  <a:cubicBezTo>
                    <a:pt x="811" y="1179"/>
                    <a:pt x="770" y="1159"/>
                    <a:pt x="739" y="1128"/>
                  </a:cubicBezTo>
                  <a:cubicBezTo>
                    <a:pt x="718" y="1107"/>
                    <a:pt x="708" y="1077"/>
                    <a:pt x="708" y="1046"/>
                  </a:cubicBezTo>
                  <a:cubicBezTo>
                    <a:pt x="708" y="1015"/>
                    <a:pt x="718" y="984"/>
                    <a:pt x="739" y="964"/>
                  </a:cubicBezTo>
                  <a:cubicBezTo>
                    <a:pt x="759" y="933"/>
                    <a:pt x="780" y="923"/>
                    <a:pt x="811" y="902"/>
                  </a:cubicBezTo>
                  <a:cubicBezTo>
                    <a:pt x="841" y="892"/>
                    <a:pt x="882" y="882"/>
                    <a:pt x="913" y="882"/>
                  </a:cubicBezTo>
                  <a:cubicBezTo>
                    <a:pt x="954" y="872"/>
                    <a:pt x="1005" y="872"/>
                    <a:pt x="1046" y="872"/>
                  </a:cubicBezTo>
                  <a:cubicBezTo>
                    <a:pt x="1098" y="872"/>
                    <a:pt x="1149" y="872"/>
                    <a:pt x="1190" y="892"/>
                  </a:cubicBezTo>
                  <a:cubicBezTo>
                    <a:pt x="1231" y="902"/>
                    <a:pt x="1262" y="913"/>
                    <a:pt x="1292" y="933"/>
                  </a:cubicBezTo>
                  <a:cubicBezTo>
                    <a:pt x="1323" y="943"/>
                    <a:pt x="1344" y="964"/>
                    <a:pt x="1364" y="984"/>
                  </a:cubicBezTo>
                  <a:cubicBezTo>
                    <a:pt x="1374" y="1005"/>
                    <a:pt x="1385" y="1015"/>
                    <a:pt x="1395" y="1015"/>
                  </a:cubicBezTo>
                  <a:cubicBezTo>
                    <a:pt x="1415" y="1036"/>
                    <a:pt x="1426" y="1046"/>
                    <a:pt x="1456" y="1056"/>
                  </a:cubicBezTo>
                  <a:cubicBezTo>
                    <a:pt x="1477" y="1066"/>
                    <a:pt x="1508" y="1077"/>
                    <a:pt x="1528" y="1077"/>
                  </a:cubicBezTo>
                  <a:lnTo>
                    <a:pt x="1979" y="1077"/>
                  </a:lnTo>
                  <a:cubicBezTo>
                    <a:pt x="2000" y="1077"/>
                    <a:pt x="2020" y="1066"/>
                    <a:pt x="2031" y="1046"/>
                  </a:cubicBezTo>
                  <a:cubicBezTo>
                    <a:pt x="2041" y="1036"/>
                    <a:pt x="2051" y="1015"/>
                    <a:pt x="2051" y="995"/>
                  </a:cubicBezTo>
                  <a:cubicBezTo>
                    <a:pt x="2051" y="933"/>
                    <a:pt x="2031" y="872"/>
                    <a:pt x="2000" y="810"/>
                  </a:cubicBezTo>
                  <a:cubicBezTo>
                    <a:pt x="1959" y="748"/>
                    <a:pt x="1908" y="687"/>
                    <a:pt x="1856" y="625"/>
                  </a:cubicBezTo>
                  <a:cubicBezTo>
                    <a:pt x="1795" y="564"/>
                    <a:pt x="1723" y="513"/>
                    <a:pt x="1641" y="472"/>
                  </a:cubicBezTo>
                  <a:cubicBezTo>
                    <a:pt x="1549" y="420"/>
                    <a:pt x="1456" y="390"/>
                    <a:pt x="1364" y="369"/>
                  </a:cubicBezTo>
                  <a:lnTo>
                    <a:pt x="1364" y="92"/>
                  </a:lnTo>
                  <a:cubicBezTo>
                    <a:pt x="1364" y="72"/>
                    <a:pt x="1354" y="51"/>
                    <a:pt x="1344" y="31"/>
                  </a:cubicBezTo>
                  <a:cubicBezTo>
                    <a:pt x="1323" y="10"/>
                    <a:pt x="1303" y="0"/>
                    <a:pt x="1272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5832733" y="2262420"/>
              <a:ext cx="146589" cy="213397"/>
            </a:xfrm>
            <a:custGeom>
              <a:rect b="b" l="l" r="r" t="t"/>
              <a:pathLst>
                <a:path extrusionOk="0" h="3076" w="2113">
                  <a:moveTo>
                    <a:pt x="821" y="0"/>
                  </a:moveTo>
                  <a:cubicBezTo>
                    <a:pt x="790" y="0"/>
                    <a:pt x="770" y="11"/>
                    <a:pt x="749" y="31"/>
                  </a:cubicBezTo>
                  <a:cubicBezTo>
                    <a:pt x="739" y="41"/>
                    <a:pt x="729" y="72"/>
                    <a:pt x="729" y="93"/>
                  </a:cubicBezTo>
                  <a:lnTo>
                    <a:pt x="729" y="349"/>
                  </a:lnTo>
                  <a:cubicBezTo>
                    <a:pt x="636" y="369"/>
                    <a:pt x="534" y="410"/>
                    <a:pt x="452" y="451"/>
                  </a:cubicBezTo>
                  <a:cubicBezTo>
                    <a:pt x="380" y="503"/>
                    <a:pt x="308" y="554"/>
                    <a:pt x="247" y="615"/>
                  </a:cubicBezTo>
                  <a:cubicBezTo>
                    <a:pt x="196" y="677"/>
                    <a:pt x="144" y="749"/>
                    <a:pt x="124" y="820"/>
                  </a:cubicBezTo>
                  <a:cubicBezTo>
                    <a:pt x="93" y="892"/>
                    <a:pt x="83" y="964"/>
                    <a:pt x="83" y="1036"/>
                  </a:cubicBezTo>
                  <a:cubicBezTo>
                    <a:pt x="73" y="1210"/>
                    <a:pt x="124" y="1374"/>
                    <a:pt x="237" y="1507"/>
                  </a:cubicBezTo>
                  <a:cubicBezTo>
                    <a:pt x="380" y="1641"/>
                    <a:pt x="565" y="1733"/>
                    <a:pt x="749" y="1764"/>
                  </a:cubicBezTo>
                  <a:cubicBezTo>
                    <a:pt x="882" y="1794"/>
                    <a:pt x="985" y="1815"/>
                    <a:pt x="1077" y="1835"/>
                  </a:cubicBezTo>
                  <a:cubicBezTo>
                    <a:pt x="1159" y="1846"/>
                    <a:pt x="1231" y="1866"/>
                    <a:pt x="1313" y="1887"/>
                  </a:cubicBezTo>
                  <a:cubicBezTo>
                    <a:pt x="1354" y="1907"/>
                    <a:pt x="1395" y="1928"/>
                    <a:pt x="1436" y="1948"/>
                  </a:cubicBezTo>
                  <a:cubicBezTo>
                    <a:pt x="1467" y="1969"/>
                    <a:pt x="1477" y="2010"/>
                    <a:pt x="1477" y="2040"/>
                  </a:cubicBezTo>
                  <a:cubicBezTo>
                    <a:pt x="1477" y="2102"/>
                    <a:pt x="1436" y="2153"/>
                    <a:pt x="1364" y="2184"/>
                  </a:cubicBezTo>
                  <a:cubicBezTo>
                    <a:pt x="1262" y="2215"/>
                    <a:pt x="1159" y="2225"/>
                    <a:pt x="1057" y="2225"/>
                  </a:cubicBezTo>
                  <a:cubicBezTo>
                    <a:pt x="995" y="2225"/>
                    <a:pt x="944" y="2215"/>
                    <a:pt x="882" y="2194"/>
                  </a:cubicBezTo>
                  <a:cubicBezTo>
                    <a:pt x="841" y="2184"/>
                    <a:pt x="800" y="2163"/>
                    <a:pt x="770" y="2143"/>
                  </a:cubicBezTo>
                  <a:cubicBezTo>
                    <a:pt x="739" y="2122"/>
                    <a:pt x="718" y="2102"/>
                    <a:pt x="698" y="2071"/>
                  </a:cubicBezTo>
                  <a:cubicBezTo>
                    <a:pt x="677" y="2061"/>
                    <a:pt x="657" y="2040"/>
                    <a:pt x="657" y="2030"/>
                  </a:cubicBezTo>
                  <a:cubicBezTo>
                    <a:pt x="636" y="2020"/>
                    <a:pt x="616" y="2010"/>
                    <a:pt x="595" y="1999"/>
                  </a:cubicBezTo>
                  <a:cubicBezTo>
                    <a:pt x="581" y="1992"/>
                    <a:pt x="561" y="1985"/>
                    <a:pt x="544" y="1985"/>
                  </a:cubicBezTo>
                  <a:cubicBezTo>
                    <a:pt x="536" y="1985"/>
                    <a:pt x="530" y="1986"/>
                    <a:pt x="524" y="1989"/>
                  </a:cubicBezTo>
                  <a:lnTo>
                    <a:pt x="73" y="1989"/>
                  </a:lnTo>
                  <a:cubicBezTo>
                    <a:pt x="52" y="1989"/>
                    <a:pt x="42" y="1989"/>
                    <a:pt x="21" y="2010"/>
                  </a:cubicBezTo>
                  <a:cubicBezTo>
                    <a:pt x="11" y="2020"/>
                    <a:pt x="1" y="2040"/>
                    <a:pt x="1" y="2061"/>
                  </a:cubicBezTo>
                  <a:cubicBezTo>
                    <a:pt x="1" y="2133"/>
                    <a:pt x="21" y="2204"/>
                    <a:pt x="62" y="2266"/>
                  </a:cubicBezTo>
                  <a:cubicBezTo>
                    <a:pt x="93" y="2338"/>
                    <a:pt x="144" y="2409"/>
                    <a:pt x="206" y="2461"/>
                  </a:cubicBezTo>
                  <a:cubicBezTo>
                    <a:pt x="267" y="2522"/>
                    <a:pt x="349" y="2584"/>
                    <a:pt x="431" y="2625"/>
                  </a:cubicBezTo>
                  <a:cubicBezTo>
                    <a:pt x="524" y="2676"/>
                    <a:pt x="626" y="2707"/>
                    <a:pt x="729" y="2727"/>
                  </a:cubicBezTo>
                  <a:lnTo>
                    <a:pt x="729" y="2984"/>
                  </a:lnTo>
                  <a:cubicBezTo>
                    <a:pt x="729" y="3014"/>
                    <a:pt x="739" y="3035"/>
                    <a:pt x="749" y="3055"/>
                  </a:cubicBezTo>
                  <a:cubicBezTo>
                    <a:pt x="770" y="3066"/>
                    <a:pt x="790" y="3076"/>
                    <a:pt x="821" y="3076"/>
                  </a:cubicBezTo>
                  <a:lnTo>
                    <a:pt x="1262" y="3076"/>
                  </a:lnTo>
                  <a:cubicBezTo>
                    <a:pt x="1313" y="3076"/>
                    <a:pt x="1354" y="3035"/>
                    <a:pt x="1354" y="2984"/>
                  </a:cubicBezTo>
                  <a:lnTo>
                    <a:pt x="1354" y="2748"/>
                  </a:lnTo>
                  <a:cubicBezTo>
                    <a:pt x="1467" y="2727"/>
                    <a:pt x="1569" y="2697"/>
                    <a:pt x="1661" y="2655"/>
                  </a:cubicBezTo>
                  <a:cubicBezTo>
                    <a:pt x="1754" y="2614"/>
                    <a:pt x="1836" y="2563"/>
                    <a:pt x="1908" y="2502"/>
                  </a:cubicBezTo>
                  <a:cubicBezTo>
                    <a:pt x="1969" y="2440"/>
                    <a:pt x="2020" y="2368"/>
                    <a:pt x="2061" y="2286"/>
                  </a:cubicBezTo>
                  <a:cubicBezTo>
                    <a:pt x="2102" y="2204"/>
                    <a:pt x="2113" y="2112"/>
                    <a:pt x="2113" y="2020"/>
                  </a:cubicBezTo>
                  <a:cubicBezTo>
                    <a:pt x="2113" y="1928"/>
                    <a:pt x="2102" y="1835"/>
                    <a:pt x="2072" y="1743"/>
                  </a:cubicBezTo>
                  <a:cubicBezTo>
                    <a:pt x="2041" y="1671"/>
                    <a:pt x="1990" y="1600"/>
                    <a:pt x="1928" y="1538"/>
                  </a:cubicBezTo>
                  <a:cubicBezTo>
                    <a:pt x="1856" y="1477"/>
                    <a:pt x="1785" y="1425"/>
                    <a:pt x="1692" y="1395"/>
                  </a:cubicBezTo>
                  <a:cubicBezTo>
                    <a:pt x="1590" y="1354"/>
                    <a:pt x="1477" y="1323"/>
                    <a:pt x="1364" y="1302"/>
                  </a:cubicBezTo>
                  <a:lnTo>
                    <a:pt x="1046" y="1231"/>
                  </a:lnTo>
                  <a:cubicBezTo>
                    <a:pt x="985" y="1220"/>
                    <a:pt x="913" y="1200"/>
                    <a:pt x="852" y="1179"/>
                  </a:cubicBezTo>
                  <a:cubicBezTo>
                    <a:pt x="811" y="1169"/>
                    <a:pt x="770" y="1138"/>
                    <a:pt x="739" y="1118"/>
                  </a:cubicBezTo>
                  <a:cubicBezTo>
                    <a:pt x="718" y="1087"/>
                    <a:pt x="708" y="1056"/>
                    <a:pt x="708" y="1026"/>
                  </a:cubicBezTo>
                  <a:cubicBezTo>
                    <a:pt x="708" y="995"/>
                    <a:pt x="718" y="964"/>
                    <a:pt x="739" y="944"/>
                  </a:cubicBezTo>
                  <a:cubicBezTo>
                    <a:pt x="749" y="923"/>
                    <a:pt x="780" y="903"/>
                    <a:pt x="811" y="892"/>
                  </a:cubicBezTo>
                  <a:cubicBezTo>
                    <a:pt x="841" y="872"/>
                    <a:pt x="882" y="872"/>
                    <a:pt x="913" y="861"/>
                  </a:cubicBezTo>
                  <a:cubicBezTo>
                    <a:pt x="954" y="851"/>
                    <a:pt x="995" y="851"/>
                    <a:pt x="1046" y="851"/>
                  </a:cubicBezTo>
                  <a:cubicBezTo>
                    <a:pt x="1098" y="851"/>
                    <a:pt x="1149" y="861"/>
                    <a:pt x="1190" y="872"/>
                  </a:cubicBezTo>
                  <a:cubicBezTo>
                    <a:pt x="1231" y="882"/>
                    <a:pt x="1262" y="903"/>
                    <a:pt x="1292" y="913"/>
                  </a:cubicBezTo>
                  <a:cubicBezTo>
                    <a:pt x="1323" y="933"/>
                    <a:pt x="1344" y="944"/>
                    <a:pt x="1364" y="964"/>
                  </a:cubicBezTo>
                  <a:lnTo>
                    <a:pt x="1395" y="995"/>
                  </a:lnTo>
                  <a:cubicBezTo>
                    <a:pt x="1405" y="1015"/>
                    <a:pt x="1426" y="1036"/>
                    <a:pt x="1446" y="1046"/>
                  </a:cubicBezTo>
                  <a:cubicBezTo>
                    <a:pt x="1477" y="1056"/>
                    <a:pt x="1497" y="1056"/>
                    <a:pt x="1528" y="1056"/>
                  </a:cubicBezTo>
                  <a:lnTo>
                    <a:pt x="1979" y="1056"/>
                  </a:lnTo>
                  <a:cubicBezTo>
                    <a:pt x="2000" y="1056"/>
                    <a:pt x="2010" y="1046"/>
                    <a:pt x="2031" y="1036"/>
                  </a:cubicBezTo>
                  <a:cubicBezTo>
                    <a:pt x="2041" y="1015"/>
                    <a:pt x="2051" y="995"/>
                    <a:pt x="2051" y="985"/>
                  </a:cubicBezTo>
                  <a:cubicBezTo>
                    <a:pt x="2041" y="913"/>
                    <a:pt x="2031" y="851"/>
                    <a:pt x="1990" y="800"/>
                  </a:cubicBezTo>
                  <a:cubicBezTo>
                    <a:pt x="1959" y="728"/>
                    <a:pt x="1908" y="667"/>
                    <a:pt x="1856" y="615"/>
                  </a:cubicBezTo>
                  <a:cubicBezTo>
                    <a:pt x="1785" y="554"/>
                    <a:pt x="1713" y="492"/>
                    <a:pt x="1641" y="451"/>
                  </a:cubicBezTo>
                  <a:cubicBezTo>
                    <a:pt x="1549" y="410"/>
                    <a:pt x="1456" y="369"/>
                    <a:pt x="1364" y="349"/>
                  </a:cubicBezTo>
                  <a:lnTo>
                    <a:pt x="1364" y="93"/>
                  </a:lnTo>
                  <a:cubicBezTo>
                    <a:pt x="1364" y="72"/>
                    <a:pt x="1354" y="41"/>
                    <a:pt x="1333" y="31"/>
                  </a:cubicBezTo>
                  <a:cubicBezTo>
                    <a:pt x="1323" y="11"/>
                    <a:pt x="1292" y="0"/>
                    <a:pt x="1272" y="0"/>
                  </a:cubicBezTo>
                  <a:close/>
                </a:path>
              </a:pathLst>
            </a:custGeom>
            <a:solidFill>
              <a:srgbClr val="FFD4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5752395" y="2529794"/>
              <a:ext cx="194181" cy="88453"/>
            </a:xfrm>
            <a:custGeom>
              <a:rect b="b" l="l" r="r" t="t"/>
              <a:pathLst>
                <a:path extrusionOk="0" h="1275" w="2799">
                  <a:moveTo>
                    <a:pt x="1794" y="1"/>
                  </a:moveTo>
                  <a:cubicBezTo>
                    <a:pt x="1661" y="32"/>
                    <a:pt x="1528" y="83"/>
                    <a:pt x="1405" y="144"/>
                  </a:cubicBezTo>
                  <a:cubicBezTo>
                    <a:pt x="1159" y="288"/>
                    <a:pt x="1097" y="360"/>
                    <a:pt x="861" y="503"/>
                  </a:cubicBezTo>
                  <a:cubicBezTo>
                    <a:pt x="730" y="597"/>
                    <a:pt x="581" y="648"/>
                    <a:pt x="423" y="648"/>
                  </a:cubicBezTo>
                  <a:cubicBezTo>
                    <a:pt x="409" y="648"/>
                    <a:pt x="394" y="648"/>
                    <a:pt x="380" y="647"/>
                  </a:cubicBezTo>
                  <a:lnTo>
                    <a:pt x="0" y="975"/>
                  </a:lnTo>
                  <a:cubicBezTo>
                    <a:pt x="164" y="1047"/>
                    <a:pt x="328" y="1098"/>
                    <a:pt x="503" y="1149"/>
                  </a:cubicBezTo>
                  <a:cubicBezTo>
                    <a:pt x="646" y="1180"/>
                    <a:pt x="800" y="1211"/>
                    <a:pt x="943" y="1231"/>
                  </a:cubicBezTo>
                  <a:cubicBezTo>
                    <a:pt x="1078" y="1256"/>
                    <a:pt x="1220" y="1275"/>
                    <a:pt x="1358" y="1275"/>
                  </a:cubicBezTo>
                  <a:cubicBezTo>
                    <a:pt x="1387" y="1275"/>
                    <a:pt x="1417" y="1274"/>
                    <a:pt x="1446" y="1272"/>
                  </a:cubicBezTo>
                  <a:cubicBezTo>
                    <a:pt x="1641" y="1262"/>
                    <a:pt x="1825" y="1211"/>
                    <a:pt x="2010" y="1149"/>
                  </a:cubicBezTo>
                  <a:cubicBezTo>
                    <a:pt x="2235" y="1088"/>
                    <a:pt x="2440" y="985"/>
                    <a:pt x="2625" y="852"/>
                  </a:cubicBezTo>
                  <a:cubicBezTo>
                    <a:pt x="2645" y="831"/>
                    <a:pt x="2799" y="729"/>
                    <a:pt x="2799" y="698"/>
                  </a:cubicBezTo>
                  <a:cubicBezTo>
                    <a:pt x="2799" y="678"/>
                    <a:pt x="2767" y="672"/>
                    <a:pt x="2725" y="672"/>
                  </a:cubicBezTo>
                  <a:cubicBezTo>
                    <a:pt x="2658" y="672"/>
                    <a:pt x="2564" y="688"/>
                    <a:pt x="2532" y="688"/>
                  </a:cubicBezTo>
                  <a:cubicBezTo>
                    <a:pt x="2510" y="688"/>
                    <a:pt x="2488" y="688"/>
                    <a:pt x="2466" y="688"/>
                  </a:cubicBezTo>
                  <a:cubicBezTo>
                    <a:pt x="1721" y="688"/>
                    <a:pt x="1528" y="521"/>
                    <a:pt x="1548" y="442"/>
                  </a:cubicBezTo>
                  <a:cubicBezTo>
                    <a:pt x="1569" y="349"/>
                    <a:pt x="1794" y="185"/>
                    <a:pt x="1825" y="93"/>
                  </a:cubicBezTo>
                  <a:cubicBezTo>
                    <a:pt x="1846" y="32"/>
                    <a:pt x="1835" y="1"/>
                    <a:pt x="1794" y="1"/>
                  </a:cubicBezTo>
                  <a:close/>
                </a:path>
              </a:pathLst>
            </a:custGeom>
            <a:solidFill>
              <a:srgbClr val="ED9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5169915" y="2252291"/>
              <a:ext cx="347153" cy="338758"/>
            </a:xfrm>
            <a:custGeom>
              <a:rect b="b" l="l" r="r" t="t"/>
              <a:pathLst>
                <a:path extrusionOk="0" h="4883" w="5004">
                  <a:moveTo>
                    <a:pt x="991" y="1"/>
                  </a:moveTo>
                  <a:cubicBezTo>
                    <a:pt x="985" y="1"/>
                    <a:pt x="979" y="1"/>
                    <a:pt x="974" y="3"/>
                  </a:cubicBezTo>
                  <a:cubicBezTo>
                    <a:pt x="0" y="290"/>
                    <a:pt x="41" y="956"/>
                    <a:pt x="236" y="1428"/>
                  </a:cubicBezTo>
                  <a:cubicBezTo>
                    <a:pt x="328" y="1602"/>
                    <a:pt x="451" y="1756"/>
                    <a:pt x="605" y="1879"/>
                  </a:cubicBezTo>
                  <a:cubicBezTo>
                    <a:pt x="1425" y="2627"/>
                    <a:pt x="2204" y="3417"/>
                    <a:pt x="3055" y="4124"/>
                  </a:cubicBezTo>
                  <a:cubicBezTo>
                    <a:pt x="3199" y="4237"/>
                    <a:pt x="3342" y="4360"/>
                    <a:pt x="3496" y="4462"/>
                  </a:cubicBezTo>
                  <a:cubicBezTo>
                    <a:pt x="3588" y="4524"/>
                    <a:pt x="3947" y="4801"/>
                    <a:pt x="4265" y="4883"/>
                  </a:cubicBezTo>
                  <a:cubicBezTo>
                    <a:pt x="4347" y="4883"/>
                    <a:pt x="4429" y="4801"/>
                    <a:pt x="4511" y="4698"/>
                  </a:cubicBezTo>
                  <a:cubicBezTo>
                    <a:pt x="4614" y="4554"/>
                    <a:pt x="4716" y="4360"/>
                    <a:pt x="4747" y="4319"/>
                  </a:cubicBezTo>
                  <a:cubicBezTo>
                    <a:pt x="5003" y="3950"/>
                    <a:pt x="4778" y="3601"/>
                    <a:pt x="4644" y="3458"/>
                  </a:cubicBezTo>
                  <a:cubicBezTo>
                    <a:pt x="4624" y="3427"/>
                    <a:pt x="4603" y="3406"/>
                    <a:pt x="4573" y="3386"/>
                  </a:cubicBezTo>
                  <a:cubicBezTo>
                    <a:pt x="4562" y="3365"/>
                    <a:pt x="4552" y="3345"/>
                    <a:pt x="4532" y="3324"/>
                  </a:cubicBezTo>
                  <a:cubicBezTo>
                    <a:pt x="3947" y="2555"/>
                    <a:pt x="3127" y="1869"/>
                    <a:pt x="2625" y="1377"/>
                  </a:cubicBezTo>
                  <a:cubicBezTo>
                    <a:pt x="2405" y="1147"/>
                    <a:pt x="1230" y="1"/>
                    <a:pt x="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5425219" y="2491430"/>
              <a:ext cx="362762" cy="126748"/>
            </a:xfrm>
            <a:custGeom>
              <a:rect b="b" l="l" r="r" t="t"/>
              <a:pathLst>
                <a:path extrusionOk="0" h="1827" w="5229">
                  <a:moveTo>
                    <a:pt x="852" y="0"/>
                  </a:moveTo>
                  <a:cubicBezTo>
                    <a:pt x="852" y="0"/>
                    <a:pt x="216" y="93"/>
                    <a:pt x="31" y="585"/>
                  </a:cubicBezTo>
                  <a:cubicBezTo>
                    <a:pt x="11" y="646"/>
                    <a:pt x="1" y="708"/>
                    <a:pt x="1" y="769"/>
                  </a:cubicBezTo>
                  <a:cubicBezTo>
                    <a:pt x="1" y="779"/>
                    <a:pt x="1" y="800"/>
                    <a:pt x="1" y="810"/>
                  </a:cubicBezTo>
                  <a:cubicBezTo>
                    <a:pt x="31" y="1149"/>
                    <a:pt x="390" y="1354"/>
                    <a:pt x="462" y="1395"/>
                  </a:cubicBezTo>
                  <a:cubicBezTo>
                    <a:pt x="503" y="1405"/>
                    <a:pt x="544" y="1425"/>
                    <a:pt x="585" y="1436"/>
                  </a:cubicBezTo>
                  <a:cubicBezTo>
                    <a:pt x="1415" y="1723"/>
                    <a:pt x="2307" y="1784"/>
                    <a:pt x="3148" y="1805"/>
                  </a:cubicBezTo>
                  <a:cubicBezTo>
                    <a:pt x="3695" y="1823"/>
                    <a:pt x="4320" y="1827"/>
                    <a:pt x="4733" y="1827"/>
                  </a:cubicBezTo>
                  <a:cubicBezTo>
                    <a:pt x="5007" y="1827"/>
                    <a:pt x="5188" y="1825"/>
                    <a:pt x="5188" y="1825"/>
                  </a:cubicBezTo>
                  <a:lnTo>
                    <a:pt x="5198" y="1692"/>
                  </a:lnTo>
                  <a:lnTo>
                    <a:pt x="5229" y="1190"/>
                  </a:lnTo>
                  <a:cubicBezTo>
                    <a:pt x="5229" y="1190"/>
                    <a:pt x="3045" y="667"/>
                    <a:pt x="2092" y="287"/>
                  </a:cubicBezTo>
                  <a:cubicBezTo>
                    <a:pt x="1733" y="134"/>
                    <a:pt x="1354" y="41"/>
                    <a:pt x="964" y="11"/>
                  </a:cubicBezTo>
                  <a:cubicBezTo>
                    <a:pt x="923" y="11"/>
                    <a:pt x="882" y="0"/>
                    <a:pt x="8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5176992" y="2300091"/>
              <a:ext cx="608904" cy="318084"/>
            </a:xfrm>
            <a:custGeom>
              <a:rect b="b" l="l" r="r" t="t"/>
              <a:pathLst>
                <a:path extrusionOk="0" h="4585" w="8777">
                  <a:moveTo>
                    <a:pt x="52" y="1"/>
                  </a:moveTo>
                  <a:cubicBezTo>
                    <a:pt x="1" y="113"/>
                    <a:pt x="32" y="370"/>
                    <a:pt x="52" y="483"/>
                  </a:cubicBezTo>
                  <a:cubicBezTo>
                    <a:pt x="83" y="595"/>
                    <a:pt x="165" y="872"/>
                    <a:pt x="278" y="975"/>
                  </a:cubicBezTo>
                  <a:cubicBezTo>
                    <a:pt x="1026" y="1641"/>
                    <a:pt x="2759" y="3363"/>
                    <a:pt x="3404" y="3773"/>
                  </a:cubicBezTo>
                  <a:cubicBezTo>
                    <a:pt x="3486" y="3835"/>
                    <a:pt x="3845" y="4112"/>
                    <a:pt x="4173" y="4194"/>
                  </a:cubicBezTo>
                  <a:cubicBezTo>
                    <a:pt x="4993" y="4481"/>
                    <a:pt x="5885" y="4542"/>
                    <a:pt x="6726" y="4563"/>
                  </a:cubicBezTo>
                  <a:cubicBezTo>
                    <a:pt x="7273" y="4581"/>
                    <a:pt x="7898" y="4585"/>
                    <a:pt x="8311" y="4585"/>
                  </a:cubicBezTo>
                  <a:cubicBezTo>
                    <a:pt x="8585" y="4585"/>
                    <a:pt x="8766" y="4583"/>
                    <a:pt x="8766" y="4583"/>
                  </a:cubicBezTo>
                  <a:lnTo>
                    <a:pt x="8776" y="4450"/>
                  </a:lnTo>
                  <a:cubicBezTo>
                    <a:pt x="8048" y="4409"/>
                    <a:pt x="5116" y="4204"/>
                    <a:pt x="4399" y="4009"/>
                  </a:cubicBezTo>
                  <a:cubicBezTo>
                    <a:pt x="4368" y="4009"/>
                    <a:pt x="4337" y="3999"/>
                    <a:pt x="4296" y="3978"/>
                  </a:cubicBezTo>
                  <a:cubicBezTo>
                    <a:pt x="4040" y="3876"/>
                    <a:pt x="3804" y="3742"/>
                    <a:pt x="3579" y="3568"/>
                  </a:cubicBezTo>
                  <a:cubicBezTo>
                    <a:pt x="3384" y="3414"/>
                    <a:pt x="3189" y="3240"/>
                    <a:pt x="3015" y="3056"/>
                  </a:cubicBezTo>
                  <a:cubicBezTo>
                    <a:pt x="2584" y="2625"/>
                    <a:pt x="739" y="934"/>
                    <a:pt x="452" y="688"/>
                  </a:cubicBezTo>
                  <a:cubicBezTo>
                    <a:pt x="278" y="483"/>
                    <a:pt x="144" y="247"/>
                    <a:pt x="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8519708" y="1497341"/>
              <a:ext cx="239066" cy="364149"/>
            </a:xfrm>
            <a:custGeom>
              <a:rect b="b" l="l" r="r" t="t"/>
              <a:pathLst>
                <a:path extrusionOk="0" h="5249" w="3446">
                  <a:moveTo>
                    <a:pt x="1487" y="0"/>
                  </a:moveTo>
                  <a:cubicBezTo>
                    <a:pt x="1446" y="0"/>
                    <a:pt x="1405" y="10"/>
                    <a:pt x="1374" y="41"/>
                  </a:cubicBezTo>
                  <a:cubicBezTo>
                    <a:pt x="1344" y="72"/>
                    <a:pt x="1333" y="113"/>
                    <a:pt x="1333" y="154"/>
                  </a:cubicBezTo>
                  <a:lnTo>
                    <a:pt x="1333" y="554"/>
                  </a:lnTo>
                  <a:cubicBezTo>
                    <a:pt x="1159" y="584"/>
                    <a:pt x="1005" y="636"/>
                    <a:pt x="852" y="708"/>
                  </a:cubicBezTo>
                  <a:cubicBezTo>
                    <a:pt x="708" y="769"/>
                    <a:pt x="575" y="851"/>
                    <a:pt x="462" y="964"/>
                  </a:cubicBezTo>
                  <a:cubicBezTo>
                    <a:pt x="360" y="1056"/>
                    <a:pt x="278" y="1179"/>
                    <a:pt x="216" y="1302"/>
                  </a:cubicBezTo>
                  <a:cubicBezTo>
                    <a:pt x="154" y="1435"/>
                    <a:pt x="124" y="1579"/>
                    <a:pt x="124" y="1733"/>
                  </a:cubicBezTo>
                  <a:cubicBezTo>
                    <a:pt x="124" y="1886"/>
                    <a:pt x="144" y="2030"/>
                    <a:pt x="195" y="2184"/>
                  </a:cubicBezTo>
                  <a:cubicBezTo>
                    <a:pt x="247" y="2307"/>
                    <a:pt x="319" y="2419"/>
                    <a:pt x="421" y="2512"/>
                  </a:cubicBezTo>
                  <a:cubicBezTo>
                    <a:pt x="524" y="2614"/>
                    <a:pt x="647" y="2686"/>
                    <a:pt x="790" y="2748"/>
                  </a:cubicBezTo>
                  <a:cubicBezTo>
                    <a:pt x="954" y="2819"/>
                    <a:pt x="1128" y="2871"/>
                    <a:pt x="1313" y="2912"/>
                  </a:cubicBezTo>
                  <a:cubicBezTo>
                    <a:pt x="1528" y="2963"/>
                    <a:pt x="1723" y="3004"/>
                    <a:pt x="1887" y="3045"/>
                  </a:cubicBezTo>
                  <a:cubicBezTo>
                    <a:pt x="2031" y="3065"/>
                    <a:pt x="2164" y="3106"/>
                    <a:pt x="2307" y="3147"/>
                  </a:cubicBezTo>
                  <a:cubicBezTo>
                    <a:pt x="2400" y="3178"/>
                    <a:pt x="2492" y="3229"/>
                    <a:pt x="2564" y="3291"/>
                  </a:cubicBezTo>
                  <a:cubicBezTo>
                    <a:pt x="2615" y="3342"/>
                    <a:pt x="2646" y="3424"/>
                    <a:pt x="2646" y="3506"/>
                  </a:cubicBezTo>
                  <a:cubicBezTo>
                    <a:pt x="2646" y="3588"/>
                    <a:pt x="2625" y="3660"/>
                    <a:pt x="2574" y="3732"/>
                  </a:cubicBezTo>
                  <a:cubicBezTo>
                    <a:pt x="2512" y="3793"/>
                    <a:pt x="2441" y="3844"/>
                    <a:pt x="2369" y="3875"/>
                  </a:cubicBezTo>
                  <a:cubicBezTo>
                    <a:pt x="2277" y="3926"/>
                    <a:pt x="2174" y="3947"/>
                    <a:pt x="2072" y="3967"/>
                  </a:cubicBezTo>
                  <a:cubicBezTo>
                    <a:pt x="1989" y="3982"/>
                    <a:pt x="1906" y="3992"/>
                    <a:pt x="1824" y="3992"/>
                  </a:cubicBezTo>
                  <a:cubicBezTo>
                    <a:pt x="1794" y="3992"/>
                    <a:pt x="1763" y="3991"/>
                    <a:pt x="1733" y="3988"/>
                  </a:cubicBezTo>
                  <a:cubicBezTo>
                    <a:pt x="1700" y="3991"/>
                    <a:pt x="1667" y="3992"/>
                    <a:pt x="1633" y="3992"/>
                  </a:cubicBezTo>
                  <a:cubicBezTo>
                    <a:pt x="1534" y="3992"/>
                    <a:pt x="1436" y="3980"/>
                    <a:pt x="1344" y="3957"/>
                  </a:cubicBezTo>
                  <a:cubicBezTo>
                    <a:pt x="1251" y="3937"/>
                    <a:pt x="1169" y="3906"/>
                    <a:pt x="1087" y="3855"/>
                  </a:cubicBezTo>
                  <a:cubicBezTo>
                    <a:pt x="1026" y="3824"/>
                    <a:pt x="975" y="3783"/>
                    <a:pt x="923" y="3721"/>
                  </a:cubicBezTo>
                  <a:cubicBezTo>
                    <a:pt x="893" y="3680"/>
                    <a:pt x="852" y="3629"/>
                    <a:pt x="821" y="3568"/>
                  </a:cubicBezTo>
                  <a:cubicBezTo>
                    <a:pt x="800" y="3527"/>
                    <a:pt x="770" y="3496"/>
                    <a:pt x="739" y="3465"/>
                  </a:cubicBezTo>
                  <a:cubicBezTo>
                    <a:pt x="697" y="3448"/>
                    <a:pt x="655" y="3432"/>
                    <a:pt x="613" y="3432"/>
                  </a:cubicBezTo>
                  <a:cubicBezTo>
                    <a:pt x="604" y="3432"/>
                    <a:pt x="594" y="3433"/>
                    <a:pt x="585" y="3434"/>
                  </a:cubicBezTo>
                  <a:lnTo>
                    <a:pt x="165" y="3434"/>
                  </a:lnTo>
                  <a:cubicBezTo>
                    <a:pt x="124" y="3434"/>
                    <a:pt x="83" y="3445"/>
                    <a:pt x="52" y="3475"/>
                  </a:cubicBezTo>
                  <a:cubicBezTo>
                    <a:pt x="21" y="3506"/>
                    <a:pt x="1" y="3547"/>
                    <a:pt x="11" y="3588"/>
                  </a:cubicBezTo>
                  <a:cubicBezTo>
                    <a:pt x="11" y="3732"/>
                    <a:pt x="52" y="3875"/>
                    <a:pt x="124" y="3998"/>
                  </a:cubicBezTo>
                  <a:cubicBezTo>
                    <a:pt x="195" y="4121"/>
                    <a:pt x="298" y="4234"/>
                    <a:pt x="411" y="4316"/>
                  </a:cubicBezTo>
                  <a:cubicBezTo>
                    <a:pt x="534" y="4419"/>
                    <a:pt x="677" y="4501"/>
                    <a:pt x="821" y="4552"/>
                  </a:cubicBezTo>
                  <a:cubicBezTo>
                    <a:pt x="985" y="4624"/>
                    <a:pt x="1149" y="4665"/>
                    <a:pt x="1323" y="4695"/>
                  </a:cubicBezTo>
                  <a:lnTo>
                    <a:pt x="1323" y="5095"/>
                  </a:lnTo>
                  <a:cubicBezTo>
                    <a:pt x="1323" y="5136"/>
                    <a:pt x="1344" y="5177"/>
                    <a:pt x="1374" y="5198"/>
                  </a:cubicBezTo>
                  <a:cubicBezTo>
                    <a:pt x="1405" y="5228"/>
                    <a:pt x="1446" y="5249"/>
                    <a:pt x="1487" y="5249"/>
                  </a:cubicBezTo>
                  <a:lnTo>
                    <a:pt x="1969" y="5249"/>
                  </a:lnTo>
                  <a:cubicBezTo>
                    <a:pt x="2010" y="5249"/>
                    <a:pt x="2051" y="5228"/>
                    <a:pt x="2082" y="5198"/>
                  </a:cubicBezTo>
                  <a:cubicBezTo>
                    <a:pt x="2113" y="5177"/>
                    <a:pt x="2133" y="5136"/>
                    <a:pt x="2133" y="5095"/>
                  </a:cubicBezTo>
                  <a:lnTo>
                    <a:pt x="2133" y="4695"/>
                  </a:lnTo>
                  <a:cubicBezTo>
                    <a:pt x="2318" y="4675"/>
                    <a:pt x="2512" y="4624"/>
                    <a:pt x="2687" y="4552"/>
                  </a:cubicBezTo>
                  <a:cubicBezTo>
                    <a:pt x="2840" y="4490"/>
                    <a:pt x="2974" y="4398"/>
                    <a:pt x="3097" y="4296"/>
                  </a:cubicBezTo>
                  <a:cubicBezTo>
                    <a:pt x="3209" y="4193"/>
                    <a:pt x="3291" y="4070"/>
                    <a:pt x="3353" y="3937"/>
                  </a:cubicBezTo>
                  <a:cubicBezTo>
                    <a:pt x="3414" y="3803"/>
                    <a:pt x="3445" y="3660"/>
                    <a:pt x="3445" y="3506"/>
                  </a:cubicBezTo>
                  <a:cubicBezTo>
                    <a:pt x="3445" y="3363"/>
                    <a:pt x="3425" y="3219"/>
                    <a:pt x="3373" y="3086"/>
                  </a:cubicBezTo>
                  <a:cubicBezTo>
                    <a:pt x="3332" y="2953"/>
                    <a:pt x="3250" y="2840"/>
                    <a:pt x="3148" y="2758"/>
                  </a:cubicBezTo>
                  <a:cubicBezTo>
                    <a:pt x="3035" y="2645"/>
                    <a:pt x="2892" y="2563"/>
                    <a:pt x="2748" y="2512"/>
                  </a:cubicBezTo>
                  <a:cubicBezTo>
                    <a:pt x="2543" y="2430"/>
                    <a:pt x="2338" y="2368"/>
                    <a:pt x="2133" y="2327"/>
                  </a:cubicBezTo>
                  <a:cubicBezTo>
                    <a:pt x="1918" y="2286"/>
                    <a:pt x="1733" y="2235"/>
                    <a:pt x="1579" y="2204"/>
                  </a:cubicBezTo>
                  <a:cubicBezTo>
                    <a:pt x="1446" y="2173"/>
                    <a:pt x="1323" y="2143"/>
                    <a:pt x="1200" y="2091"/>
                  </a:cubicBezTo>
                  <a:cubicBezTo>
                    <a:pt x="1118" y="2061"/>
                    <a:pt x="1046" y="2009"/>
                    <a:pt x="985" y="1948"/>
                  </a:cubicBezTo>
                  <a:cubicBezTo>
                    <a:pt x="903" y="1815"/>
                    <a:pt x="903" y="1651"/>
                    <a:pt x="985" y="1528"/>
                  </a:cubicBezTo>
                  <a:cubicBezTo>
                    <a:pt x="1036" y="1466"/>
                    <a:pt x="1087" y="1415"/>
                    <a:pt x="1149" y="1374"/>
                  </a:cubicBezTo>
                  <a:cubicBezTo>
                    <a:pt x="1231" y="1333"/>
                    <a:pt x="1313" y="1302"/>
                    <a:pt x="1395" y="1282"/>
                  </a:cubicBezTo>
                  <a:cubicBezTo>
                    <a:pt x="1497" y="1261"/>
                    <a:pt x="1590" y="1251"/>
                    <a:pt x="1692" y="1251"/>
                  </a:cubicBezTo>
                  <a:cubicBezTo>
                    <a:pt x="1711" y="1250"/>
                    <a:pt x="1729" y="1249"/>
                    <a:pt x="1748" y="1249"/>
                  </a:cubicBezTo>
                  <a:cubicBezTo>
                    <a:pt x="1914" y="1249"/>
                    <a:pt x="2079" y="1290"/>
                    <a:pt x="2236" y="1364"/>
                  </a:cubicBezTo>
                  <a:cubicBezTo>
                    <a:pt x="2338" y="1425"/>
                    <a:pt x="2441" y="1507"/>
                    <a:pt x="2502" y="1620"/>
                  </a:cubicBezTo>
                  <a:cubicBezTo>
                    <a:pt x="2533" y="1661"/>
                    <a:pt x="2564" y="1692"/>
                    <a:pt x="2594" y="1722"/>
                  </a:cubicBezTo>
                  <a:cubicBezTo>
                    <a:pt x="2636" y="1739"/>
                    <a:pt x="2678" y="1756"/>
                    <a:pt x="2720" y="1756"/>
                  </a:cubicBezTo>
                  <a:cubicBezTo>
                    <a:pt x="2729" y="1756"/>
                    <a:pt x="2739" y="1755"/>
                    <a:pt x="2748" y="1753"/>
                  </a:cubicBezTo>
                  <a:lnTo>
                    <a:pt x="3168" y="1753"/>
                  </a:lnTo>
                  <a:cubicBezTo>
                    <a:pt x="3209" y="1753"/>
                    <a:pt x="3250" y="1743"/>
                    <a:pt x="3281" y="1712"/>
                  </a:cubicBezTo>
                  <a:cubicBezTo>
                    <a:pt x="3312" y="1681"/>
                    <a:pt x="3332" y="1640"/>
                    <a:pt x="3332" y="1599"/>
                  </a:cubicBezTo>
                  <a:cubicBezTo>
                    <a:pt x="3312" y="1497"/>
                    <a:pt x="3281" y="1394"/>
                    <a:pt x="3240" y="1302"/>
                  </a:cubicBezTo>
                  <a:cubicBezTo>
                    <a:pt x="3179" y="1179"/>
                    <a:pt x="3107" y="1077"/>
                    <a:pt x="3015" y="995"/>
                  </a:cubicBezTo>
                  <a:cubicBezTo>
                    <a:pt x="2902" y="892"/>
                    <a:pt x="2779" y="800"/>
                    <a:pt x="2646" y="738"/>
                  </a:cubicBezTo>
                  <a:cubicBezTo>
                    <a:pt x="2482" y="656"/>
                    <a:pt x="2307" y="595"/>
                    <a:pt x="2133" y="574"/>
                  </a:cubicBezTo>
                  <a:lnTo>
                    <a:pt x="2133" y="154"/>
                  </a:lnTo>
                  <a:cubicBezTo>
                    <a:pt x="2133" y="113"/>
                    <a:pt x="2123" y="72"/>
                    <a:pt x="2092" y="41"/>
                  </a:cubicBezTo>
                  <a:cubicBezTo>
                    <a:pt x="2061" y="10"/>
                    <a:pt x="2020" y="0"/>
                    <a:pt x="19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60" name="Google Shape;7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25" y="753975"/>
            <a:ext cx="3566825" cy="10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40"/>
          <p:cNvSpPr txBox="1"/>
          <p:nvPr/>
        </p:nvSpPr>
        <p:spPr>
          <a:xfrm>
            <a:off x="172025" y="3640300"/>
            <a:ext cx="3294600" cy="409500"/>
          </a:xfrm>
          <a:prstGeom prst="rect">
            <a:avLst/>
          </a:prstGeom>
          <a:solidFill>
            <a:srgbClr val="EFE0CA">
              <a:alpha val="446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60A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b="1" lang="en">
                <a:solidFill>
                  <a:srgbClr val="00060A"/>
                </a:solidFill>
                <a:latin typeface="Open Sans"/>
                <a:ea typeface="Open Sans"/>
                <a:cs typeface="Open Sans"/>
                <a:sym typeface="Open Sans"/>
              </a:rPr>
              <a:t>By Mikhael Putra Iswanto</a:t>
            </a:r>
            <a:endParaRPr b="1">
              <a:solidFill>
                <a:srgbClr val="0006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2" name="Google Shape;76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00" y="3731775"/>
            <a:ext cx="226550" cy="2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0">
            <a:hlinkClick r:id="rId5"/>
          </p:cNvPr>
          <p:cNvSpPr txBox="1"/>
          <p:nvPr/>
        </p:nvSpPr>
        <p:spPr>
          <a:xfrm>
            <a:off x="279300" y="3731775"/>
            <a:ext cx="2265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6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1"/>
          <p:cNvSpPr txBox="1"/>
          <p:nvPr>
            <p:ph type="title"/>
          </p:nvPr>
        </p:nvSpPr>
        <p:spPr>
          <a:xfrm>
            <a:off x="457200" y="78647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cxnSp>
        <p:nvCxnSpPr>
          <p:cNvPr id="769" name="Google Shape;769;p41"/>
          <p:cNvCxnSpPr/>
          <p:nvPr/>
        </p:nvCxnSpPr>
        <p:spPr>
          <a:xfrm>
            <a:off x="2293925" y="1521625"/>
            <a:ext cx="0" cy="23184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41"/>
          <p:cNvCxnSpPr/>
          <p:nvPr/>
        </p:nvCxnSpPr>
        <p:spPr>
          <a:xfrm>
            <a:off x="4621725" y="1521625"/>
            <a:ext cx="0" cy="23184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41"/>
          <p:cNvSpPr txBox="1"/>
          <p:nvPr>
            <p:ph type="title"/>
          </p:nvPr>
        </p:nvSpPr>
        <p:spPr>
          <a:xfrm>
            <a:off x="71100" y="1906563"/>
            <a:ext cx="204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Business Understanding</a:t>
            </a:r>
            <a:endParaRPr sz="1500"/>
          </a:p>
        </p:txBody>
      </p:sp>
      <p:sp>
        <p:nvSpPr>
          <p:cNvPr id="772" name="Google Shape;772;p41"/>
          <p:cNvSpPr txBox="1"/>
          <p:nvPr>
            <p:ph idx="4294967295" type="subTitle"/>
          </p:nvPr>
        </p:nvSpPr>
        <p:spPr>
          <a:xfrm>
            <a:off x="8" y="2479263"/>
            <a:ext cx="2186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Understanding business problems, setting objectives, and project scope</a:t>
            </a:r>
            <a:endParaRPr sz="1100"/>
          </a:p>
        </p:txBody>
      </p:sp>
      <p:sp>
        <p:nvSpPr>
          <p:cNvPr id="773" name="Google Shape;773;p41"/>
          <p:cNvSpPr txBox="1"/>
          <p:nvPr>
            <p:ph type="title"/>
          </p:nvPr>
        </p:nvSpPr>
        <p:spPr>
          <a:xfrm>
            <a:off x="2498763" y="1942213"/>
            <a:ext cx="204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Cleaning &amp; Aggregation</a:t>
            </a:r>
            <a:endParaRPr sz="1500"/>
          </a:p>
        </p:txBody>
      </p:sp>
      <p:sp>
        <p:nvSpPr>
          <p:cNvPr id="774" name="Google Shape;774;p41"/>
          <p:cNvSpPr txBox="1"/>
          <p:nvPr>
            <p:ph idx="4294967295" type="subTitle"/>
          </p:nvPr>
        </p:nvSpPr>
        <p:spPr>
          <a:xfrm>
            <a:off x="2427670" y="2514913"/>
            <a:ext cx="2186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Collecting data and ensuring data quality with SQL</a:t>
            </a:r>
            <a:endParaRPr sz="1100"/>
          </a:p>
        </p:txBody>
      </p:sp>
      <p:cxnSp>
        <p:nvCxnSpPr>
          <p:cNvPr id="775" name="Google Shape;775;p41"/>
          <p:cNvCxnSpPr/>
          <p:nvPr/>
        </p:nvCxnSpPr>
        <p:spPr>
          <a:xfrm>
            <a:off x="6886875" y="1521625"/>
            <a:ext cx="0" cy="23184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41"/>
          <p:cNvSpPr txBox="1"/>
          <p:nvPr>
            <p:ph type="title"/>
          </p:nvPr>
        </p:nvSpPr>
        <p:spPr>
          <a:xfrm>
            <a:off x="4771875" y="1942213"/>
            <a:ext cx="204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Analysis &amp; Visualization</a:t>
            </a:r>
            <a:endParaRPr sz="1500"/>
          </a:p>
        </p:txBody>
      </p:sp>
      <p:sp>
        <p:nvSpPr>
          <p:cNvPr id="777" name="Google Shape;777;p41"/>
          <p:cNvSpPr txBox="1"/>
          <p:nvPr>
            <p:ph idx="4294967295" type="subTitle"/>
          </p:nvPr>
        </p:nvSpPr>
        <p:spPr>
          <a:xfrm>
            <a:off x="4700783" y="2514913"/>
            <a:ext cx="2186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Performing data analysis to generate insights with SQL and Tableau</a:t>
            </a:r>
            <a:endParaRPr sz="1100"/>
          </a:p>
        </p:txBody>
      </p:sp>
      <p:sp>
        <p:nvSpPr>
          <p:cNvPr id="778" name="Google Shape;778;p41"/>
          <p:cNvSpPr txBox="1"/>
          <p:nvPr>
            <p:ph type="title"/>
          </p:nvPr>
        </p:nvSpPr>
        <p:spPr>
          <a:xfrm>
            <a:off x="7029075" y="1942213"/>
            <a:ext cx="204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Insights &amp; Recommendation</a:t>
            </a:r>
            <a:endParaRPr sz="1500"/>
          </a:p>
        </p:txBody>
      </p:sp>
      <p:sp>
        <p:nvSpPr>
          <p:cNvPr id="779" name="Google Shape;779;p41"/>
          <p:cNvSpPr txBox="1"/>
          <p:nvPr>
            <p:ph idx="4294967295" type="subTitle"/>
          </p:nvPr>
        </p:nvSpPr>
        <p:spPr>
          <a:xfrm>
            <a:off x="6957983" y="2640713"/>
            <a:ext cx="2186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Effectively communicating insights and recommendations to solve problems</a:t>
            </a:r>
            <a:endParaRPr sz="1100"/>
          </a:p>
        </p:txBody>
      </p:sp>
      <p:sp>
        <p:nvSpPr>
          <p:cNvPr id="780" name="Google Shape;780;p41"/>
          <p:cNvSpPr txBox="1"/>
          <p:nvPr>
            <p:ph idx="4294967295" type="subTitle"/>
          </p:nvPr>
        </p:nvSpPr>
        <p:spPr>
          <a:xfrm>
            <a:off x="241578" y="4159275"/>
            <a:ext cx="64140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" u="sng">
                <a:solidFill>
                  <a:srgbClr val="FF0000"/>
                </a:solidFill>
              </a:rPr>
              <a:t>Desclaimer </a:t>
            </a:r>
            <a:r>
              <a:rPr lang="en" sz="1100">
                <a:solidFill>
                  <a:srgbClr val="FF0000"/>
                </a:solidFill>
              </a:rPr>
              <a:t>:</a:t>
            </a:r>
            <a:br>
              <a:rPr lang="en" sz="1100">
                <a:solidFill>
                  <a:srgbClr val="FF0000"/>
                </a:solidFill>
              </a:rPr>
            </a:br>
            <a:r>
              <a:rPr lang="en" sz="1100">
                <a:solidFill>
                  <a:srgbClr val="FF0000"/>
                </a:solidFill>
              </a:rPr>
              <a:t>Any reference to its services or data analysis methods is illustrative only. This scenario is designed to showcase the skills of a data analyst and is not associated with any financial institution. Any similarities to actual companies are purely coincidental.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2"/>
          <p:cNvSpPr txBox="1"/>
          <p:nvPr>
            <p:ph type="title"/>
          </p:nvPr>
        </p:nvSpPr>
        <p:spPr>
          <a:xfrm>
            <a:off x="4581525" y="1532700"/>
            <a:ext cx="431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01 Business</a:t>
            </a:r>
            <a:br>
              <a:rPr lang="en">
                <a:latin typeface="Open Sans"/>
                <a:ea typeface="Open Sans"/>
                <a:cs typeface="Open Sans"/>
                <a:sym typeface="Open Sans"/>
              </a:rPr>
            </a:b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p42"/>
          <p:cNvSpPr txBox="1"/>
          <p:nvPr>
            <p:ph idx="1" type="subTitle"/>
          </p:nvPr>
        </p:nvSpPr>
        <p:spPr>
          <a:xfrm>
            <a:off x="5025225" y="2587775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US</a:t>
            </a:r>
            <a:r>
              <a:rPr lang="en"/>
              <a:t>, BUSINESS PROBLEM, </a:t>
            </a:r>
            <a:br>
              <a:rPr lang="en"/>
            </a:br>
            <a:r>
              <a:rPr lang="en"/>
              <a:t>ROOT CAUSE ANALYSIS</a:t>
            </a:r>
            <a:endParaRPr/>
          </a:p>
        </p:txBody>
      </p:sp>
      <p:grpSp>
        <p:nvGrpSpPr>
          <p:cNvPr id="787" name="Google Shape;787;p42"/>
          <p:cNvGrpSpPr/>
          <p:nvPr/>
        </p:nvGrpSpPr>
        <p:grpSpPr>
          <a:xfrm>
            <a:off x="457198" y="740196"/>
            <a:ext cx="4176135" cy="3663093"/>
            <a:chOff x="457198" y="740196"/>
            <a:chExt cx="4176135" cy="3663093"/>
          </a:xfrm>
        </p:grpSpPr>
        <p:sp>
          <p:nvSpPr>
            <p:cNvPr id="788" name="Google Shape;788;p42"/>
            <p:cNvSpPr/>
            <p:nvPr/>
          </p:nvSpPr>
          <p:spPr>
            <a:xfrm>
              <a:off x="4633259" y="4224847"/>
              <a:ext cx="67" cy="3467"/>
            </a:xfrm>
            <a:custGeom>
              <a:rect b="b" l="l" r="r" t="t"/>
              <a:pathLst>
                <a:path extrusionOk="0" h="52" w="1">
                  <a:moveTo>
                    <a:pt x="0" y="51"/>
                  </a:moveTo>
                  <a:cubicBezTo>
                    <a:pt x="0" y="41"/>
                    <a:pt x="0" y="31"/>
                    <a:pt x="0" y="21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5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4608653" y="4267857"/>
              <a:ext cx="16471" cy="69150"/>
            </a:xfrm>
            <a:custGeom>
              <a:rect b="b" l="l" r="r" t="t"/>
              <a:pathLst>
                <a:path extrusionOk="0" h="1037" w="247">
                  <a:moveTo>
                    <a:pt x="123" y="1"/>
                  </a:moveTo>
                  <a:cubicBezTo>
                    <a:pt x="51" y="1"/>
                    <a:pt x="0" y="52"/>
                    <a:pt x="0" y="124"/>
                  </a:cubicBezTo>
                  <a:lnTo>
                    <a:pt x="0" y="903"/>
                  </a:lnTo>
                  <a:cubicBezTo>
                    <a:pt x="0" y="975"/>
                    <a:pt x="51" y="1026"/>
                    <a:pt x="123" y="1036"/>
                  </a:cubicBezTo>
                  <a:cubicBezTo>
                    <a:pt x="185" y="1026"/>
                    <a:pt x="246" y="975"/>
                    <a:pt x="246" y="903"/>
                  </a:cubicBezTo>
                  <a:lnTo>
                    <a:pt x="246" y="124"/>
                  </a:lnTo>
                  <a:cubicBezTo>
                    <a:pt x="246" y="52"/>
                    <a:pt x="185" y="1"/>
                    <a:pt x="123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4583313" y="4282261"/>
              <a:ext cx="15804" cy="71150"/>
            </a:xfrm>
            <a:custGeom>
              <a:rect b="b" l="l" r="r" t="t"/>
              <a:pathLst>
                <a:path extrusionOk="0" h="1067" w="237">
                  <a:moveTo>
                    <a:pt x="124" y="0"/>
                  </a:moveTo>
                  <a:cubicBezTo>
                    <a:pt x="52" y="0"/>
                    <a:pt x="1" y="51"/>
                    <a:pt x="1" y="113"/>
                  </a:cubicBezTo>
                  <a:lnTo>
                    <a:pt x="1" y="943"/>
                  </a:lnTo>
                  <a:cubicBezTo>
                    <a:pt x="1" y="1005"/>
                    <a:pt x="52" y="1066"/>
                    <a:pt x="124" y="1066"/>
                  </a:cubicBezTo>
                  <a:cubicBezTo>
                    <a:pt x="185" y="1066"/>
                    <a:pt x="237" y="1005"/>
                    <a:pt x="237" y="943"/>
                  </a:cubicBezTo>
                  <a:lnTo>
                    <a:pt x="237" y="113"/>
                  </a:lnTo>
                  <a:cubicBezTo>
                    <a:pt x="237" y="51"/>
                    <a:pt x="185" y="0"/>
                    <a:pt x="124" y="0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4625057" y="4086078"/>
              <a:ext cx="67" cy="3467"/>
            </a:xfrm>
            <a:custGeom>
              <a:rect b="b" l="l" r="r" t="t"/>
              <a:pathLst>
                <a:path extrusionOk="0" h="52" w="1">
                  <a:moveTo>
                    <a:pt x="0" y="51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5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4599717" y="4129089"/>
              <a:ext cx="16471" cy="68483"/>
            </a:xfrm>
            <a:custGeom>
              <a:rect b="b" l="l" r="r" t="t"/>
              <a:pathLst>
                <a:path extrusionOk="0" h="1027" w="247">
                  <a:moveTo>
                    <a:pt x="124" y="1"/>
                  </a:moveTo>
                  <a:cubicBezTo>
                    <a:pt x="62" y="1"/>
                    <a:pt x="1" y="52"/>
                    <a:pt x="1" y="124"/>
                  </a:cubicBezTo>
                  <a:lnTo>
                    <a:pt x="1" y="903"/>
                  </a:lnTo>
                  <a:cubicBezTo>
                    <a:pt x="1" y="965"/>
                    <a:pt x="62" y="1026"/>
                    <a:pt x="124" y="1026"/>
                  </a:cubicBezTo>
                  <a:cubicBezTo>
                    <a:pt x="196" y="1026"/>
                    <a:pt x="247" y="965"/>
                    <a:pt x="247" y="903"/>
                  </a:cubicBezTo>
                  <a:lnTo>
                    <a:pt x="247" y="124"/>
                  </a:lnTo>
                  <a:cubicBezTo>
                    <a:pt x="247" y="52"/>
                    <a:pt x="196" y="1"/>
                    <a:pt x="124" y="1"/>
                  </a:cubicBezTo>
                  <a:close/>
                </a:path>
              </a:pathLst>
            </a:custGeom>
            <a:solidFill>
              <a:srgbClr val="9F52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3" name="Google Shape;793;p42"/>
            <p:cNvGrpSpPr/>
            <p:nvPr/>
          </p:nvGrpSpPr>
          <p:grpSpPr>
            <a:xfrm>
              <a:off x="457198" y="740196"/>
              <a:ext cx="4176135" cy="3663093"/>
              <a:chOff x="457198" y="740196"/>
              <a:chExt cx="4176135" cy="3663093"/>
            </a:xfrm>
          </p:grpSpPr>
          <p:sp>
            <p:nvSpPr>
              <p:cNvPr id="794" name="Google Shape;794;p42"/>
              <p:cNvSpPr/>
              <p:nvPr/>
            </p:nvSpPr>
            <p:spPr>
              <a:xfrm>
                <a:off x="1926811" y="2569164"/>
                <a:ext cx="170980" cy="1112264"/>
              </a:xfrm>
              <a:custGeom>
                <a:rect b="b" l="l" r="r" t="t"/>
                <a:pathLst>
                  <a:path extrusionOk="0" h="16680" w="2564">
                    <a:moveTo>
                      <a:pt x="0" y="0"/>
                    </a:moveTo>
                    <a:lnTo>
                      <a:pt x="0" y="16679"/>
                    </a:lnTo>
                    <a:lnTo>
                      <a:pt x="2563" y="16679"/>
                    </a:lnTo>
                    <a:lnTo>
                      <a:pt x="2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2"/>
              <p:cNvSpPr/>
              <p:nvPr/>
            </p:nvSpPr>
            <p:spPr>
              <a:xfrm>
                <a:off x="2200950" y="2338773"/>
                <a:ext cx="170980" cy="1342652"/>
              </a:xfrm>
              <a:custGeom>
                <a:rect b="b" l="l" r="r" t="t"/>
                <a:pathLst>
                  <a:path extrusionOk="0" h="20135" w="2564">
                    <a:moveTo>
                      <a:pt x="0" y="0"/>
                    </a:moveTo>
                    <a:lnTo>
                      <a:pt x="0" y="20134"/>
                    </a:lnTo>
                    <a:lnTo>
                      <a:pt x="2563" y="20134"/>
                    </a:lnTo>
                    <a:lnTo>
                      <a:pt x="256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2"/>
              <p:cNvSpPr/>
              <p:nvPr/>
            </p:nvSpPr>
            <p:spPr>
              <a:xfrm>
                <a:off x="2496961" y="2061904"/>
                <a:ext cx="171647" cy="1619518"/>
              </a:xfrm>
              <a:custGeom>
                <a:rect b="b" l="l" r="r" t="t"/>
                <a:pathLst>
                  <a:path extrusionOk="0" h="24287" w="2574">
                    <a:moveTo>
                      <a:pt x="0" y="1"/>
                    </a:moveTo>
                    <a:lnTo>
                      <a:pt x="0" y="24286"/>
                    </a:lnTo>
                    <a:lnTo>
                      <a:pt x="2573" y="24286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2"/>
              <p:cNvSpPr/>
              <p:nvPr/>
            </p:nvSpPr>
            <p:spPr>
              <a:xfrm>
                <a:off x="2771101" y="1782300"/>
                <a:ext cx="171647" cy="1899118"/>
              </a:xfrm>
              <a:custGeom>
                <a:rect b="b" l="l" r="r" t="t"/>
                <a:pathLst>
                  <a:path extrusionOk="0" h="28480" w="2574">
                    <a:moveTo>
                      <a:pt x="0" y="1"/>
                    </a:moveTo>
                    <a:lnTo>
                      <a:pt x="0" y="28479"/>
                    </a:lnTo>
                    <a:lnTo>
                      <a:pt x="2573" y="28479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2"/>
              <p:cNvSpPr/>
              <p:nvPr/>
            </p:nvSpPr>
            <p:spPr>
              <a:xfrm>
                <a:off x="3087584" y="1590252"/>
                <a:ext cx="171647" cy="2091163"/>
              </a:xfrm>
              <a:custGeom>
                <a:rect b="b" l="l" r="r" t="t"/>
                <a:pathLst>
                  <a:path extrusionOk="0" h="31360" w="2574">
                    <a:moveTo>
                      <a:pt x="1" y="0"/>
                    </a:moveTo>
                    <a:lnTo>
                      <a:pt x="1" y="31359"/>
                    </a:lnTo>
                    <a:lnTo>
                      <a:pt x="2574" y="31359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2"/>
              <p:cNvSpPr/>
              <p:nvPr/>
            </p:nvSpPr>
            <p:spPr>
              <a:xfrm>
                <a:off x="3423940" y="1256635"/>
                <a:ext cx="171647" cy="2424776"/>
              </a:xfrm>
              <a:custGeom>
                <a:rect b="b" l="l" r="r" t="t"/>
                <a:pathLst>
                  <a:path extrusionOk="0" h="36363" w="2574">
                    <a:moveTo>
                      <a:pt x="0" y="0"/>
                    </a:moveTo>
                    <a:lnTo>
                      <a:pt x="0" y="36362"/>
                    </a:lnTo>
                    <a:lnTo>
                      <a:pt x="2573" y="36362"/>
                    </a:lnTo>
                    <a:lnTo>
                      <a:pt x="257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2"/>
              <p:cNvSpPr/>
              <p:nvPr/>
            </p:nvSpPr>
            <p:spPr>
              <a:xfrm>
                <a:off x="1898803" y="897078"/>
                <a:ext cx="1737811" cy="1420537"/>
              </a:xfrm>
              <a:custGeom>
                <a:rect b="b" l="l" r="r" t="t"/>
                <a:pathLst>
                  <a:path extrusionOk="0" fill="none" h="21303" w="26060">
                    <a:moveTo>
                      <a:pt x="0" y="21303"/>
                    </a:moveTo>
                    <a:lnTo>
                      <a:pt x="1651" y="19078"/>
                    </a:lnTo>
                    <a:lnTo>
                      <a:pt x="5362" y="19078"/>
                    </a:lnTo>
                    <a:lnTo>
                      <a:pt x="12702" y="10908"/>
                    </a:lnTo>
                    <a:lnTo>
                      <a:pt x="16126" y="10908"/>
                    </a:lnTo>
                    <a:lnTo>
                      <a:pt x="26059" y="0"/>
                    </a:lnTo>
                  </a:path>
                </a:pathLst>
              </a:custGeom>
              <a:noFill/>
              <a:ln cap="flat" cmpd="sng" w="12825">
                <a:solidFill>
                  <a:schemeClr val="accent6"/>
                </a:solidFill>
                <a:prstDash val="solid"/>
                <a:miter lim="1025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2"/>
              <p:cNvSpPr/>
              <p:nvPr/>
            </p:nvSpPr>
            <p:spPr>
              <a:xfrm>
                <a:off x="3547639" y="868337"/>
                <a:ext cx="119033" cy="118295"/>
              </a:xfrm>
              <a:custGeom>
                <a:rect b="b" l="l" r="r" t="t"/>
                <a:pathLst>
                  <a:path extrusionOk="0" h="1774" w="1785">
                    <a:moveTo>
                      <a:pt x="1723" y="1"/>
                    </a:moveTo>
                    <a:lnTo>
                      <a:pt x="493" y="52"/>
                    </a:lnTo>
                    <a:lnTo>
                      <a:pt x="1" y="605"/>
                    </a:lnTo>
                    <a:lnTo>
                      <a:pt x="1231" y="544"/>
                    </a:lnTo>
                    <a:lnTo>
                      <a:pt x="1282" y="1774"/>
                    </a:lnTo>
                    <a:lnTo>
                      <a:pt x="1785" y="1231"/>
                    </a:lnTo>
                    <a:lnTo>
                      <a:pt x="1723" y="1"/>
                    </a:ln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2"/>
              <p:cNvSpPr/>
              <p:nvPr/>
            </p:nvSpPr>
            <p:spPr>
              <a:xfrm>
                <a:off x="1853658" y="2301164"/>
                <a:ext cx="62951" cy="53879"/>
              </a:xfrm>
              <a:custGeom>
                <a:rect b="b" l="l" r="r" t="t"/>
                <a:pathLst>
                  <a:path extrusionOk="0" h="808" w="944">
                    <a:moveTo>
                      <a:pt x="534" y="1"/>
                    </a:moveTo>
                    <a:cubicBezTo>
                      <a:pt x="185" y="1"/>
                      <a:pt x="1" y="411"/>
                      <a:pt x="236" y="667"/>
                    </a:cubicBezTo>
                    <a:cubicBezTo>
                      <a:pt x="318" y="764"/>
                      <a:pt x="428" y="808"/>
                      <a:pt x="535" y="808"/>
                    </a:cubicBezTo>
                    <a:cubicBezTo>
                      <a:pt x="724" y="808"/>
                      <a:pt x="907" y="673"/>
                      <a:pt x="933" y="452"/>
                    </a:cubicBezTo>
                    <a:cubicBezTo>
                      <a:pt x="944" y="226"/>
                      <a:pt x="769" y="21"/>
                      <a:pt x="534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42"/>
              <p:cNvSpPr/>
              <p:nvPr/>
            </p:nvSpPr>
            <p:spPr>
              <a:xfrm>
                <a:off x="1974690" y="2143924"/>
                <a:ext cx="62951" cy="53946"/>
              </a:xfrm>
              <a:custGeom>
                <a:rect b="b" l="l" r="r" t="t"/>
                <a:pathLst>
                  <a:path extrusionOk="0" h="809" w="944">
                    <a:moveTo>
                      <a:pt x="523" y="1"/>
                    </a:moveTo>
                    <a:cubicBezTo>
                      <a:pt x="185" y="1"/>
                      <a:pt x="0" y="411"/>
                      <a:pt x="226" y="667"/>
                    </a:cubicBezTo>
                    <a:cubicBezTo>
                      <a:pt x="311" y="764"/>
                      <a:pt x="422" y="808"/>
                      <a:pt x="529" y="808"/>
                    </a:cubicBezTo>
                    <a:cubicBezTo>
                      <a:pt x="717" y="808"/>
                      <a:pt x="897" y="673"/>
                      <a:pt x="923" y="452"/>
                    </a:cubicBezTo>
                    <a:cubicBezTo>
                      <a:pt x="943" y="216"/>
                      <a:pt x="759" y="21"/>
                      <a:pt x="523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42"/>
              <p:cNvSpPr/>
              <p:nvPr/>
            </p:nvSpPr>
            <p:spPr>
              <a:xfrm>
                <a:off x="2220755" y="2132988"/>
                <a:ext cx="62951" cy="53413"/>
              </a:xfrm>
              <a:custGeom>
                <a:rect b="b" l="l" r="r" t="t"/>
                <a:pathLst>
                  <a:path extrusionOk="0" h="801" w="944">
                    <a:moveTo>
                      <a:pt x="534" y="1"/>
                    </a:moveTo>
                    <a:cubicBezTo>
                      <a:pt x="185" y="1"/>
                      <a:pt x="1" y="411"/>
                      <a:pt x="236" y="667"/>
                    </a:cubicBezTo>
                    <a:cubicBezTo>
                      <a:pt x="317" y="759"/>
                      <a:pt x="425" y="801"/>
                      <a:pt x="532" y="801"/>
                    </a:cubicBezTo>
                    <a:cubicBezTo>
                      <a:pt x="721" y="801"/>
                      <a:pt x="907" y="668"/>
                      <a:pt x="934" y="452"/>
                    </a:cubicBezTo>
                    <a:cubicBezTo>
                      <a:pt x="944" y="216"/>
                      <a:pt x="769" y="11"/>
                      <a:pt x="534" y="1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42"/>
              <p:cNvSpPr/>
              <p:nvPr/>
            </p:nvSpPr>
            <p:spPr>
              <a:xfrm>
                <a:off x="2705416" y="1590252"/>
                <a:ext cx="63017" cy="53546"/>
              </a:xfrm>
              <a:custGeom>
                <a:rect b="b" l="l" r="r" t="t"/>
                <a:pathLst>
                  <a:path extrusionOk="0" h="803" w="945">
                    <a:moveTo>
                      <a:pt x="534" y="0"/>
                    </a:moveTo>
                    <a:cubicBezTo>
                      <a:pt x="185" y="0"/>
                      <a:pt x="1" y="410"/>
                      <a:pt x="226" y="666"/>
                    </a:cubicBezTo>
                    <a:cubicBezTo>
                      <a:pt x="309" y="760"/>
                      <a:pt x="418" y="803"/>
                      <a:pt x="526" y="803"/>
                    </a:cubicBezTo>
                    <a:cubicBezTo>
                      <a:pt x="714" y="803"/>
                      <a:pt x="898" y="672"/>
                      <a:pt x="924" y="451"/>
                    </a:cubicBezTo>
                    <a:cubicBezTo>
                      <a:pt x="944" y="215"/>
                      <a:pt x="760" y="21"/>
                      <a:pt x="534" y="0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42"/>
              <p:cNvSpPr/>
              <p:nvPr/>
            </p:nvSpPr>
            <p:spPr>
              <a:xfrm>
                <a:off x="2931743" y="1590252"/>
                <a:ext cx="62951" cy="53546"/>
              </a:xfrm>
              <a:custGeom>
                <a:rect b="b" l="l" r="r" t="t"/>
                <a:pathLst>
                  <a:path extrusionOk="0" h="803" w="944">
                    <a:moveTo>
                      <a:pt x="533" y="0"/>
                    </a:moveTo>
                    <a:cubicBezTo>
                      <a:pt x="185" y="0"/>
                      <a:pt x="0" y="410"/>
                      <a:pt x="226" y="666"/>
                    </a:cubicBezTo>
                    <a:cubicBezTo>
                      <a:pt x="312" y="760"/>
                      <a:pt x="422" y="803"/>
                      <a:pt x="531" y="803"/>
                    </a:cubicBezTo>
                    <a:cubicBezTo>
                      <a:pt x="719" y="803"/>
                      <a:pt x="900" y="672"/>
                      <a:pt x="933" y="451"/>
                    </a:cubicBezTo>
                    <a:cubicBezTo>
                      <a:pt x="943" y="215"/>
                      <a:pt x="769" y="21"/>
                      <a:pt x="533" y="0"/>
                    </a:cubicBezTo>
                    <a:close/>
                  </a:path>
                </a:pathLst>
              </a:custGeom>
              <a:solidFill>
                <a:srgbClr val="F792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42"/>
              <p:cNvSpPr/>
              <p:nvPr/>
            </p:nvSpPr>
            <p:spPr>
              <a:xfrm>
                <a:off x="3371259" y="2179800"/>
                <a:ext cx="525811" cy="350950"/>
              </a:xfrm>
              <a:custGeom>
                <a:rect b="b" l="l" r="r" t="t"/>
                <a:pathLst>
                  <a:path extrusionOk="0" h="5263" w="7885">
                    <a:moveTo>
                      <a:pt x="6688" y="0"/>
                    </a:moveTo>
                    <a:cubicBezTo>
                      <a:pt x="6313" y="0"/>
                      <a:pt x="5948" y="195"/>
                      <a:pt x="5752" y="539"/>
                    </a:cubicBezTo>
                    <a:lnTo>
                      <a:pt x="4224" y="3030"/>
                    </a:lnTo>
                    <a:lnTo>
                      <a:pt x="267" y="1677"/>
                    </a:lnTo>
                    <a:lnTo>
                      <a:pt x="1" y="2794"/>
                    </a:lnTo>
                    <a:cubicBezTo>
                      <a:pt x="1" y="2794"/>
                      <a:pt x="2815" y="5263"/>
                      <a:pt x="4589" y="5263"/>
                    </a:cubicBezTo>
                    <a:cubicBezTo>
                      <a:pt x="4698" y="5263"/>
                      <a:pt x="4802" y="5254"/>
                      <a:pt x="4901" y="5234"/>
                    </a:cubicBezTo>
                    <a:cubicBezTo>
                      <a:pt x="6101" y="4988"/>
                      <a:pt x="7095" y="2702"/>
                      <a:pt x="7648" y="1441"/>
                    </a:cubicBezTo>
                    <a:cubicBezTo>
                      <a:pt x="7884" y="908"/>
                      <a:pt x="7669" y="293"/>
                      <a:pt x="7156" y="27"/>
                    </a:cubicBezTo>
                    <a:lnTo>
                      <a:pt x="7156" y="27"/>
                    </a:lnTo>
                    <a:lnTo>
                      <a:pt x="7197" y="129"/>
                    </a:lnTo>
                    <a:cubicBezTo>
                      <a:pt x="7036" y="42"/>
                      <a:pt x="6861" y="0"/>
                      <a:pt x="66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42"/>
              <p:cNvSpPr/>
              <p:nvPr/>
            </p:nvSpPr>
            <p:spPr>
              <a:xfrm>
                <a:off x="3248893" y="1927937"/>
                <a:ext cx="209258" cy="413632"/>
              </a:xfrm>
              <a:custGeom>
                <a:rect b="b" l="l" r="r" t="t"/>
                <a:pathLst>
                  <a:path extrusionOk="0" h="6203" w="3138">
                    <a:moveTo>
                      <a:pt x="831" y="0"/>
                    </a:moveTo>
                    <a:lnTo>
                      <a:pt x="1" y="328"/>
                    </a:lnTo>
                    <a:lnTo>
                      <a:pt x="2307" y="6202"/>
                    </a:lnTo>
                    <a:lnTo>
                      <a:pt x="3138" y="5874"/>
                    </a:lnTo>
                    <a:lnTo>
                      <a:pt x="831" y="0"/>
                    </a:lnTo>
                    <a:close/>
                  </a:path>
                </a:pathLst>
              </a:custGeom>
              <a:solidFill>
                <a:srgbClr val="80818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42"/>
              <p:cNvSpPr/>
              <p:nvPr/>
            </p:nvSpPr>
            <p:spPr>
              <a:xfrm>
                <a:off x="3271499" y="2020360"/>
                <a:ext cx="317221" cy="608411"/>
              </a:xfrm>
              <a:custGeom>
                <a:rect b="b" l="l" r="r" t="t"/>
                <a:pathLst>
                  <a:path extrusionOk="0" h="9124" w="4757">
                    <a:moveTo>
                      <a:pt x="1085" y="1"/>
                    </a:moveTo>
                    <a:cubicBezTo>
                      <a:pt x="1017" y="1"/>
                      <a:pt x="948" y="13"/>
                      <a:pt x="882" y="39"/>
                    </a:cubicBezTo>
                    <a:lnTo>
                      <a:pt x="441" y="213"/>
                    </a:lnTo>
                    <a:cubicBezTo>
                      <a:pt x="144" y="336"/>
                      <a:pt x="0" y="665"/>
                      <a:pt x="113" y="962"/>
                    </a:cubicBezTo>
                    <a:lnTo>
                      <a:pt x="3137" y="8763"/>
                    </a:lnTo>
                    <a:cubicBezTo>
                      <a:pt x="3223" y="8982"/>
                      <a:pt x="3441" y="9124"/>
                      <a:pt x="3671" y="9124"/>
                    </a:cubicBezTo>
                    <a:cubicBezTo>
                      <a:pt x="3742" y="9124"/>
                      <a:pt x="3815" y="9110"/>
                      <a:pt x="3885" y="9081"/>
                    </a:cubicBezTo>
                    <a:lnTo>
                      <a:pt x="4316" y="8907"/>
                    </a:lnTo>
                    <a:cubicBezTo>
                      <a:pt x="4613" y="8794"/>
                      <a:pt x="4757" y="8466"/>
                      <a:pt x="4644" y="8169"/>
                    </a:cubicBezTo>
                    <a:lnTo>
                      <a:pt x="1620" y="367"/>
                    </a:lnTo>
                    <a:cubicBezTo>
                      <a:pt x="1533" y="139"/>
                      <a:pt x="1313" y="1"/>
                      <a:pt x="10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42"/>
              <p:cNvSpPr/>
              <p:nvPr/>
            </p:nvSpPr>
            <p:spPr>
              <a:xfrm>
                <a:off x="3203148" y="1860920"/>
                <a:ext cx="127168" cy="108092"/>
              </a:xfrm>
              <a:custGeom>
                <a:rect b="b" l="l" r="r" t="t"/>
                <a:pathLst>
                  <a:path extrusionOk="0" h="1621" w="1907">
                    <a:moveTo>
                      <a:pt x="1507" y="1"/>
                    </a:moveTo>
                    <a:lnTo>
                      <a:pt x="0" y="595"/>
                    </a:lnTo>
                    <a:lnTo>
                      <a:pt x="400" y="1620"/>
                    </a:lnTo>
                    <a:lnTo>
                      <a:pt x="1907" y="1026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42"/>
              <p:cNvSpPr/>
              <p:nvPr/>
            </p:nvSpPr>
            <p:spPr>
              <a:xfrm>
                <a:off x="2558444" y="984500"/>
                <a:ext cx="1058358" cy="957294"/>
              </a:xfrm>
              <a:custGeom>
                <a:rect b="b" l="l" r="r" t="t"/>
                <a:pathLst>
                  <a:path extrusionOk="0" h="14356" w="15871">
                    <a:moveTo>
                      <a:pt x="7756" y="1651"/>
                    </a:moveTo>
                    <a:cubicBezTo>
                      <a:pt x="7781" y="1651"/>
                      <a:pt x="7807" y="1651"/>
                      <a:pt x="7833" y="1652"/>
                    </a:cubicBezTo>
                    <a:cubicBezTo>
                      <a:pt x="10068" y="1693"/>
                      <a:pt x="12057" y="3077"/>
                      <a:pt x="12877" y="5158"/>
                    </a:cubicBezTo>
                    <a:cubicBezTo>
                      <a:pt x="13994" y="7987"/>
                      <a:pt x="12600" y="11196"/>
                      <a:pt x="9760" y="12323"/>
                    </a:cubicBezTo>
                    <a:cubicBezTo>
                      <a:pt x="9105" y="12578"/>
                      <a:pt x="8422" y="12702"/>
                      <a:pt x="7745" y="12702"/>
                    </a:cubicBezTo>
                    <a:cubicBezTo>
                      <a:pt x="6270" y="12702"/>
                      <a:pt x="4824" y="12114"/>
                      <a:pt x="3763" y="11011"/>
                    </a:cubicBezTo>
                    <a:cubicBezTo>
                      <a:pt x="2215" y="9412"/>
                      <a:pt x="1785" y="7023"/>
                      <a:pt x="2666" y="4973"/>
                    </a:cubicBezTo>
                    <a:cubicBezTo>
                      <a:pt x="3548" y="2947"/>
                      <a:pt x="5551" y="1651"/>
                      <a:pt x="7756" y="1651"/>
                    </a:cubicBezTo>
                    <a:close/>
                    <a:moveTo>
                      <a:pt x="7737" y="0"/>
                    </a:moveTo>
                    <a:cubicBezTo>
                      <a:pt x="4886" y="0"/>
                      <a:pt x="2301" y="1701"/>
                      <a:pt x="1159" y="4317"/>
                    </a:cubicBezTo>
                    <a:cubicBezTo>
                      <a:pt x="1" y="6982"/>
                      <a:pt x="565" y="10078"/>
                      <a:pt x="2574" y="12159"/>
                    </a:cubicBezTo>
                    <a:cubicBezTo>
                      <a:pt x="3957" y="13592"/>
                      <a:pt x="5836" y="14356"/>
                      <a:pt x="7748" y="14356"/>
                    </a:cubicBezTo>
                    <a:cubicBezTo>
                      <a:pt x="8628" y="14356"/>
                      <a:pt x="9516" y="14194"/>
                      <a:pt x="10365" y="13861"/>
                    </a:cubicBezTo>
                    <a:cubicBezTo>
                      <a:pt x="14056" y="12406"/>
                      <a:pt x="15870" y="8233"/>
                      <a:pt x="14414" y="4543"/>
                    </a:cubicBezTo>
                    <a:cubicBezTo>
                      <a:pt x="13348" y="1847"/>
                      <a:pt x="10765" y="53"/>
                      <a:pt x="7864" y="1"/>
                    </a:cubicBezTo>
                    <a:cubicBezTo>
                      <a:pt x="7821" y="1"/>
                      <a:pt x="7779" y="0"/>
                      <a:pt x="7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42"/>
              <p:cNvSpPr/>
              <p:nvPr/>
            </p:nvSpPr>
            <p:spPr>
              <a:xfrm>
                <a:off x="2679476" y="1094594"/>
                <a:ext cx="789617" cy="736975"/>
              </a:xfrm>
              <a:custGeom>
                <a:rect b="b" l="l" r="r" t="t"/>
                <a:pathLst>
                  <a:path extrusionOk="0" h="11052" w="11841">
                    <a:moveTo>
                      <a:pt x="5918" y="1"/>
                    </a:moveTo>
                    <a:cubicBezTo>
                      <a:pt x="3224" y="1"/>
                      <a:pt x="871" y="1960"/>
                      <a:pt x="462" y="4706"/>
                    </a:cubicBezTo>
                    <a:cubicBezTo>
                      <a:pt x="0" y="7720"/>
                      <a:pt x="2081" y="10529"/>
                      <a:pt x="5095" y="10990"/>
                    </a:cubicBezTo>
                    <a:cubicBezTo>
                      <a:pt x="5373" y="11032"/>
                      <a:pt x="5648" y="11052"/>
                      <a:pt x="5920" y="11052"/>
                    </a:cubicBezTo>
                    <a:cubicBezTo>
                      <a:pt x="8615" y="11052"/>
                      <a:pt x="10970" y="9084"/>
                      <a:pt x="11380" y="6346"/>
                    </a:cubicBezTo>
                    <a:cubicBezTo>
                      <a:pt x="11841" y="3332"/>
                      <a:pt x="9760" y="513"/>
                      <a:pt x="6746" y="62"/>
                    </a:cubicBezTo>
                    <a:cubicBezTo>
                      <a:pt x="6467" y="21"/>
                      <a:pt x="6191" y="1"/>
                      <a:pt x="5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42"/>
              <p:cNvSpPr/>
              <p:nvPr/>
            </p:nvSpPr>
            <p:spPr>
              <a:xfrm>
                <a:off x="3715817" y="2150592"/>
                <a:ext cx="369235" cy="629816"/>
              </a:xfrm>
              <a:custGeom>
                <a:rect b="b" l="l" r="r" t="t"/>
                <a:pathLst>
                  <a:path extrusionOk="0" h="9445" w="5537">
                    <a:moveTo>
                      <a:pt x="2412" y="1"/>
                    </a:moveTo>
                    <a:cubicBezTo>
                      <a:pt x="1857" y="1"/>
                      <a:pt x="1549" y="280"/>
                      <a:pt x="1549" y="280"/>
                    </a:cubicBezTo>
                    <a:cubicBezTo>
                      <a:pt x="1549" y="280"/>
                      <a:pt x="185" y="547"/>
                      <a:pt x="113" y="3519"/>
                    </a:cubicBezTo>
                    <a:cubicBezTo>
                      <a:pt x="52" y="5765"/>
                      <a:pt x="1" y="9445"/>
                      <a:pt x="1" y="9445"/>
                    </a:cubicBezTo>
                    <a:lnTo>
                      <a:pt x="4891" y="9445"/>
                    </a:lnTo>
                    <a:cubicBezTo>
                      <a:pt x="4891" y="9445"/>
                      <a:pt x="5536" y="1982"/>
                      <a:pt x="4152" y="793"/>
                    </a:cubicBezTo>
                    <a:cubicBezTo>
                      <a:pt x="3439" y="174"/>
                      <a:pt x="2849" y="1"/>
                      <a:pt x="2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42"/>
              <p:cNvSpPr/>
              <p:nvPr/>
            </p:nvSpPr>
            <p:spPr>
              <a:xfrm>
                <a:off x="3715150" y="1929270"/>
                <a:ext cx="198988" cy="263929"/>
              </a:xfrm>
              <a:custGeom>
                <a:rect b="b" l="l" r="r" t="t"/>
                <a:pathLst>
                  <a:path extrusionOk="0" h="3958" w="2984">
                    <a:moveTo>
                      <a:pt x="298" y="1"/>
                    </a:moveTo>
                    <a:cubicBezTo>
                      <a:pt x="298" y="1"/>
                      <a:pt x="0" y="2051"/>
                      <a:pt x="339" y="2533"/>
                    </a:cubicBezTo>
                    <a:cubicBezTo>
                      <a:pt x="677" y="3025"/>
                      <a:pt x="1518" y="3066"/>
                      <a:pt x="1518" y="3066"/>
                    </a:cubicBezTo>
                    <a:lnTo>
                      <a:pt x="1559" y="3958"/>
                    </a:lnTo>
                    <a:lnTo>
                      <a:pt x="2748" y="3548"/>
                    </a:lnTo>
                    <a:lnTo>
                      <a:pt x="2789" y="2533"/>
                    </a:lnTo>
                    <a:lnTo>
                      <a:pt x="2984" y="73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2"/>
              <p:cNvSpPr/>
              <p:nvPr/>
            </p:nvSpPr>
            <p:spPr>
              <a:xfrm>
                <a:off x="3698079" y="1871322"/>
                <a:ext cx="273475" cy="217318"/>
              </a:xfrm>
              <a:custGeom>
                <a:rect b="b" l="l" r="r" t="t"/>
                <a:pathLst>
                  <a:path extrusionOk="0" h="3259" w="4101">
                    <a:moveTo>
                      <a:pt x="1771" y="0"/>
                    </a:moveTo>
                    <a:cubicBezTo>
                      <a:pt x="1023" y="0"/>
                      <a:pt x="215" y="60"/>
                      <a:pt x="215" y="60"/>
                    </a:cubicBezTo>
                    <a:cubicBezTo>
                      <a:pt x="215" y="60"/>
                      <a:pt x="0" y="439"/>
                      <a:pt x="564" y="870"/>
                    </a:cubicBezTo>
                    <a:lnTo>
                      <a:pt x="2061" y="911"/>
                    </a:lnTo>
                    <a:cubicBezTo>
                      <a:pt x="1938" y="1249"/>
                      <a:pt x="1938" y="1618"/>
                      <a:pt x="2081" y="1956"/>
                    </a:cubicBezTo>
                    <a:cubicBezTo>
                      <a:pt x="2163" y="2120"/>
                      <a:pt x="2286" y="2264"/>
                      <a:pt x="2440" y="2377"/>
                    </a:cubicBezTo>
                    <a:cubicBezTo>
                      <a:pt x="2440" y="2377"/>
                      <a:pt x="2519" y="1905"/>
                      <a:pt x="2801" y="1905"/>
                    </a:cubicBezTo>
                    <a:cubicBezTo>
                      <a:pt x="2807" y="1905"/>
                      <a:pt x="2813" y="1905"/>
                      <a:pt x="2819" y="1905"/>
                    </a:cubicBezTo>
                    <a:cubicBezTo>
                      <a:pt x="3014" y="1926"/>
                      <a:pt x="3096" y="2295"/>
                      <a:pt x="2973" y="2592"/>
                    </a:cubicBezTo>
                    <a:cubicBezTo>
                      <a:pt x="2935" y="2743"/>
                      <a:pt x="2802" y="2851"/>
                      <a:pt x="2653" y="2851"/>
                    </a:cubicBezTo>
                    <a:cubicBezTo>
                      <a:pt x="2640" y="2851"/>
                      <a:pt x="2627" y="2850"/>
                      <a:pt x="2614" y="2848"/>
                    </a:cubicBezTo>
                    <a:lnTo>
                      <a:pt x="2614" y="2848"/>
                    </a:lnTo>
                    <a:lnTo>
                      <a:pt x="3055" y="3258"/>
                    </a:lnTo>
                    <a:cubicBezTo>
                      <a:pt x="3055" y="3258"/>
                      <a:pt x="4101" y="1331"/>
                      <a:pt x="3424" y="849"/>
                    </a:cubicBezTo>
                    <a:cubicBezTo>
                      <a:pt x="3404" y="531"/>
                      <a:pt x="3219" y="244"/>
                      <a:pt x="2922" y="111"/>
                    </a:cubicBezTo>
                    <a:cubicBezTo>
                      <a:pt x="2727" y="26"/>
                      <a:pt x="2261" y="0"/>
                      <a:pt x="17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2"/>
              <p:cNvSpPr/>
              <p:nvPr/>
            </p:nvSpPr>
            <p:spPr>
              <a:xfrm>
                <a:off x="3816310" y="2102247"/>
                <a:ext cx="42478" cy="56080"/>
              </a:xfrm>
              <a:custGeom>
                <a:rect b="b" l="l" r="r" t="t"/>
                <a:pathLst>
                  <a:path extrusionOk="0" h="841" w="637">
                    <a:moveTo>
                      <a:pt x="626" y="0"/>
                    </a:moveTo>
                    <a:cubicBezTo>
                      <a:pt x="575" y="308"/>
                      <a:pt x="1" y="472"/>
                      <a:pt x="1" y="472"/>
                    </a:cubicBezTo>
                    <a:lnTo>
                      <a:pt x="21" y="841"/>
                    </a:lnTo>
                    <a:cubicBezTo>
                      <a:pt x="636" y="697"/>
                      <a:pt x="626" y="1"/>
                      <a:pt x="626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2"/>
              <p:cNvSpPr/>
              <p:nvPr/>
            </p:nvSpPr>
            <p:spPr>
              <a:xfrm>
                <a:off x="3810175" y="2137789"/>
                <a:ext cx="108763" cy="70483"/>
              </a:xfrm>
              <a:custGeom>
                <a:rect b="b" l="l" r="r" t="t"/>
                <a:pathLst>
                  <a:path extrusionOk="0" h="1057" w="1631">
                    <a:moveTo>
                      <a:pt x="1374" y="0"/>
                    </a:moveTo>
                    <a:lnTo>
                      <a:pt x="287" y="667"/>
                    </a:lnTo>
                    <a:lnTo>
                      <a:pt x="123" y="410"/>
                    </a:lnTo>
                    <a:lnTo>
                      <a:pt x="0" y="585"/>
                    </a:lnTo>
                    <a:lnTo>
                      <a:pt x="0" y="933"/>
                    </a:lnTo>
                    <a:lnTo>
                      <a:pt x="277" y="800"/>
                    </a:lnTo>
                    <a:lnTo>
                      <a:pt x="790" y="1056"/>
                    </a:lnTo>
                    <a:lnTo>
                      <a:pt x="1630" y="298"/>
                    </a:lnTo>
                    <a:lnTo>
                      <a:pt x="13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2"/>
              <p:cNvSpPr/>
              <p:nvPr/>
            </p:nvSpPr>
            <p:spPr>
              <a:xfrm>
                <a:off x="4046704" y="3710784"/>
                <a:ext cx="90291" cy="52679"/>
              </a:xfrm>
              <a:custGeom>
                <a:rect b="b" l="l" r="r" t="t"/>
                <a:pathLst>
                  <a:path extrusionOk="0" h="790" w="1354">
                    <a:moveTo>
                      <a:pt x="0" y="0"/>
                    </a:moveTo>
                    <a:lnTo>
                      <a:pt x="185" y="789"/>
                    </a:lnTo>
                    <a:lnTo>
                      <a:pt x="1354" y="789"/>
                    </a:lnTo>
                    <a:lnTo>
                      <a:pt x="1241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2"/>
              <p:cNvSpPr/>
              <p:nvPr/>
            </p:nvSpPr>
            <p:spPr>
              <a:xfrm>
                <a:off x="3933208" y="3763397"/>
                <a:ext cx="224995" cy="116961"/>
              </a:xfrm>
              <a:custGeom>
                <a:rect b="b" l="l" r="r" t="t"/>
                <a:pathLst>
                  <a:path extrusionOk="0" h="1754" w="3374">
                    <a:moveTo>
                      <a:pt x="1887" y="0"/>
                    </a:moveTo>
                    <a:lnTo>
                      <a:pt x="1805" y="103"/>
                    </a:lnTo>
                    <a:cubicBezTo>
                      <a:pt x="1805" y="103"/>
                      <a:pt x="923" y="995"/>
                      <a:pt x="195" y="1190"/>
                    </a:cubicBezTo>
                    <a:lnTo>
                      <a:pt x="1" y="1753"/>
                    </a:lnTo>
                    <a:lnTo>
                      <a:pt x="1887" y="1753"/>
                    </a:lnTo>
                    <a:lnTo>
                      <a:pt x="2379" y="1651"/>
                    </a:lnTo>
                    <a:lnTo>
                      <a:pt x="2522" y="1753"/>
                    </a:lnTo>
                    <a:lnTo>
                      <a:pt x="3250" y="1753"/>
                    </a:lnTo>
                    <a:cubicBezTo>
                      <a:pt x="3250" y="1753"/>
                      <a:pt x="3373" y="513"/>
                      <a:pt x="30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2"/>
              <p:cNvSpPr/>
              <p:nvPr/>
            </p:nvSpPr>
            <p:spPr>
              <a:xfrm>
                <a:off x="3813576" y="3710051"/>
                <a:ext cx="78688" cy="53413"/>
              </a:xfrm>
              <a:custGeom>
                <a:rect b="b" l="l" r="r" t="t"/>
                <a:pathLst>
                  <a:path extrusionOk="0" h="801" w="1180">
                    <a:moveTo>
                      <a:pt x="1" y="1"/>
                    </a:moveTo>
                    <a:lnTo>
                      <a:pt x="1" y="800"/>
                    </a:lnTo>
                    <a:lnTo>
                      <a:pt x="1180" y="800"/>
                    </a:lnTo>
                    <a:lnTo>
                      <a:pt x="1180" y="1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2"/>
              <p:cNvSpPr/>
              <p:nvPr/>
            </p:nvSpPr>
            <p:spPr>
              <a:xfrm>
                <a:off x="3688476" y="3763397"/>
                <a:ext cx="224995" cy="116961"/>
              </a:xfrm>
              <a:custGeom>
                <a:rect b="b" l="l" r="r" t="t"/>
                <a:pathLst>
                  <a:path extrusionOk="0" h="1754" w="3374">
                    <a:moveTo>
                      <a:pt x="1877" y="0"/>
                    </a:moveTo>
                    <a:lnTo>
                      <a:pt x="1795" y="103"/>
                    </a:lnTo>
                    <a:cubicBezTo>
                      <a:pt x="1795" y="103"/>
                      <a:pt x="923" y="995"/>
                      <a:pt x="195" y="1190"/>
                    </a:cubicBezTo>
                    <a:lnTo>
                      <a:pt x="1" y="1753"/>
                    </a:lnTo>
                    <a:lnTo>
                      <a:pt x="1887" y="1753"/>
                    </a:lnTo>
                    <a:lnTo>
                      <a:pt x="2379" y="1651"/>
                    </a:lnTo>
                    <a:lnTo>
                      <a:pt x="2522" y="1753"/>
                    </a:lnTo>
                    <a:lnTo>
                      <a:pt x="3250" y="1753"/>
                    </a:lnTo>
                    <a:cubicBezTo>
                      <a:pt x="3250" y="1753"/>
                      <a:pt x="3373" y="513"/>
                      <a:pt x="30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2"/>
              <p:cNvSpPr/>
              <p:nvPr/>
            </p:nvSpPr>
            <p:spPr>
              <a:xfrm>
                <a:off x="3482689" y="2193003"/>
                <a:ext cx="551085" cy="373022"/>
              </a:xfrm>
              <a:custGeom>
                <a:rect b="b" l="l" r="r" t="t"/>
                <a:pathLst>
                  <a:path extrusionOk="0" h="5594" w="8264">
                    <a:moveTo>
                      <a:pt x="7070" y="1"/>
                    </a:moveTo>
                    <a:cubicBezTo>
                      <a:pt x="6609" y="1"/>
                      <a:pt x="6180" y="296"/>
                      <a:pt x="6029" y="751"/>
                    </a:cubicBezTo>
                    <a:lnTo>
                      <a:pt x="5106" y="3581"/>
                    </a:lnTo>
                    <a:lnTo>
                      <a:pt x="103" y="2955"/>
                    </a:lnTo>
                    <a:lnTo>
                      <a:pt x="1" y="4462"/>
                    </a:lnTo>
                    <a:cubicBezTo>
                      <a:pt x="1" y="4462"/>
                      <a:pt x="3056" y="5593"/>
                      <a:pt x="5033" y="5593"/>
                    </a:cubicBezTo>
                    <a:cubicBezTo>
                      <a:pt x="5445" y="5593"/>
                      <a:pt x="5810" y="5544"/>
                      <a:pt x="6090" y="5426"/>
                    </a:cubicBezTo>
                    <a:cubicBezTo>
                      <a:pt x="7218" y="4944"/>
                      <a:pt x="7854" y="2668"/>
                      <a:pt x="8141" y="1325"/>
                    </a:cubicBezTo>
                    <a:cubicBezTo>
                      <a:pt x="8264" y="761"/>
                      <a:pt x="7925" y="198"/>
                      <a:pt x="7372" y="44"/>
                    </a:cubicBezTo>
                    <a:cubicBezTo>
                      <a:pt x="7271" y="15"/>
                      <a:pt x="7170" y="1"/>
                      <a:pt x="70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2"/>
              <p:cNvSpPr/>
              <p:nvPr/>
            </p:nvSpPr>
            <p:spPr>
              <a:xfrm>
                <a:off x="3363057" y="2357178"/>
                <a:ext cx="128635" cy="133432"/>
              </a:xfrm>
              <a:custGeom>
                <a:rect b="b" l="l" r="r" t="t"/>
                <a:pathLst>
                  <a:path extrusionOk="0" h="2001" w="1929">
                    <a:moveTo>
                      <a:pt x="781" y="1"/>
                    </a:moveTo>
                    <a:cubicBezTo>
                      <a:pt x="728" y="1"/>
                      <a:pt x="687" y="7"/>
                      <a:pt x="667" y="22"/>
                    </a:cubicBezTo>
                    <a:cubicBezTo>
                      <a:pt x="585" y="83"/>
                      <a:pt x="698" y="268"/>
                      <a:pt x="852" y="288"/>
                    </a:cubicBezTo>
                    <a:cubicBezTo>
                      <a:pt x="964" y="309"/>
                      <a:pt x="1067" y="350"/>
                      <a:pt x="1159" y="401"/>
                    </a:cubicBezTo>
                    <a:cubicBezTo>
                      <a:pt x="1159" y="401"/>
                      <a:pt x="541" y="232"/>
                      <a:pt x="259" y="232"/>
                    </a:cubicBezTo>
                    <a:cubicBezTo>
                      <a:pt x="200" y="232"/>
                      <a:pt x="155" y="240"/>
                      <a:pt x="134" y="257"/>
                    </a:cubicBezTo>
                    <a:cubicBezTo>
                      <a:pt x="1" y="350"/>
                      <a:pt x="83" y="575"/>
                      <a:pt x="298" y="626"/>
                    </a:cubicBezTo>
                    <a:cubicBezTo>
                      <a:pt x="298" y="626"/>
                      <a:pt x="73" y="647"/>
                      <a:pt x="73" y="852"/>
                    </a:cubicBezTo>
                    <a:cubicBezTo>
                      <a:pt x="62" y="1047"/>
                      <a:pt x="319" y="1108"/>
                      <a:pt x="319" y="1108"/>
                    </a:cubicBezTo>
                    <a:cubicBezTo>
                      <a:pt x="257" y="1242"/>
                      <a:pt x="308" y="1395"/>
                      <a:pt x="421" y="1488"/>
                    </a:cubicBezTo>
                    <a:cubicBezTo>
                      <a:pt x="442" y="1631"/>
                      <a:pt x="534" y="1754"/>
                      <a:pt x="667" y="1805"/>
                    </a:cubicBezTo>
                    <a:cubicBezTo>
                      <a:pt x="1036" y="1887"/>
                      <a:pt x="1416" y="1959"/>
                      <a:pt x="1795" y="2000"/>
                    </a:cubicBezTo>
                    <a:lnTo>
                      <a:pt x="1928" y="503"/>
                    </a:lnTo>
                    <a:cubicBezTo>
                      <a:pt x="1928" y="503"/>
                      <a:pt x="1549" y="165"/>
                      <a:pt x="1303" y="93"/>
                    </a:cubicBezTo>
                    <a:cubicBezTo>
                      <a:pt x="1133" y="42"/>
                      <a:pt x="916" y="1"/>
                      <a:pt x="781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2"/>
              <p:cNvSpPr/>
              <p:nvPr/>
            </p:nvSpPr>
            <p:spPr>
              <a:xfrm>
                <a:off x="3331649" y="2251284"/>
                <a:ext cx="91625" cy="117828"/>
              </a:xfrm>
              <a:custGeom>
                <a:rect b="b" l="l" r="r" t="t"/>
                <a:pathLst>
                  <a:path extrusionOk="0" h="1767" w="1374">
                    <a:moveTo>
                      <a:pt x="321" y="0"/>
                    </a:moveTo>
                    <a:cubicBezTo>
                      <a:pt x="237" y="0"/>
                      <a:pt x="153" y="43"/>
                      <a:pt x="113" y="123"/>
                    </a:cubicBezTo>
                    <a:cubicBezTo>
                      <a:pt x="82" y="246"/>
                      <a:pt x="93" y="379"/>
                      <a:pt x="144" y="492"/>
                    </a:cubicBezTo>
                    <a:cubicBezTo>
                      <a:pt x="144" y="492"/>
                      <a:pt x="0" y="605"/>
                      <a:pt x="113" y="841"/>
                    </a:cubicBezTo>
                    <a:cubicBezTo>
                      <a:pt x="82" y="913"/>
                      <a:pt x="93" y="1015"/>
                      <a:pt x="144" y="1087"/>
                    </a:cubicBezTo>
                    <a:cubicBezTo>
                      <a:pt x="144" y="1087"/>
                      <a:pt x="21" y="1353"/>
                      <a:pt x="349" y="1579"/>
                    </a:cubicBezTo>
                    <a:cubicBezTo>
                      <a:pt x="540" y="1697"/>
                      <a:pt x="755" y="1767"/>
                      <a:pt x="973" y="1767"/>
                    </a:cubicBezTo>
                    <a:cubicBezTo>
                      <a:pt x="1000" y="1767"/>
                      <a:pt x="1028" y="1766"/>
                      <a:pt x="1056" y="1763"/>
                    </a:cubicBezTo>
                    <a:lnTo>
                      <a:pt x="943" y="1446"/>
                    </a:lnTo>
                    <a:cubicBezTo>
                      <a:pt x="1087" y="1446"/>
                      <a:pt x="1230" y="1364"/>
                      <a:pt x="1179" y="1251"/>
                    </a:cubicBezTo>
                    <a:cubicBezTo>
                      <a:pt x="1138" y="1148"/>
                      <a:pt x="882" y="1128"/>
                      <a:pt x="882" y="1128"/>
                    </a:cubicBezTo>
                    <a:lnTo>
                      <a:pt x="882" y="1128"/>
                    </a:lnTo>
                    <a:cubicBezTo>
                      <a:pt x="882" y="1128"/>
                      <a:pt x="901" y="1129"/>
                      <a:pt x="931" y="1129"/>
                    </a:cubicBezTo>
                    <a:cubicBezTo>
                      <a:pt x="1019" y="1129"/>
                      <a:pt x="1200" y="1118"/>
                      <a:pt x="1230" y="1025"/>
                    </a:cubicBezTo>
                    <a:cubicBezTo>
                      <a:pt x="1251" y="954"/>
                      <a:pt x="1220" y="882"/>
                      <a:pt x="1159" y="841"/>
                    </a:cubicBezTo>
                    <a:cubicBezTo>
                      <a:pt x="1292" y="841"/>
                      <a:pt x="1374" y="687"/>
                      <a:pt x="1200" y="595"/>
                    </a:cubicBezTo>
                    <a:cubicBezTo>
                      <a:pt x="1086" y="531"/>
                      <a:pt x="845" y="521"/>
                      <a:pt x="707" y="521"/>
                    </a:cubicBezTo>
                    <a:cubicBezTo>
                      <a:pt x="646" y="521"/>
                      <a:pt x="605" y="523"/>
                      <a:pt x="605" y="523"/>
                    </a:cubicBezTo>
                    <a:lnTo>
                      <a:pt x="574" y="451"/>
                    </a:lnTo>
                    <a:cubicBezTo>
                      <a:pt x="605" y="448"/>
                      <a:pt x="635" y="447"/>
                      <a:pt x="665" y="447"/>
                    </a:cubicBezTo>
                    <a:cubicBezTo>
                      <a:pt x="748" y="447"/>
                      <a:pt x="830" y="457"/>
                      <a:pt x="913" y="472"/>
                    </a:cubicBezTo>
                    <a:cubicBezTo>
                      <a:pt x="927" y="473"/>
                      <a:pt x="942" y="474"/>
                      <a:pt x="957" y="474"/>
                    </a:cubicBezTo>
                    <a:cubicBezTo>
                      <a:pt x="1133" y="474"/>
                      <a:pt x="1325" y="364"/>
                      <a:pt x="1107" y="185"/>
                    </a:cubicBezTo>
                    <a:cubicBezTo>
                      <a:pt x="918" y="27"/>
                      <a:pt x="595" y="9"/>
                      <a:pt x="457" y="9"/>
                    </a:cubicBezTo>
                    <a:cubicBezTo>
                      <a:pt x="415" y="9"/>
                      <a:pt x="390" y="10"/>
                      <a:pt x="390" y="10"/>
                    </a:cubicBezTo>
                    <a:cubicBezTo>
                      <a:pt x="368" y="4"/>
                      <a:pt x="344" y="0"/>
                      <a:pt x="321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2"/>
              <p:cNvSpPr/>
              <p:nvPr/>
            </p:nvSpPr>
            <p:spPr>
              <a:xfrm>
                <a:off x="1875531" y="1801438"/>
                <a:ext cx="242067" cy="233189"/>
              </a:xfrm>
              <a:custGeom>
                <a:rect b="b" l="l" r="r" t="t"/>
                <a:pathLst>
                  <a:path extrusionOk="0" h="3497" w="3630">
                    <a:moveTo>
                      <a:pt x="1787" y="1169"/>
                    </a:moveTo>
                    <a:cubicBezTo>
                      <a:pt x="1793" y="1169"/>
                      <a:pt x="1799" y="1169"/>
                      <a:pt x="1805" y="1169"/>
                    </a:cubicBezTo>
                    <a:cubicBezTo>
                      <a:pt x="2338" y="1190"/>
                      <a:pt x="2584" y="1836"/>
                      <a:pt x="2194" y="2205"/>
                    </a:cubicBezTo>
                    <a:cubicBezTo>
                      <a:pt x="2074" y="2322"/>
                      <a:pt x="1928" y="2374"/>
                      <a:pt x="1785" y="2374"/>
                    </a:cubicBezTo>
                    <a:cubicBezTo>
                      <a:pt x="1476" y="2374"/>
                      <a:pt x="1180" y="2131"/>
                      <a:pt x="1180" y="1774"/>
                    </a:cubicBezTo>
                    <a:cubicBezTo>
                      <a:pt x="1190" y="1442"/>
                      <a:pt x="1457" y="1169"/>
                      <a:pt x="1787" y="1169"/>
                    </a:cubicBezTo>
                    <a:close/>
                    <a:moveTo>
                      <a:pt x="1928" y="1"/>
                    </a:moveTo>
                    <a:lnTo>
                      <a:pt x="1651" y="667"/>
                    </a:lnTo>
                    <a:cubicBezTo>
                      <a:pt x="1569" y="677"/>
                      <a:pt x="1487" y="698"/>
                      <a:pt x="1405" y="729"/>
                    </a:cubicBezTo>
                    <a:lnTo>
                      <a:pt x="821" y="288"/>
                    </a:lnTo>
                    <a:lnTo>
                      <a:pt x="400" y="759"/>
                    </a:lnTo>
                    <a:lnTo>
                      <a:pt x="800" y="1262"/>
                    </a:lnTo>
                    <a:cubicBezTo>
                      <a:pt x="749" y="1354"/>
                      <a:pt x="718" y="1467"/>
                      <a:pt x="687" y="1569"/>
                    </a:cubicBezTo>
                    <a:lnTo>
                      <a:pt x="1" y="1815"/>
                    </a:lnTo>
                    <a:lnTo>
                      <a:pt x="206" y="2410"/>
                    </a:lnTo>
                    <a:lnTo>
                      <a:pt x="841" y="2338"/>
                    </a:lnTo>
                    <a:cubicBezTo>
                      <a:pt x="903" y="2430"/>
                      <a:pt x="975" y="2512"/>
                      <a:pt x="1046" y="2584"/>
                    </a:cubicBezTo>
                    <a:lnTo>
                      <a:pt x="923" y="3271"/>
                    </a:lnTo>
                    <a:lnTo>
                      <a:pt x="1579" y="3496"/>
                    </a:lnTo>
                    <a:lnTo>
                      <a:pt x="1877" y="2871"/>
                    </a:lnTo>
                    <a:cubicBezTo>
                      <a:pt x="1989" y="2861"/>
                      <a:pt x="2102" y="2840"/>
                      <a:pt x="2205" y="2799"/>
                    </a:cubicBezTo>
                    <a:lnTo>
                      <a:pt x="2738" y="3261"/>
                    </a:lnTo>
                    <a:lnTo>
                      <a:pt x="3179" y="2810"/>
                    </a:lnTo>
                    <a:lnTo>
                      <a:pt x="2820" y="2287"/>
                    </a:lnTo>
                    <a:cubicBezTo>
                      <a:pt x="2892" y="2154"/>
                      <a:pt x="2933" y="2000"/>
                      <a:pt x="2943" y="1846"/>
                    </a:cubicBezTo>
                    <a:lnTo>
                      <a:pt x="3630" y="1549"/>
                    </a:lnTo>
                    <a:lnTo>
                      <a:pt x="3394" y="975"/>
                    </a:lnTo>
                    <a:lnTo>
                      <a:pt x="2707" y="1087"/>
                    </a:lnTo>
                    <a:cubicBezTo>
                      <a:pt x="2656" y="1016"/>
                      <a:pt x="2584" y="944"/>
                      <a:pt x="2502" y="893"/>
                    </a:cubicBezTo>
                    <a:lnTo>
                      <a:pt x="2594" y="175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42"/>
              <p:cNvSpPr/>
              <p:nvPr/>
            </p:nvSpPr>
            <p:spPr>
              <a:xfrm>
                <a:off x="1388135" y="3273274"/>
                <a:ext cx="47213" cy="629616"/>
              </a:xfrm>
              <a:custGeom>
                <a:rect b="b" l="l" r="r" t="t"/>
                <a:pathLst>
                  <a:path extrusionOk="0" h="9442" w="708">
                    <a:moveTo>
                      <a:pt x="0" y="0"/>
                    </a:moveTo>
                    <a:lnTo>
                      <a:pt x="0" y="9442"/>
                    </a:lnTo>
                    <a:lnTo>
                      <a:pt x="708" y="9442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42"/>
              <p:cNvSpPr/>
              <p:nvPr/>
            </p:nvSpPr>
            <p:spPr>
              <a:xfrm>
                <a:off x="1155674" y="3156378"/>
                <a:ext cx="503939" cy="151769"/>
              </a:xfrm>
              <a:custGeom>
                <a:rect b="b" l="l" r="r" t="t"/>
                <a:pathLst>
                  <a:path extrusionOk="0" h="2276" w="7557">
                    <a:moveTo>
                      <a:pt x="708" y="0"/>
                    </a:moveTo>
                    <a:cubicBezTo>
                      <a:pt x="319" y="0"/>
                      <a:pt x="1" y="318"/>
                      <a:pt x="1" y="707"/>
                    </a:cubicBezTo>
                    <a:lnTo>
                      <a:pt x="1" y="1558"/>
                    </a:lnTo>
                    <a:cubicBezTo>
                      <a:pt x="1" y="1958"/>
                      <a:pt x="319" y="2276"/>
                      <a:pt x="708" y="2276"/>
                    </a:cubicBezTo>
                    <a:lnTo>
                      <a:pt x="6849" y="2276"/>
                    </a:lnTo>
                    <a:cubicBezTo>
                      <a:pt x="7238" y="2276"/>
                      <a:pt x="7556" y="1958"/>
                      <a:pt x="7556" y="1558"/>
                    </a:cubicBezTo>
                    <a:lnTo>
                      <a:pt x="7556" y="707"/>
                    </a:lnTo>
                    <a:cubicBezTo>
                      <a:pt x="7556" y="318"/>
                      <a:pt x="7238" y="0"/>
                      <a:pt x="68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42"/>
              <p:cNvSpPr/>
              <p:nvPr/>
            </p:nvSpPr>
            <p:spPr>
              <a:xfrm>
                <a:off x="1416142" y="2432597"/>
                <a:ext cx="399977" cy="544729"/>
              </a:xfrm>
              <a:custGeom>
                <a:rect b="b" l="l" r="r" t="t"/>
                <a:pathLst>
                  <a:path extrusionOk="0" h="8169" w="5998">
                    <a:moveTo>
                      <a:pt x="645" y="0"/>
                    </a:moveTo>
                    <a:cubicBezTo>
                      <a:pt x="392" y="0"/>
                      <a:pt x="159" y="151"/>
                      <a:pt x="1" y="428"/>
                    </a:cubicBezTo>
                    <a:cubicBezTo>
                      <a:pt x="1" y="428"/>
                      <a:pt x="93" y="6231"/>
                      <a:pt x="175" y="6579"/>
                    </a:cubicBezTo>
                    <a:cubicBezTo>
                      <a:pt x="247" y="6918"/>
                      <a:pt x="5137" y="8168"/>
                      <a:pt x="5137" y="8168"/>
                    </a:cubicBezTo>
                    <a:lnTo>
                      <a:pt x="5998" y="7051"/>
                    </a:lnTo>
                    <a:lnTo>
                      <a:pt x="1897" y="5523"/>
                    </a:lnTo>
                    <a:cubicBezTo>
                      <a:pt x="1897" y="5523"/>
                      <a:pt x="1784" y="910"/>
                      <a:pt x="1323" y="367"/>
                    </a:cubicBezTo>
                    <a:cubicBezTo>
                      <a:pt x="1107" y="117"/>
                      <a:pt x="868" y="0"/>
                      <a:pt x="6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42"/>
              <p:cNvSpPr/>
              <p:nvPr/>
            </p:nvSpPr>
            <p:spPr>
              <a:xfrm>
                <a:off x="1820183" y="3719586"/>
                <a:ext cx="163845" cy="96089"/>
              </a:xfrm>
              <a:custGeom>
                <a:rect b="b" l="l" r="r" t="t"/>
                <a:pathLst>
                  <a:path extrusionOk="0" h="1441" w="2457">
                    <a:moveTo>
                      <a:pt x="812" y="0"/>
                    </a:moveTo>
                    <a:cubicBezTo>
                      <a:pt x="503" y="0"/>
                      <a:pt x="175" y="114"/>
                      <a:pt x="175" y="114"/>
                    </a:cubicBezTo>
                    <a:lnTo>
                      <a:pt x="0" y="1129"/>
                    </a:lnTo>
                    <a:cubicBezTo>
                      <a:pt x="236" y="1160"/>
                      <a:pt x="472" y="1211"/>
                      <a:pt x="687" y="1303"/>
                    </a:cubicBezTo>
                    <a:cubicBezTo>
                      <a:pt x="869" y="1374"/>
                      <a:pt x="1436" y="1441"/>
                      <a:pt x="1875" y="1441"/>
                    </a:cubicBezTo>
                    <a:cubicBezTo>
                      <a:pt x="2201" y="1441"/>
                      <a:pt x="2456" y="1404"/>
                      <a:pt x="2430" y="1303"/>
                    </a:cubicBezTo>
                    <a:cubicBezTo>
                      <a:pt x="2379" y="1057"/>
                      <a:pt x="1220" y="114"/>
                      <a:pt x="1220" y="114"/>
                    </a:cubicBezTo>
                    <a:cubicBezTo>
                      <a:pt x="1118" y="29"/>
                      <a:pt x="967" y="0"/>
                      <a:pt x="812" y="0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42"/>
              <p:cNvSpPr/>
              <p:nvPr/>
            </p:nvSpPr>
            <p:spPr>
              <a:xfrm>
                <a:off x="1809246" y="3754528"/>
                <a:ext cx="294014" cy="133565"/>
              </a:xfrm>
              <a:custGeom>
                <a:rect b="b" l="l" r="r" t="t"/>
                <a:pathLst>
                  <a:path extrusionOk="0" h="2003" w="4409">
                    <a:moveTo>
                      <a:pt x="267" y="0"/>
                    </a:moveTo>
                    <a:lnTo>
                      <a:pt x="164" y="195"/>
                    </a:lnTo>
                    <a:cubicBezTo>
                      <a:pt x="164" y="195"/>
                      <a:pt x="0" y="513"/>
                      <a:pt x="164" y="1169"/>
                    </a:cubicBezTo>
                    <a:cubicBezTo>
                      <a:pt x="339" y="1815"/>
                      <a:pt x="482" y="1999"/>
                      <a:pt x="482" y="1999"/>
                    </a:cubicBezTo>
                    <a:lnTo>
                      <a:pt x="738" y="1948"/>
                    </a:lnTo>
                    <a:lnTo>
                      <a:pt x="738" y="1220"/>
                    </a:lnTo>
                    <a:cubicBezTo>
                      <a:pt x="738" y="1220"/>
                      <a:pt x="1230" y="1497"/>
                      <a:pt x="1384" y="1722"/>
                    </a:cubicBezTo>
                    <a:cubicBezTo>
                      <a:pt x="1521" y="1924"/>
                      <a:pt x="2124" y="2002"/>
                      <a:pt x="2573" y="2002"/>
                    </a:cubicBezTo>
                    <a:cubicBezTo>
                      <a:pt x="2627" y="2002"/>
                      <a:pt x="2679" y="2001"/>
                      <a:pt x="2727" y="1999"/>
                    </a:cubicBezTo>
                    <a:cubicBezTo>
                      <a:pt x="3168" y="1979"/>
                      <a:pt x="3855" y="1999"/>
                      <a:pt x="4132" y="1794"/>
                    </a:cubicBezTo>
                    <a:cubicBezTo>
                      <a:pt x="4408" y="1589"/>
                      <a:pt x="3332" y="1056"/>
                      <a:pt x="2963" y="912"/>
                    </a:cubicBezTo>
                    <a:cubicBezTo>
                      <a:pt x="2594" y="779"/>
                      <a:pt x="2522" y="646"/>
                      <a:pt x="2522" y="646"/>
                    </a:cubicBezTo>
                    <a:cubicBezTo>
                      <a:pt x="2330" y="677"/>
                      <a:pt x="2136" y="692"/>
                      <a:pt x="1942" y="692"/>
                    </a:cubicBezTo>
                    <a:cubicBezTo>
                      <a:pt x="1682" y="692"/>
                      <a:pt x="1422" y="664"/>
                      <a:pt x="1169" y="605"/>
                    </a:cubicBezTo>
                    <a:cubicBezTo>
                      <a:pt x="462" y="441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42"/>
              <p:cNvSpPr/>
              <p:nvPr/>
            </p:nvSpPr>
            <p:spPr>
              <a:xfrm>
                <a:off x="1601391" y="2990203"/>
                <a:ext cx="389040" cy="762314"/>
              </a:xfrm>
              <a:custGeom>
                <a:rect b="b" l="l" r="r" t="t"/>
                <a:pathLst>
                  <a:path extrusionOk="0" h="11432" w="5834">
                    <a:moveTo>
                      <a:pt x="421" y="1"/>
                    </a:moveTo>
                    <a:lnTo>
                      <a:pt x="1" y="2451"/>
                    </a:lnTo>
                    <a:lnTo>
                      <a:pt x="2902" y="3322"/>
                    </a:lnTo>
                    <a:cubicBezTo>
                      <a:pt x="2902" y="3322"/>
                      <a:pt x="2994" y="3620"/>
                      <a:pt x="2871" y="5363"/>
                    </a:cubicBezTo>
                    <a:cubicBezTo>
                      <a:pt x="2738" y="7403"/>
                      <a:pt x="3425" y="11257"/>
                      <a:pt x="3425" y="11257"/>
                    </a:cubicBezTo>
                    <a:cubicBezTo>
                      <a:pt x="3425" y="11257"/>
                      <a:pt x="3973" y="11431"/>
                      <a:pt x="4287" y="11431"/>
                    </a:cubicBezTo>
                    <a:cubicBezTo>
                      <a:pt x="4411" y="11431"/>
                      <a:pt x="4498" y="11404"/>
                      <a:pt x="4501" y="11329"/>
                    </a:cubicBezTo>
                    <a:cubicBezTo>
                      <a:pt x="4798" y="5680"/>
                      <a:pt x="5834" y="3230"/>
                      <a:pt x="4101" y="1590"/>
                    </a:cubicBezTo>
                    <a:cubicBezTo>
                      <a:pt x="3353" y="883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42"/>
              <p:cNvSpPr/>
              <p:nvPr/>
            </p:nvSpPr>
            <p:spPr>
              <a:xfrm>
                <a:off x="1913807" y="3734390"/>
                <a:ext cx="163845" cy="96356"/>
              </a:xfrm>
              <a:custGeom>
                <a:rect b="b" l="l" r="r" t="t"/>
                <a:pathLst>
                  <a:path extrusionOk="0" h="1445" w="2457">
                    <a:moveTo>
                      <a:pt x="797" y="1"/>
                    </a:moveTo>
                    <a:cubicBezTo>
                      <a:pt x="488" y="1"/>
                      <a:pt x="165" y="107"/>
                      <a:pt x="165" y="107"/>
                    </a:cubicBezTo>
                    <a:lnTo>
                      <a:pt x="1" y="1132"/>
                    </a:lnTo>
                    <a:cubicBezTo>
                      <a:pt x="236" y="1163"/>
                      <a:pt x="462" y="1214"/>
                      <a:pt x="688" y="1307"/>
                    </a:cubicBezTo>
                    <a:cubicBezTo>
                      <a:pt x="870" y="1377"/>
                      <a:pt x="1436" y="1444"/>
                      <a:pt x="1875" y="1444"/>
                    </a:cubicBezTo>
                    <a:cubicBezTo>
                      <a:pt x="2201" y="1444"/>
                      <a:pt x="2457" y="1407"/>
                      <a:pt x="2430" y="1307"/>
                    </a:cubicBezTo>
                    <a:cubicBezTo>
                      <a:pt x="2379" y="1061"/>
                      <a:pt x="1221" y="118"/>
                      <a:pt x="1221" y="118"/>
                    </a:cubicBezTo>
                    <a:cubicBezTo>
                      <a:pt x="1115" y="30"/>
                      <a:pt x="958" y="1"/>
                      <a:pt x="797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42"/>
              <p:cNvSpPr/>
              <p:nvPr/>
            </p:nvSpPr>
            <p:spPr>
              <a:xfrm>
                <a:off x="1902871" y="3769532"/>
                <a:ext cx="294014" cy="133632"/>
              </a:xfrm>
              <a:custGeom>
                <a:rect b="b" l="l" r="r" t="t"/>
                <a:pathLst>
                  <a:path extrusionOk="0" h="2004" w="4409">
                    <a:moveTo>
                      <a:pt x="267" y="1"/>
                    </a:moveTo>
                    <a:lnTo>
                      <a:pt x="165" y="195"/>
                    </a:lnTo>
                    <a:cubicBezTo>
                      <a:pt x="165" y="195"/>
                      <a:pt x="1" y="513"/>
                      <a:pt x="165" y="1169"/>
                    </a:cubicBezTo>
                    <a:cubicBezTo>
                      <a:pt x="339" y="1815"/>
                      <a:pt x="482" y="2000"/>
                      <a:pt x="482" y="2000"/>
                    </a:cubicBezTo>
                    <a:lnTo>
                      <a:pt x="739" y="1938"/>
                    </a:lnTo>
                    <a:lnTo>
                      <a:pt x="739" y="1221"/>
                    </a:lnTo>
                    <a:cubicBezTo>
                      <a:pt x="739" y="1221"/>
                      <a:pt x="1231" y="1497"/>
                      <a:pt x="1374" y="1723"/>
                    </a:cubicBezTo>
                    <a:cubicBezTo>
                      <a:pt x="1512" y="1924"/>
                      <a:pt x="2123" y="2003"/>
                      <a:pt x="2573" y="2003"/>
                    </a:cubicBezTo>
                    <a:cubicBezTo>
                      <a:pt x="2627" y="2003"/>
                      <a:pt x="2679" y="2002"/>
                      <a:pt x="2728" y="2000"/>
                    </a:cubicBezTo>
                    <a:cubicBezTo>
                      <a:pt x="3168" y="1979"/>
                      <a:pt x="3855" y="2000"/>
                      <a:pt x="4132" y="1795"/>
                    </a:cubicBezTo>
                    <a:cubicBezTo>
                      <a:pt x="4409" y="1590"/>
                      <a:pt x="3332" y="1057"/>
                      <a:pt x="2963" y="913"/>
                    </a:cubicBezTo>
                    <a:cubicBezTo>
                      <a:pt x="2594" y="780"/>
                      <a:pt x="2523" y="646"/>
                      <a:pt x="2523" y="646"/>
                    </a:cubicBezTo>
                    <a:cubicBezTo>
                      <a:pt x="2330" y="677"/>
                      <a:pt x="2136" y="693"/>
                      <a:pt x="1943" y="693"/>
                    </a:cubicBezTo>
                    <a:cubicBezTo>
                      <a:pt x="1682" y="693"/>
                      <a:pt x="1422" y="664"/>
                      <a:pt x="1169" y="605"/>
                    </a:cubicBezTo>
                    <a:cubicBezTo>
                      <a:pt x="462" y="441"/>
                      <a:pt x="267" y="1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42"/>
              <p:cNvSpPr/>
              <p:nvPr/>
            </p:nvSpPr>
            <p:spPr>
              <a:xfrm>
                <a:off x="1593189" y="3046951"/>
                <a:ext cx="403311" cy="705768"/>
              </a:xfrm>
              <a:custGeom>
                <a:rect b="b" l="l" r="r" t="t"/>
                <a:pathLst>
                  <a:path extrusionOk="0" h="10584" w="6048">
                    <a:moveTo>
                      <a:pt x="1" y="1"/>
                    </a:moveTo>
                    <a:lnTo>
                      <a:pt x="21" y="2492"/>
                    </a:lnTo>
                    <a:lnTo>
                      <a:pt x="3035" y="2830"/>
                    </a:lnTo>
                    <a:cubicBezTo>
                      <a:pt x="3035" y="2830"/>
                      <a:pt x="3179" y="3107"/>
                      <a:pt x="3363" y="4840"/>
                    </a:cubicBezTo>
                    <a:cubicBezTo>
                      <a:pt x="3599" y="6869"/>
                      <a:pt x="4962" y="10539"/>
                      <a:pt x="4962" y="10539"/>
                    </a:cubicBezTo>
                    <a:cubicBezTo>
                      <a:pt x="4962" y="10539"/>
                      <a:pt x="5280" y="10583"/>
                      <a:pt x="5569" y="10583"/>
                    </a:cubicBezTo>
                    <a:cubicBezTo>
                      <a:pt x="5819" y="10583"/>
                      <a:pt x="6048" y="10550"/>
                      <a:pt x="6029" y="10427"/>
                    </a:cubicBezTo>
                    <a:cubicBezTo>
                      <a:pt x="5321" y="4809"/>
                      <a:pt x="5895" y="2215"/>
                      <a:pt x="3907" y="913"/>
                    </a:cubicBezTo>
                    <a:cubicBezTo>
                      <a:pt x="3045" y="349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42"/>
              <p:cNvSpPr/>
              <p:nvPr/>
            </p:nvSpPr>
            <p:spPr>
              <a:xfrm>
                <a:off x="1170077" y="2415192"/>
                <a:ext cx="365100" cy="556732"/>
              </a:xfrm>
              <a:custGeom>
                <a:rect b="b" l="l" r="r" t="t"/>
                <a:pathLst>
                  <a:path extrusionOk="0" h="8349" w="5475">
                    <a:moveTo>
                      <a:pt x="2422" y="1"/>
                    </a:moveTo>
                    <a:cubicBezTo>
                      <a:pt x="1375" y="1"/>
                      <a:pt x="309" y="181"/>
                      <a:pt x="195" y="689"/>
                    </a:cubicBezTo>
                    <a:cubicBezTo>
                      <a:pt x="0" y="1592"/>
                      <a:pt x="1251" y="4626"/>
                      <a:pt x="1251" y="4626"/>
                    </a:cubicBezTo>
                    <a:lnTo>
                      <a:pt x="1507" y="5549"/>
                    </a:lnTo>
                    <a:lnTo>
                      <a:pt x="1323" y="6174"/>
                    </a:lnTo>
                    <a:cubicBezTo>
                      <a:pt x="974" y="6645"/>
                      <a:pt x="595" y="7814"/>
                      <a:pt x="595" y="7814"/>
                    </a:cubicBezTo>
                    <a:cubicBezTo>
                      <a:pt x="595" y="7814"/>
                      <a:pt x="2854" y="8348"/>
                      <a:pt x="3909" y="8348"/>
                    </a:cubicBezTo>
                    <a:cubicBezTo>
                      <a:pt x="3995" y="8348"/>
                      <a:pt x="4073" y="8345"/>
                      <a:pt x="4142" y="8337"/>
                    </a:cubicBezTo>
                    <a:cubicBezTo>
                      <a:pt x="5044" y="8245"/>
                      <a:pt x="5269" y="7814"/>
                      <a:pt x="5269" y="7814"/>
                    </a:cubicBezTo>
                    <a:lnTo>
                      <a:pt x="4808" y="4646"/>
                    </a:lnTo>
                    <a:cubicBezTo>
                      <a:pt x="4808" y="4646"/>
                      <a:pt x="5474" y="3406"/>
                      <a:pt x="5218" y="2483"/>
                    </a:cubicBezTo>
                    <a:cubicBezTo>
                      <a:pt x="4993" y="1735"/>
                      <a:pt x="4716" y="987"/>
                      <a:pt x="4398" y="269"/>
                    </a:cubicBezTo>
                    <a:cubicBezTo>
                      <a:pt x="4076" y="115"/>
                      <a:pt x="3254" y="1"/>
                      <a:pt x="24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42"/>
              <p:cNvSpPr/>
              <p:nvPr/>
            </p:nvSpPr>
            <p:spPr>
              <a:xfrm>
                <a:off x="1318383" y="2189069"/>
                <a:ext cx="202456" cy="272798"/>
              </a:xfrm>
              <a:custGeom>
                <a:rect b="b" l="l" r="r" t="t"/>
                <a:pathLst>
                  <a:path extrusionOk="0" h="4091" w="3036">
                    <a:moveTo>
                      <a:pt x="288" y="0"/>
                    </a:moveTo>
                    <a:lnTo>
                      <a:pt x="185" y="2502"/>
                    </a:lnTo>
                    <a:lnTo>
                      <a:pt x="52" y="3158"/>
                    </a:lnTo>
                    <a:cubicBezTo>
                      <a:pt x="1" y="3435"/>
                      <a:pt x="154" y="3711"/>
                      <a:pt x="421" y="3804"/>
                    </a:cubicBezTo>
                    <a:lnTo>
                      <a:pt x="1231" y="4091"/>
                    </a:lnTo>
                    <a:lnTo>
                      <a:pt x="1385" y="3188"/>
                    </a:lnTo>
                    <a:cubicBezTo>
                      <a:pt x="1385" y="3188"/>
                      <a:pt x="1425" y="3191"/>
                      <a:pt x="1493" y="3191"/>
                    </a:cubicBezTo>
                    <a:cubicBezTo>
                      <a:pt x="1734" y="3191"/>
                      <a:pt x="2323" y="3154"/>
                      <a:pt x="2635" y="2809"/>
                    </a:cubicBezTo>
                    <a:cubicBezTo>
                      <a:pt x="3035" y="2358"/>
                      <a:pt x="2994" y="267"/>
                      <a:pt x="2994" y="267"/>
                    </a:cubicBez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42"/>
              <p:cNvSpPr/>
              <p:nvPr/>
            </p:nvSpPr>
            <p:spPr>
              <a:xfrm>
                <a:off x="1366263" y="2364713"/>
                <a:ext cx="44479" cy="61615"/>
              </a:xfrm>
              <a:custGeom>
                <a:rect b="b" l="l" r="r" t="t"/>
                <a:pathLst>
                  <a:path extrusionOk="0" h="924" w="667">
                    <a:moveTo>
                      <a:pt x="103" y="1"/>
                    </a:moveTo>
                    <a:cubicBezTo>
                      <a:pt x="103" y="1"/>
                      <a:pt x="0" y="688"/>
                      <a:pt x="605" y="924"/>
                    </a:cubicBezTo>
                    <a:lnTo>
                      <a:pt x="667" y="554"/>
                    </a:lnTo>
                    <a:cubicBezTo>
                      <a:pt x="667" y="554"/>
                      <a:pt x="113" y="319"/>
                      <a:pt x="103" y="1"/>
                    </a:cubicBez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42"/>
              <p:cNvSpPr/>
              <p:nvPr/>
            </p:nvSpPr>
            <p:spPr>
              <a:xfrm>
                <a:off x="1277372" y="2126186"/>
                <a:ext cx="240733" cy="224920"/>
              </a:xfrm>
              <a:custGeom>
                <a:rect b="b" l="l" r="r" t="t"/>
                <a:pathLst>
                  <a:path extrusionOk="0" h="3373" w="3610">
                    <a:moveTo>
                      <a:pt x="1713" y="0"/>
                    </a:moveTo>
                    <a:cubicBezTo>
                      <a:pt x="1169" y="10"/>
                      <a:pt x="421" y="123"/>
                      <a:pt x="206" y="1097"/>
                    </a:cubicBezTo>
                    <a:cubicBezTo>
                      <a:pt x="1" y="2071"/>
                      <a:pt x="800" y="3373"/>
                      <a:pt x="800" y="3373"/>
                    </a:cubicBezTo>
                    <a:lnTo>
                      <a:pt x="1220" y="3035"/>
                    </a:lnTo>
                    <a:cubicBezTo>
                      <a:pt x="1220" y="3035"/>
                      <a:pt x="995" y="2973"/>
                      <a:pt x="923" y="2584"/>
                    </a:cubicBezTo>
                    <a:cubicBezTo>
                      <a:pt x="882" y="2348"/>
                      <a:pt x="923" y="2112"/>
                      <a:pt x="1026" y="1907"/>
                    </a:cubicBezTo>
                    <a:cubicBezTo>
                      <a:pt x="1075" y="1824"/>
                      <a:pt x="1138" y="1775"/>
                      <a:pt x="1198" y="1775"/>
                    </a:cubicBezTo>
                    <a:cubicBezTo>
                      <a:pt x="1213" y="1775"/>
                      <a:pt x="1227" y="1778"/>
                      <a:pt x="1241" y="1784"/>
                    </a:cubicBezTo>
                    <a:cubicBezTo>
                      <a:pt x="1272" y="1804"/>
                      <a:pt x="1303" y="1835"/>
                      <a:pt x="1323" y="1876"/>
                    </a:cubicBezTo>
                    <a:cubicBezTo>
                      <a:pt x="1395" y="2030"/>
                      <a:pt x="1426" y="2194"/>
                      <a:pt x="1426" y="2368"/>
                    </a:cubicBezTo>
                    <a:cubicBezTo>
                      <a:pt x="2020" y="2112"/>
                      <a:pt x="1907" y="1210"/>
                      <a:pt x="1907" y="1210"/>
                    </a:cubicBezTo>
                    <a:lnTo>
                      <a:pt x="1907" y="1210"/>
                    </a:lnTo>
                    <a:cubicBezTo>
                      <a:pt x="2256" y="1323"/>
                      <a:pt x="2615" y="1394"/>
                      <a:pt x="2994" y="1425"/>
                    </a:cubicBezTo>
                    <a:cubicBezTo>
                      <a:pt x="3005" y="1425"/>
                      <a:pt x="3016" y="1425"/>
                      <a:pt x="3026" y="1425"/>
                    </a:cubicBezTo>
                    <a:cubicBezTo>
                      <a:pt x="3491" y="1425"/>
                      <a:pt x="3609" y="1210"/>
                      <a:pt x="3609" y="1210"/>
                    </a:cubicBezTo>
                    <a:cubicBezTo>
                      <a:pt x="3578" y="1077"/>
                      <a:pt x="3527" y="964"/>
                      <a:pt x="3466" y="861"/>
                    </a:cubicBezTo>
                    <a:cubicBezTo>
                      <a:pt x="3271" y="595"/>
                      <a:pt x="3025" y="390"/>
                      <a:pt x="2727" y="256"/>
                    </a:cubicBezTo>
                    <a:cubicBezTo>
                      <a:pt x="2410" y="92"/>
                      <a:pt x="2061" y="10"/>
                      <a:pt x="17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42"/>
              <p:cNvSpPr/>
              <p:nvPr/>
            </p:nvSpPr>
            <p:spPr>
              <a:xfrm>
                <a:off x="1200819" y="2093845"/>
                <a:ext cx="131303" cy="165506"/>
              </a:xfrm>
              <a:custGeom>
                <a:rect b="b" l="l" r="r" t="t"/>
                <a:pathLst>
                  <a:path extrusionOk="0" h="2482" w="1969">
                    <a:moveTo>
                      <a:pt x="1095" y="0"/>
                    </a:moveTo>
                    <a:cubicBezTo>
                      <a:pt x="440" y="0"/>
                      <a:pt x="188" y="582"/>
                      <a:pt x="257" y="1418"/>
                    </a:cubicBezTo>
                    <a:cubicBezTo>
                      <a:pt x="317" y="2161"/>
                      <a:pt x="93" y="2220"/>
                      <a:pt x="22" y="2220"/>
                    </a:cubicBezTo>
                    <a:cubicBezTo>
                      <a:pt x="8" y="2220"/>
                      <a:pt x="0" y="2218"/>
                      <a:pt x="0" y="2218"/>
                    </a:cubicBezTo>
                    <a:lnTo>
                      <a:pt x="0" y="2218"/>
                    </a:lnTo>
                    <a:cubicBezTo>
                      <a:pt x="0" y="2218"/>
                      <a:pt x="149" y="2482"/>
                      <a:pt x="420" y="2482"/>
                    </a:cubicBezTo>
                    <a:cubicBezTo>
                      <a:pt x="482" y="2482"/>
                      <a:pt x="551" y="2468"/>
                      <a:pt x="626" y="2433"/>
                    </a:cubicBezTo>
                    <a:cubicBezTo>
                      <a:pt x="1015" y="2248"/>
                      <a:pt x="1405" y="1756"/>
                      <a:pt x="1077" y="1039"/>
                    </a:cubicBezTo>
                    <a:cubicBezTo>
                      <a:pt x="931" y="725"/>
                      <a:pt x="1040" y="598"/>
                      <a:pt x="1214" y="598"/>
                    </a:cubicBezTo>
                    <a:cubicBezTo>
                      <a:pt x="1431" y="598"/>
                      <a:pt x="1749" y="796"/>
                      <a:pt x="1794" y="1069"/>
                    </a:cubicBezTo>
                    <a:lnTo>
                      <a:pt x="1969" y="854"/>
                    </a:lnTo>
                    <a:cubicBezTo>
                      <a:pt x="1969" y="854"/>
                      <a:pt x="1907" y="44"/>
                      <a:pt x="1179" y="3"/>
                    </a:cubicBezTo>
                    <a:cubicBezTo>
                      <a:pt x="1151" y="1"/>
                      <a:pt x="1122" y="0"/>
                      <a:pt x="10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42"/>
              <p:cNvSpPr/>
              <p:nvPr/>
            </p:nvSpPr>
            <p:spPr>
              <a:xfrm>
                <a:off x="1331387" y="2142524"/>
                <a:ext cx="177115" cy="120429"/>
              </a:xfrm>
              <a:custGeom>
                <a:rect b="b" l="l" r="r" t="t"/>
                <a:pathLst>
                  <a:path extrusionOk="0" h="1806" w="2656">
                    <a:moveTo>
                      <a:pt x="1877" y="1"/>
                    </a:moveTo>
                    <a:cubicBezTo>
                      <a:pt x="1454" y="1"/>
                      <a:pt x="1042" y="123"/>
                      <a:pt x="698" y="350"/>
                    </a:cubicBezTo>
                    <a:cubicBezTo>
                      <a:pt x="0" y="821"/>
                      <a:pt x="154" y="1805"/>
                      <a:pt x="154" y="1805"/>
                    </a:cubicBezTo>
                    <a:lnTo>
                      <a:pt x="226" y="1652"/>
                    </a:lnTo>
                    <a:cubicBezTo>
                      <a:pt x="273" y="1573"/>
                      <a:pt x="326" y="1525"/>
                      <a:pt x="381" y="1525"/>
                    </a:cubicBezTo>
                    <a:cubicBezTo>
                      <a:pt x="397" y="1525"/>
                      <a:pt x="414" y="1529"/>
                      <a:pt x="431" y="1539"/>
                    </a:cubicBezTo>
                    <a:cubicBezTo>
                      <a:pt x="472" y="1559"/>
                      <a:pt x="503" y="1590"/>
                      <a:pt x="523" y="1621"/>
                    </a:cubicBezTo>
                    <a:cubicBezTo>
                      <a:pt x="585" y="1170"/>
                      <a:pt x="903" y="791"/>
                      <a:pt x="1343" y="647"/>
                    </a:cubicBezTo>
                    <a:cubicBezTo>
                      <a:pt x="1619" y="544"/>
                      <a:pt x="1866" y="511"/>
                      <a:pt x="2069" y="511"/>
                    </a:cubicBezTo>
                    <a:cubicBezTo>
                      <a:pt x="2432" y="511"/>
                      <a:pt x="2656" y="616"/>
                      <a:pt x="2656" y="616"/>
                    </a:cubicBezTo>
                    <a:cubicBezTo>
                      <a:pt x="2471" y="350"/>
                      <a:pt x="2215" y="134"/>
                      <a:pt x="1928" y="1"/>
                    </a:cubicBezTo>
                    <a:cubicBezTo>
                      <a:pt x="1911" y="1"/>
                      <a:pt x="1894" y="1"/>
                      <a:pt x="18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42"/>
              <p:cNvSpPr/>
              <p:nvPr/>
            </p:nvSpPr>
            <p:spPr>
              <a:xfrm>
                <a:off x="1163876" y="2931989"/>
                <a:ext cx="529212" cy="281133"/>
              </a:xfrm>
              <a:custGeom>
                <a:rect b="b" l="l" r="r" t="t"/>
                <a:pathLst>
                  <a:path extrusionOk="0" h="4216" w="7936">
                    <a:moveTo>
                      <a:pt x="3882" y="0"/>
                    </a:moveTo>
                    <a:cubicBezTo>
                      <a:pt x="2496" y="0"/>
                      <a:pt x="688" y="64"/>
                      <a:pt x="688" y="64"/>
                    </a:cubicBezTo>
                    <a:cubicBezTo>
                      <a:pt x="688" y="64"/>
                      <a:pt x="1" y="1192"/>
                      <a:pt x="267" y="2514"/>
                    </a:cubicBezTo>
                    <a:cubicBezTo>
                      <a:pt x="544" y="3837"/>
                      <a:pt x="2041" y="4216"/>
                      <a:pt x="3363" y="4216"/>
                    </a:cubicBezTo>
                    <a:lnTo>
                      <a:pt x="6459" y="4216"/>
                    </a:lnTo>
                    <a:lnTo>
                      <a:pt x="7935" y="1069"/>
                    </a:lnTo>
                    <a:cubicBezTo>
                      <a:pt x="7935" y="1069"/>
                      <a:pt x="6244" y="279"/>
                      <a:pt x="5362" y="64"/>
                    </a:cubicBezTo>
                    <a:cubicBezTo>
                      <a:pt x="5161" y="16"/>
                      <a:pt x="4574" y="0"/>
                      <a:pt x="38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42"/>
              <p:cNvSpPr/>
              <p:nvPr/>
            </p:nvSpPr>
            <p:spPr>
              <a:xfrm>
                <a:off x="1450352" y="2938990"/>
                <a:ext cx="236598" cy="117628"/>
              </a:xfrm>
              <a:custGeom>
                <a:rect b="b" l="l" r="r" t="t"/>
                <a:pathLst>
                  <a:path extrusionOk="0" h="1764" w="3548">
                    <a:moveTo>
                      <a:pt x="3547" y="0"/>
                    </a:moveTo>
                    <a:lnTo>
                      <a:pt x="0" y="769"/>
                    </a:lnTo>
                    <a:lnTo>
                      <a:pt x="2963" y="1763"/>
                    </a:lnTo>
                    <a:lnTo>
                      <a:pt x="3547" y="0"/>
                    </a:lnTo>
                    <a:close/>
                  </a:path>
                </a:pathLst>
              </a:custGeom>
              <a:solidFill>
                <a:srgbClr val="6D6E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42"/>
              <p:cNvSpPr/>
              <p:nvPr/>
            </p:nvSpPr>
            <p:spPr>
              <a:xfrm>
                <a:off x="1168877" y="2432263"/>
                <a:ext cx="379304" cy="545063"/>
              </a:xfrm>
              <a:custGeom>
                <a:rect b="b" l="l" r="r" t="t"/>
                <a:pathLst>
                  <a:path extrusionOk="0" h="8174" w="5688">
                    <a:moveTo>
                      <a:pt x="868" y="1"/>
                    </a:moveTo>
                    <a:cubicBezTo>
                      <a:pt x="430" y="1"/>
                      <a:pt x="1" y="350"/>
                      <a:pt x="8" y="864"/>
                    </a:cubicBezTo>
                    <a:cubicBezTo>
                      <a:pt x="39" y="2340"/>
                      <a:pt x="110" y="6174"/>
                      <a:pt x="172" y="6441"/>
                    </a:cubicBezTo>
                    <a:cubicBezTo>
                      <a:pt x="244" y="6779"/>
                      <a:pt x="5134" y="8173"/>
                      <a:pt x="5134" y="8173"/>
                    </a:cubicBezTo>
                    <a:lnTo>
                      <a:pt x="5687" y="7087"/>
                    </a:lnTo>
                    <a:lnTo>
                      <a:pt x="1884" y="5395"/>
                    </a:lnTo>
                    <a:cubicBezTo>
                      <a:pt x="1884" y="5395"/>
                      <a:pt x="1945" y="843"/>
                      <a:pt x="1484" y="300"/>
                    </a:cubicBezTo>
                    <a:lnTo>
                      <a:pt x="1474" y="280"/>
                    </a:lnTo>
                    <a:cubicBezTo>
                      <a:pt x="1304" y="86"/>
                      <a:pt x="1085" y="1"/>
                      <a:pt x="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42"/>
              <p:cNvSpPr/>
              <p:nvPr/>
            </p:nvSpPr>
            <p:spPr>
              <a:xfrm>
                <a:off x="1510501" y="2895913"/>
                <a:ext cx="198321" cy="123096"/>
              </a:xfrm>
              <a:custGeom>
                <a:rect b="b" l="l" r="r" t="t"/>
                <a:pathLst>
                  <a:path extrusionOk="0" h="1846" w="2974">
                    <a:moveTo>
                      <a:pt x="2061" y="0"/>
                    </a:moveTo>
                    <a:lnTo>
                      <a:pt x="564" y="134"/>
                    </a:lnTo>
                    <a:cubicBezTo>
                      <a:pt x="62" y="318"/>
                      <a:pt x="0" y="1220"/>
                      <a:pt x="0" y="1220"/>
                    </a:cubicBezTo>
                    <a:cubicBezTo>
                      <a:pt x="154" y="1261"/>
                      <a:pt x="318" y="1292"/>
                      <a:pt x="472" y="1292"/>
                    </a:cubicBezTo>
                    <a:cubicBezTo>
                      <a:pt x="738" y="1312"/>
                      <a:pt x="1436" y="1323"/>
                      <a:pt x="1436" y="1323"/>
                    </a:cubicBezTo>
                    <a:lnTo>
                      <a:pt x="1559" y="1528"/>
                    </a:lnTo>
                    <a:lnTo>
                      <a:pt x="1538" y="1774"/>
                    </a:lnTo>
                    <a:lnTo>
                      <a:pt x="1774" y="1846"/>
                    </a:lnTo>
                    <a:lnTo>
                      <a:pt x="1846" y="1651"/>
                    </a:lnTo>
                    <a:lnTo>
                      <a:pt x="2163" y="1784"/>
                    </a:lnTo>
                    <a:lnTo>
                      <a:pt x="2245" y="1620"/>
                    </a:lnTo>
                    <a:lnTo>
                      <a:pt x="2471" y="1682"/>
                    </a:lnTo>
                    <a:lnTo>
                      <a:pt x="2532" y="1220"/>
                    </a:lnTo>
                    <a:lnTo>
                      <a:pt x="2358" y="708"/>
                    </a:lnTo>
                    <a:lnTo>
                      <a:pt x="2645" y="984"/>
                    </a:lnTo>
                    <a:lnTo>
                      <a:pt x="2737" y="1415"/>
                    </a:lnTo>
                    <a:lnTo>
                      <a:pt x="2973" y="1415"/>
                    </a:lnTo>
                    <a:lnTo>
                      <a:pt x="2973" y="544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42"/>
              <p:cNvSpPr/>
              <p:nvPr/>
            </p:nvSpPr>
            <p:spPr>
              <a:xfrm>
                <a:off x="1647870" y="2725003"/>
                <a:ext cx="399977" cy="331612"/>
              </a:xfrm>
              <a:custGeom>
                <a:rect b="b" l="l" r="r" t="t"/>
                <a:pathLst>
                  <a:path extrusionOk="0" h="4973" w="5998">
                    <a:moveTo>
                      <a:pt x="5998" y="0"/>
                    </a:moveTo>
                    <a:lnTo>
                      <a:pt x="1600" y="154"/>
                    </a:lnTo>
                    <a:lnTo>
                      <a:pt x="1" y="4972"/>
                    </a:lnTo>
                    <a:lnTo>
                      <a:pt x="4573" y="4665"/>
                    </a:lnTo>
                    <a:lnTo>
                      <a:pt x="5998" y="0"/>
                    </a:lnTo>
                    <a:close/>
                  </a:path>
                </a:pathLst>
              </a:custGeom>
              <a:solidFill>
                <a:srgbClr val="A6A9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42"/>
              <p:cNvSpPr/>
              <p:nvPr/>
            </p:nvSpPr>
            <p:spPr>
              <a:xfrm>
                <a:off x="1616462" y="2949926"/>
                <a:ext cx="26007" cy="59547"/>
              </a:xfrm>
              <a:custGeom>
                <a:rect b="b" l="l" r="r" t="t"/>
                <a:pathLst>
                  <a:path extrusionOk="0" h="893" w="390">
                    <a:moveTo>
                      <a:pt x="62" y="0"/>
                    </a:moveTo>
                    <a:lnTo>
                      <a:pt x="0" y="41"/>
                    </a:lnTo>
                    <a:lnTo>
                      <a:pt x="246" y="338"/>
                    </a:lnTo>
                    <a:lnTo>
                      <a:pt x="287" y="718"/>
                    </a:lnTo>
                    <a:lnTo>
                      <a:pt x="257" y="831"/>
                    </a:lnTo>
                    <a:lnTo>
                      <a:pt x="390" y="892"/>
                    </a:lnTo>
                    <a:lnTo>
                      <a:pt x="359" y="287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42"/>
              <p:cNvSpPr/>
              <p:nvPr/>
            </p:nvSpPr>
            <p:spPr>
              <a:xfrm>
                <a:off x="1636934" y="2938990"/>
                <a:ext cx="28808" cy="65015"/>
              </a:xfrm>
              <a:custGeom>
                <a:rect b="b" l="l" r="r" t="t"/>
                <a:pathLst>
                  <a:path extrusionOk="0" h="975" w="432">
                    <a:moveTo>
                      <a:pt x="83" y="0"/>
                    </a:moveTo>
                    <a:lnTo>
                      <a:pt x="1" y="41"/>
                    </a:lnTo>
                    <a:lnTo>
                      <a:pt x="298" y="420"/>
                    </a:lnTo>
                    <a:lnTo>
                      <a:pt x="349" y="974"/>
                    </a:lnTo>
                    <a:lnTo>
                      <a:pt x="431" y="974"/>
                    </a:lnTo>
                    <a:lnTo>
                      <a:pt x="380" y="379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42"/>
              <p:cNvSpPr/>
              <p:nvPr/>
            </p:nvSpPr>
            <p:spPr>
              <a:xfrm>
                <a:off x="1659540" y="2923920"/>
                <a:ext cx="23940" cy="33541"/>
              </a:xfrm>
              <a:custGeom>
                <a:rect b="b" l="l" r="r" t="t"/>
                <a:pathLst>
                  <a:path extrusionOk="0" h="503" w="359">
                    <a:moveTo>
                      <a:pt x="0" y="1"/>
                    </a:moveTo>
                    <a:lnTo>
                      <a:pt x="123" y="288"/>
                    </a:lnTo>
                    <a:lnTo>
                      <a:pt x="349" y="503"/>
                    </a:lnTo>
                    <a:lnTo>
                      <a:pt x="359" y="39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8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42"/>
              <p:cNvSpPr/>
              <p:nvPr/>
            </p:nvSpPr>
            <p:spPr>
              <a:xfrm>
                <a:off x="1308114" y="3830414"/>
                <a:ext cx="214726" cy="72484"/>
              </a:xfrm>
              <a:custGeom>
                <a:rect b="b" l="l" r="r" t="t"/>
                <a:pathLst>
                  <a:path extrusionOk="0" h="1087" w="3220">
                    <a:moveTo>
                      <a:pt x="698" y="0"/>
                    </a:moveTo>
                    <a:cubicBezTo>
                      <a:pt x="319" y="0"/>
                      <a:pt x="1" y="318"/>
                      <a:pt x="1" y="707"/>
                    </a:cubicBezTo>
                    <a:lnTo>
                      <a:pt x="1" y="1087"/>
                    </a:lnTo>
                    <a:lnTo>
                      <a:pt x="3220" y="1087"/>
                    </a:lnTo>
                    <a:lnTo>
                      <a:pt x="3220" y="707"/>
                    </a:lnTo>
                    <a:cubicBezTo>
                      <a:pt x="3220" y="318"/>
                      <a:pt x="2912" y="0"/>
                      <a:pt x="2523" y="0"/>
                    </a:cubicBez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42"/>
              <p:cNvSpPr/>
              <p:nvPr/>
            </p:nvSpPr>
            <p:spPr>
              <a:xfrm>
                <a:off x="1297178" y="2389319"/>
                <a:ext cx="103295" cy="104491"/>
              </a:xfrm>
              <a:custGeom>
                <a:rect b="b" l="l" r="r" t="t"/>
                <a:pathLst>
                  <a:path extrusionOk="0" h="1567" w="1549">
                    <a:moveTo>
                      <a:pt x="401" y="1"/>
                    </a:moveTo>
                    <a:lnTo>
                      <a:pt x="1" y="391"/>
                    </a:lnTo>
                    <a:cubicBezTo>
                      <a:pt x="1" y="391"/>
                      <a:pt x="349" y="1375"/>
                      <a:pt x="718" y="1539"/>
                    </a:cubicBezTo>
                    <a:cubicBezTo>
                      <a:pt x="760" y="1558"/>
                      <a:pt x="803" y="1566"/>
                      <a:pt x="847" y="1566"/>
                    </a:cubicBezTo>
                    <a:cubicBezTo>
                      <a:pt x="1180" y="1566"/>
                      <a:pt x="1549" y="1077"/>
                      <a:pt x="1549" y="1077"/>
                    </a:cubicBezTo>
                    <a:cubicBezTo>
                      <a:pt x="1118" y="903"/>
                      <a:pt x="401" y="1"/>
                      <a:pt x="4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42"/>
              <p:cNvSpPr/>
              <p:nvPr/>
            </p:nvSpPr>
            <p:spPr>
              <a:xfrm>
                <a:off x="1400405" y="2409191"/>
                <a:ext cx="55482" cy="70950"/>
              </a:xfrm>
              <a:custGeom>
                <a:rect b="b" l="l" r="r" t="t"/>
                <a:pathLst>
                  <a:path extrusionOk="0" h="1064" w="832">
                    <a:moveTo>
                      <a:pt x="134" y="0"/>
                    </a:moveTo>
                    <a:lnTo>
                      <a:pt x="1" y="779"/>
                    </a:lnTo>
                    <a:lnTo>
                      <a:pt x="42" y="831"/>
                    </a:lnTo>
                    <a:cubicBezTo>
                      <a:pt x="42" y="831"/>
                      <a:pt x="251" y="1063"/>
                      <a:pt x="474" y="1063"/>
                    </a:cubicBezTo>
                    <a:cubicBezTo>
                      <a:pt x="508" y="1063"/>
                      <a:pt x="541" y="1058"/>
                      <a:pt x="575" y="1046"/>
                    </a:cubicBezTo>
                    <a:cubicBezTo>
                      <a:pt x="831" y="954"/>
                      <a:pt x="380" y="257"/>
                      <a:pt x="1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42"/>
              <p:cNvSpPr/>
              <p:nvPr/>
            </p:nvSpPr>
            <p:spPr>
              <a:xfrm>
                <a:off x="4028233" y="4146894"/>
                <a:ext cx="604366" cy="256394"/>
              </a:xfrm>
              <a:custGeom>
                <a:rect b="b" l="l" r="r" t="t"/>
                <a:pathLst>
                  <a:path extrusionOk="0" h="3845" w="9063">
                    <a:moveTo>
                      <a:pt x="4532" y="0"/>
                    </a:moveTo>
                    <a:cubicBezTo>
                      <a:pt x="2092" y="0"/>
                      <a:pt x="103" y="523"/>
                      <a:pt x="1" y="1169"/>
                    </a:cubicBezTo>
                    <a:lnTo>
                      <a:pt x="1" y="1220"/>
                    </a:lnTo>
                    <a:lnTo>
                      <a:pt x="1" y="2625"/>
                    </a:lnTo>
                    <a:lnTo>
                      <a:pt x="1" y="2635"/>
                    </a:lnTo>
                    <a:lnTo>
                      <a:pt x="1" y="2656"/>
                    </a:lnTo>
                    <a:cubicBezTo>
                      <a:pt x="42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76"/>
                    </a:cubicBezTo>
                    <a:lnTo>
                      <a:pt x="9063" y="2666"/>
                    </a:lnTo>
                    <a:lnTo>
                      <a:pt x="9063" y="2635"/>
                    </a:lnTo>
                    <a:cubicBezTo>
                      <a:pt x="9063" y="2625"/>
                      <a:pt x="9063" y="2604"/>
                      <a:pt x="9063" y="2594"/>
                    </a:cubicBezTo>
                    <a:lnTo>
                      <a:pt x="9063" y="1220"/>
                    </a:lnTo>
                    <a:lnTo>
                      <a:pt x="9063" y="1169"/>
                    </a:lnTo>
                    <a:cubicBezTo>
                      <a:pt x="8971" y="513"/>
                      <a:pt x="6982" y="0"/>
                      <a:pt x="4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42"/>
              <p:cNvSpPr/>
              <p:nvPr/>
            </p:nvSpPr>
            <p:spPr>
              <a:xfrm>
                <a:off x="4028233" y="4229581"/>
                <a:ext cx="605100" cy="173708"/>
              </a:xfrm>
              <a:custGeom>
                <a:rect b="b" l="l" r="r" t="t"/>
                <a:pathLst>
                  <a:path extrusionOk="0" h="2605" w="9074">
                    <a:moveTo>
                      <a:pt x="1" y="1"/>
                    </a:moveTo>
                    <a:lnTo>
                      <a:pt x="1" y="1385"/>
                    </a:lnTo>
                    <a:lnTo>
                      <a:pt x="1" y="1395"/>
                    </a:lnTo>
                    <a:lnTo>
                      <a:pt x="1" y="1405"/>
                    </a:lnTo>
                    <a:lnTo>
                      <a:pt x="1" y="1416"/>
                    </a:lnTo>
                    <a:cubicBezTo>
                      <a:pt x="42" y="2072"/>
                      <a:pt x="2061" y="2605"/>
                      <a:pt x="4542" y="2605"/>
                    </a:cubicBezTo>
                    <a:cubicBezTo>
                      <a:pt x="6992" y="2605"/>
                      <a:pt x="8981" y="2092"/>
                      <a:pt x="9073" y="1436"/>
                    </a:cubicBezTo>
                    <a:lnTo>
                      <a:pt x="9073" y="1426"/>
                    </a:lnTo>
                    <a:lnTo>
                      <a:pt x="9073" y="1395"/>
                    </a:lnTo>
                    <a:cubicBezTo>
                      <a:pt x="9073" y="1385"/>
                      <a:pt x="9073" y="1375"/>
                      <a:pt x="9073" y="1364"/>
                    </a:cubicBezTo>
                    <a:lnTo>
                      <a:pt x="9073" y="21"/>
                    </a:lnTo>
                    <a:cubicBezTo>
                      <a:pt x="8981" y="677"/>
                      <a:pt x="6992" y="1200"/>
                      <a:pt x="4542" y="1200"/>
                    </a:cubicBezTo>
                    <a:cubicBezTo>
                      <a:pt x="206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42"/>
              <p:cNvSpPr/>
              <p:nvPr/>
            </p:nvSpPr>
            <p:spPr>
              <a:xfrm>
                <a:off x="4028233" y="4224847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51"/>
                    </a:lnTo>
                    <a:lnTo>
                      <a:pt x="1" y="5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42"/>
              <p:cNvSpPr/>
              <p:nvPr/>
            </p:nvSpPr>
            <p:spPr>
              <a:xfrm>
                <a:off x="4110921" y="4170833"/>
                <a:ext cx="440321" cy="111493"/>
              </a:xfrm>
              <a:custGeom>
                <a:rect b="b" l="l" r="r" t="t"/>
                <a:pathLst>
                  <a:path extrusionOk="0" h="1672" w="6603">
                    <a:moveTo>
                      <a:pt x="3302" y="0"/>
                    </a:moveTo>
                    <a:cubicBezTo>
                      <a:pt x="1477" y="0"/>
                      <a:pt x="1" y="380"/>
                      <a:pt x="1" y="841"/>
                    </a:cubicBezTo>
                    <a:cubicBezTo>
                      <a:pt x="1" y="1292"/>
                      <a:pt x="1477" y="1671"/>
                      <a:pt x="3302" y="1671"/>
                    </a:cubicBezTo>
                    <a:cubicBezTo>
                      <a:pt x="5127" y="1671"/>
                      <a:pt x="6603" y="1292"/>
                      <a:pt x="6603" y="841"/>
                    </a:cubicBezTo>
                    <a:cubicBezTo>
                      <a:pt x="6603" y="380"/>
                      <a:pt x="5127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42"/>
              <p:cNvSpPr/>
              <p:nvPr/>
            </p:nvSpPr>
            <p:spPr>
              <a:xfrm>
                <a:off x="4038502" y="4267857"/>
                <a:ext cx="16471" cy="66416"/>
              </a:xfrm>
              <a:custGeom>
                <a:rect b="b" l="l" r="r" t="t"/>
                <a:pathLst>
                  <a:path extrusionOk="0" h="996" w="247">
                    <a:moveTo>
                      <a:pt x="123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872"/>
                    </a:lnTo>
                    <a:cubicBezTo>
                      <a:pt x="0" y="934"/>
                      <a:pt x="52" y="995"/>
                      <a:pt x="123" y="995"/>
                    </a:cubicBezTo>
                    <a:cubicBezTo>
                      <a:pt x="185" y="995"/>
                      <a:pt x="246" y="934"/>
                      <a:pt x="246" y="872"/>
                    </a:cubicBezTo>
                    <a:lnTo>
                      <a:pt x="246" y="114"/>
                    </a:lnTo>
                    <a:cubicBezTo>
                      <a:pt x="24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42"/>
              <p:cNvSpPr/>
              <p:nvPr/>
            </p:nvSpPr>
            <p:spPr>
              <a:xfrm>
                <a:off x="4063775" y="4281527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52" y="1"/>
                      <a:pt x="1" y="62"/>
                      <a:pt x="1" y="134"/>
                    </a:cubicBezTo>
                    <a:lnTo>
                      <a:pt x="1" y="954"/>
                    </a:lnTo>
                    <a:cubicBezTo>
                      <a:pt x="11" y="1016"/>
                      <a:pt x="62" y="1067"/>
                      <a:pt x="124" y="1077"/>
                    </a:cubicBezTo>
                    <a:cubicBezTo>
                      <a:pt x="195" y="1077"/>
                      <a:pt x="247" y="1016"/>
                      <a:pt x="247" y="954"/>
                    </a:cubicBezTo>
                    <a:lnTo>
                      <a:pt x="247" y="13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42"/>
              <p:cNvSpPr/>
              <p:nvPr/>
            </p:nvSpPr>
            <p:spPr>
              <a:xfrm>
                <a:off x="4091783" y="4292530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953"/>
                    </a:lnTo>
                    <a:cubicBezTo>
                      <a:pt x="1" y="1025"/>
                      <a:pt x="62" y="1076"/>
                      <a:pt x="124" y="1076"/>
                    </a:cubicBezTo>
                    <a:cubicBezTo>
                      <a:pt x="185" y="1076"/>
                      <a:pt x="237" y="1025"/>
                      <a:pt x="247" y="953"/>
                    </a:cubicBezTo>
                    <a:lnTo>
                      <a:pt x="247" y="12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42"/>
              <p:cNvSpPr/>
              <p:nvPr/>
            </p:nvSpPr>
            <p:spPr>
              <a:xfrm>
                <a:off x="4123258" y="4300732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953"/>
                    </a:lnTo>
                    <a:cubicBezTo>
                      <a:pt x="1" y="1015"/>
                      <a:pt x="62" y="1066"/>
                      <a:pt x="124" y="1066"/>
                    </a:cubicBezTo>
                    <a:cubicBezTo>
                      <a:pt x="185" y="1066"/>
                      <a:pt x="236" y="1015"/>
                      <a:pt x="247" y="953"/>
                    </a:cubicBezTo>
                    <a:lnTo>
                      <a:pt x="247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42"/>
              <p:cNvSpPr/>
              <p:nvPr/>
            </p:nvSpPr>
            <p:spPr>
              <a:xfrm>
                <a:off x="4149931" y="4306867"/>
                <a:ext cx="17138" cy="74551"/>
              </a:xfrm>
              <a:custGeom>
                <a:rect b="b" l="l" r="r" t="t"/>
                <a:pathLst>
                  <a:path extrusionOk="0" h="1118" w="257">
                    <a:moveTo>
                      <a:pt x="134" y="0"/>
                    </a:moveTo>
                    <a:cubicBezTo>
                      <a:pt x="62" y="0"/>
                      <a:pt x="11" y="52"/>
                      <a:pt x="11" y="123"/>
                    </a:cubicBezTo>
                    <a:lnTo>
                      <a:pt x="11" y="984"/>
                    </a:lnTo>
                    <a:cubicBezTo>
                      <a:pt x="0" y="1056"/>
                      <a:pt x="62" y="1118"/>
                      <a:pt x="134" y="1118"/>
                    </a:cubicBezTo>
                    <a:cubicBezTo>
                      <a:pt x="205" y="1118"/>
                      <a:pt x="257" y="1056"/>
                      <a:pt x="257" y="984"/>
                    </a:cubicBezTo>
                    <a:lnTo>
                      <a:pt x="257" y="123"/>
                    </a:lnTo>
                    <a:cubicBezTo>
                      <a:pt x="257" y="62"/>
                      <a:pt x="20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42"/>
              <p:cNvSpPr/>
              <p:nvPr/>
            </p:nvSpPr>
            <p:spPr>
              <a:xfrm>
                <a:off x="4183407" y="4312269"/>
                <a:ext cx="16471" cy="74684"/>
              </a:xfrm>
              <a:custGeom>
                <a:rect b="b" l="l" r="r" t="t"/>
                <a:pathLst>
                  <a:path extrusionOk="0" h="1120" w="247">
                    <a:moveTo>
                      <a:pt x="137" y="0"/>
                    </a:moveTo>
                    <a:cubicBezTo>
                      <a:pt x="133" y="0"/>
                      <a:pt x="128" y="1"/>
                      <a:pt x="124" y="1"/>
                    </a:cubicBezTo>
                    <a:cubicBezTo>
                      <a:pt x="52" y="1"/>
                      <a:pt x="1" y="53"/>
                      <a:pt x="1" y="124"/>
                    </a:cubicBezTo>
                    <a:lnTo>
                      <a:pt x="1" y="996"/>
                    </a:lnTo>
                    <a:cubicBezTo>
                      <a:pt x="1" y="1067"/>
                      <a:pt x="52" y="1119"/>
                      <a:pt x="124" y="1119"/>
                    </a:cubicBezTo>
                    <a:cubicBezTo>
                      <a:pt x="129" y="1120"/>
                      <a:pt x="134" y="1120"/>
                      <a:pt x="139" y="1120"/>
                    </a:cubicBezTo>
                    <a:cubicBezTo>
                      <a:pt x="195" y="1120"/>
                      <a:pt x="247" y="1072"/>
                      <a:pt x="247" y="1006"/>
                    </a:cubicBezTo>
                    <a:lnTo>
                      <a:pt x="247" y="124"/>
                    </a:lnTo>
                    <a:cubicBezTo>
                      <a:pt x="247" y="58"/>
                      <a:pt x="194" y="0"/>
                      <a:pt x="137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2"/>
              <p:cNvSpPr/>
              <p:nvPr/>
            </p:nvSpPr>
            <p:spPr>
              <a:xfrm>
                <a:off x="4218283" y="431506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62"/>
                      <a:pt x="0" y="134"/>
                    </a:cubicBezTo>
                    <a:lnTo>
                      <a:pt x="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34"/>
                    </a:lnTo>
                    <a:cubicBezTo>
                      <a:pt x="247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2"/>
              <p:cNvSpPr/>
              <p:nvPr/>
            </p:nvSpPr>
            <p:spPr>
              <a:xfrm>
                <a:off x="4251092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34" y="0"/>
                    </a:moveTo>
                    <a:cubicBezTo>
                      <a:pt x="6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" y="1077"/>
                      <a:pt x="62" y="1128"/>
                      <a:pt x="13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42"/>
              <p:cNvSpPr/>
              <p:nvPr/>
            </p:nvSpPr>
            <p:spPr>
              <a:xfrm>
                <a:off x="4289368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34" y="0"/>
                    </a:moveTo>
                    <a:cubicBezTo>
                      <a:pt x="6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1" y="1077"/>
                      <a:pt x="62" y="1128"/>
                      <a:pt x="13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42"/>
              <p:cNvSpPr/>
              <p:nvPr/>
            </p:nvSpPr>
            <p:spPr>
              <a:xfrm>
                <a:off x="4321510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23" y="1128"/>
                    </a:cubicBezTo>
                    <a:cubicBezTo>
                      <a:pt x="185" y="1118"/>
                      <a:pt x="236" y="1066"/>
                      <a:pt x="246" y="1005"/>
                    </a:cubicBezTo>
                    <a:lnTo>
                      <a:pt x="246" y="123"/>
                    </a:lnTo>
                    <a:cubicBezTo>
                      <a:pt x="246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42"/>
              <p:cNvSpPr/>
              <p:nvPr/>
            </p:nvSpPr>
            <p:spPr>
              <a:xfrm>
                <a:off x="4356386" y="4317803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1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13" y="1128"/>
                    </a:cubicBezTo>
                    <a:cubicBezTo>
                      <a:pt x="185" y="112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62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42"/>
              <p:cNvSpPr/>
              <p:nvPr/>
            </p:nvSpPr>
            <p:spPr>
              <a:xfrm>
                <a:off x="4555305" y="4291797"/>
                <a:ext cx="15804" cy="70483"/>
              </a:xfrm>
              <a:custGeom>
                <a:rect b="b" l="l" r="r" t="t"/>
                <a:pathLst>
                  <a:path extrusionOk="0" h="1057" w="23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34"/>
                    </a:lnTo>
                    <a:cubicBezTo>
                      <a:pt x="0" y="995"/>
                      <a:pt x="52" y="1057"/>
                      <a:pt x="123" y="1057"/>
                    </a:cubicBezTo>
                    <a:cubicBezTo>
                      <a:pt x="185" y="1057"/>
                      <a:pt x="236" y="995"/>
                      <a:pt x="236" y="934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42"/>
              <p:cNvSpPr/>
              <p:nvPr/>
            </p:nvSpPr>
            <p:spPr>
              <a:xfrm>
                <a:off x="4523830" y="4300732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4" y="0"/>
                    </a:moveTo>
                    <a:cubicBezTo>
                      <a:pt x="62" y="0"/>
                      <a:pt x="11" y="51"/>
                      <a:pt x="1" y="123"/>
                    </a:cubicBezTo>
                    <a:lnTo>
                      <a:pt x="1" y="953"/>
                    </a:lnTo>
                    <a:cubicBezTo>
                      <a:pt x="11" y="1015"/>
                      <a:pt x="62" y="1066"/>
                      <a:pt x="124" y="1066"/>
                    </a:cubicBezTo>
                    <a:cubicBezTo>
                      <a:pt x="196" y="1066"/>
                      <a:pt x="247" y="1015"/>
                      <a:pt x="247" y="953"/>
                    </a:cubicBezTo>
                    <a:lnTo>
                      <a:pt x="247" y="123"/>
                    </a:lnTo>
                    <a:cubicBezTo>
                      <a:pt x="247" y="51"/>
                      <a:pt x="196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42"/>
              <p:cNvSpPr/>
              <p:nvPr/>
            </p:nvSpPr>
            <p:spPr>
              <a:xfrm>
                <a:off x="4495823" y="4306867"/>
                <a:ext cx="17138" cy="74551"/>
              </a:xfrm>
              <a:custGeom>
                <a:rect b="b" l="l" r="r" t="t"/>
                <a:pathLst>
                  <a:path extrusionOk="0" h="1118" w="257">
                    <a:moveTo>
                      <a:pt x="134" y="0"/>
                    </a:moveTo>
                    <a:cubicBezTo>
                      <a:pt x="62" y="0"/>
                      <a:pt x="11" y="52"/>
                      <a:pt x="11" y="123"/>
                    </a:cubicBezTo>
                    <a:lnTo>
                      <a:pt x="11" y="984"/>
                    </a:lnTo>
                    <a:cubicBezTo>
                      <a:pt x="1" y="1056"/>
                      <a:pt x="62" y="1118"/>
                      <a:pt x="134" y="1118"/>
                    </a:cubicBezTo>
                    <a:cubicBezTo>
                      <a:pt x="206" y="1118"/>
                      <a:pt x="257" y="1056"/>
                      <a:pt x="257" y="984"/>
                    </a:cubicBezTo>
                    <a:lnTo>
                      <a:pt x="257" y="123"/>
                    </a:lnTo>
                    <a:cubicBezTo>
                      <a:pt x="257" y="5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42"/>
              <p:cNvSpPr/>
              <p:nvPr/>
            </p:nvSpPr>
            <p:spPr>
              <a:xfrm>
                <a:off x="4463681" y="4312335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4" y="0"/>
                    </a:moveTo>
                    <a:cubicBezTo>
                      <a:pt x="52" y="0"/>
                      <a:pt x="1" y="52"/>
                      <a:pt x="1" y="113"/>
                    </a:cubicBezTo>
                    <a:lnTo>
                      <a:pt x="1" y="995"/>
                    </a:lnTo>
                    <a:cubicBezTo>
                      <a:pt x="1" y="1066"/>
                      <a:pt x="52" y="1118"/>
                      <a:pt x="124" y="1118"/>
                    </a:cubicBezTo>
                    <a:cubicBezTo>
                      <a:pt x="185" y="1118"/>
                      <a:pt x="237" y="1066"/>
                      <a:pt x="237" y="995"/>
                    </a:cubicBezTo>
                    <a:lnTo>
                      <a:pt x="237" y="113"/>
                    </a:lnTo>
                    <a:cubicBezTo>
                      <a:pt x="23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42"/>
              <p:cNvSpPr/>
              <p:nvPr/>
            </p:nvSpPr>
            <p:spPr>
              <a:xfrm>
                <a:off x="4428138" y="431506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1" y="123"/>
                    </a:cubicBezTo>
                    <a:lnTo>
                      <a:pt x="11" y="1005"/>
                    </a:lnTo>
                    <a:cubicBezTo>
                      <a:pt x="1" y="1066"/>
                      <a:pt x="62" y="1128"/>
                      <a:pt x="124" y="1128"/>
                    </a:cubicBezTo>
                    <a:cubicBezTo>
                      <a:pt x="19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42"/>
              <p:cNvSpPr/>
              <p:nvPr/>
            </p:nvSpPr>
            <p:spPr>
              <a:xfrm>
                <a:off x="4395330" y="4317803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62" y="1128"/>
                      <a:pt x="124" y="1128"/>
                    </a:cubicBezTo>
                    <a:cubicBezTo>
                      <a:pt x="195" y="111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5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42"/>
              <p:cNvSpPr/>
              <p:nvPr/>
            </p:nvSpPr>
            <p:spPr>
              <a:xfrm>
                <a:off x="4019364" y="4008126"/>
                <a:ext cx="605033" cy="256394"/>
              </a:xfrm>
              <a:custGeom>
                <a:rect b="b" l="l" r="r" t="t"/>
                <a:pathLst>
                  <a:path extrusionOk="0" h="3845" w="9073">
                    <a:moveTo>
                      <a:pt x="4542" y="0"/>
                    </a:moveTo>
                    <a:cubicBezTo>
                      <a:pt x="2092" y="0"/>
                      <a:pt x="103" y="523"/>
                      <a:pt x="11" y="1169"/>
                    </a:cubicBezTo>
                    <a:lnTo>
                      <a:pt x="11" y="1220"/>
                    </a:lnTo>
                    <a:lnTo>
                      <a:pt x="0" y="1210"/>
                    </a:lnTo>
                    <a:lnTo>
                      <a:pt x="0" y="2625"/>
                    </a:lnTo>
                    <a:lnTo>
                      <a:pt x="0" y="2635"/>
                    </a:lnTo>
                    <a:lnTo>
                      <a:pt x="0" y="2645"/>
                    </a:lnTo>
                    <a:cubicBezTo>
                      <a:pt x="41" y="3312"/>
                      <a:pt x="2061" y="3845"/>
                      <a:pt x="4542" y="3845"/>
                    </a:cubicBezTo>
                    <a:cubicBezTo>
                      <a:pt x="6992" y="3845"/>
                      <a:pt x="8981" y="3322"/>
                      <a:pt x="9073" y="2676"/>
                    </a:cubicBezTo>
                    <a:lnTo>
                      <a:pt x="9073" y="2666"/>
                    </a:lnTo>
                    <a:cubicBezTo>
                      <a:pt x="9073" y="2656"/>
                      <a:pt x="9073" y="2635"/>
                      <a:pt x="9073" y="2625"/>
                    </a:cubicBezTo>
                    <a:lnTo>
                      <a:pt x="9073" y="2594"/>
                    </a:lnTo>
                    <a:lnTo>
                      <a:pt x="9073" y="1220"/>
                    </a:lnTo>
                    <a:lnTo>
                      <a:pt x="9073" y="1169"/>
                    </a:lnTo>
                    <a:cubicBezTo>
                      <a:pt x="8970" y="513"/>
                      <a:pt x="6982" y="0"/>
                      <a:pt x="45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42"/>
              <p:cNvSpPr/>
              <p:nvPr/>
            </p:nvSpPr>
            <p:spPr>
              <a:xfrm>
                <a:off x="4020031" y="4090146"/>
                <a:ext cx="604366" cy="174375"/>
              </a:xfrm>
              <a:custGeom>
                <a:rect b="b" l="l" r="r" t="t"/>
                <a:pathLst>
                  <a:path extrusionOk="0" h="2615" w="9063">
                    <a:moveTo>
                      <a:pt x="1" y="1"/>
                    </a:moveTo>
                    <a:lnTo>
                      <a:pt x="1" y="1385"/>
                    </a:lnTo>
                    <a:lnTo>
                      <a:pt x="1" y="1395"/>
                    </a:lnTo>
                    <a:lnTo>
                      <a:pt x="1" y="1405"/>
                    </a:lnTo>
                    <a:lnTo>
                      <a:pt x="1" y="1415"/>
                    </a:lnTo>
                    <a:cubicBezTo>
                      <a:pt x="42" y="2082"/>
                      <a:pt x="2051" y="2615"/>
                      <a:pt x="4532" y="2615"/>
                    </a:cubicBezTo>
                    <a:cubicBezTo>
                      <a:pt x="6982" y="2615"/>
                      <a:pt x="8981" y="2092"/>
                      <a:pt x="9063" y="1436"/>
                    </a:cubicBezTo>
                    <a:lnTo>
                      <a:pt x="9063" y="1426"/>
                    </a:lnTo>
                    <a:cubicBezTo>
                      <a:pt x="9063" y="1415"/>
                      <a:pt x="9063" y="1405"/>
                      <a:pt x="9063" y="1395"/>
                    </a:cubicBezTo>
                    <a:lnTo>
                      <a:pt x="9063" y="1364"/>
                    </a:lnTo>
                    <a:lnTo>
                      <a:pt x="9063" y="21"/>
                    </a:lnTo>
                    <a:cubicBezTo>
                      <a:pt x="8981" y="677"/>
                      <a:pt x="6982" y="1200"/>
                      <a:pt x="4532" y="1200"/>
                    </a:cubicBezTo>
                    <a:cubicBezTo>
                      <a:pt x="205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42"/>
              <p:cNvSpPr/>
              <p:nvPr/>
            </p:nvSpPr>
            <p:spPr>
              <a:xfrm>
                <a:off x="4020031" y="408607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51"/>
                    </a:lnTo>
                    <a:lnTo>
                      <a:pt x="1" y="5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42"/>
              <p:cNvSpPr/>
              <p:nvPr/>
            </p:nvSpPr>
            <p:spPr>
              <a:xfrm>
                <a:off x="4102052" y="4032065"/>
                <a:ext cx="440321" cy="110760"/>
              </a:xfrm>
              <a:custGeom>
                <a:rect b="b" l="l" r="r" t="t"/>
                <a:pathLst>
                  <a:path extrusionOk="0" h="1661" w="6603">
                    <a:moveTo>
                      <a:pt x="3302" y="0"/>
                    </a:moveTo>
                    <a:cubicBezTo>
                      <a:pt x="1477" y="0"/>
                      <a:pt x="1" y="369"/>
                      <a:pt x="1" y="831"/>
                    </a:cubicBezTo>
                    <a:cubicBezTo>
                      <a:pt x="1" y="1292"/>
                      <a:pt x="1477" y="1661"/>
                      <a:pt x="3302" y="1661"/>
                    </a:cubicBezTo>
                    <a:cubicBezTo>
                      <a:pt x="5126" y="1661"/>
                      <a:pt x="6603" y="1292"/>
                      <a:pt x="6603" y="831"/>
                    </a:cubicBezTo>
                    <a:cubicBezTo>
                      <a:pt x="6603" y="369"/>
                      <a:pt x="5126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42"/>
              <p:cNvSpPr/>
              <p:nvPr/>
            </p:nvSpPr>
            <p:spPr>
              <a:xfrm>
                <a:off x="4029633" y="4129089"/>
                <a:ext cx="16471" cy="66416"/>
              </a:xfrm>
              <a:custGeom>
                <a:rect b="b" l="l" r="r" t="t"/>
                <a:pathLst>
                  <a:path extrusionOk="0" h="996" w="247">
                    <a:moveTo>
                      <a:pt x="123" y="1"/>
                    </a:moveTo>
                    <a:cubicBezTo>
                      <a:pt x="62" y="1"/>
                      <a:pt x="10" y="52"/>
                      <a:pt x="0" y="124"/>
                    </a:cubicBezTo>
                    <a:lnTo>
                      <a:pt x="0" y="872"/>
                    </a:lnTo>
                    <a:cubicBezTo>
                      <a:pt x="10" y="944"/>
                      <a:pt x="62" y="995"/>
                      <a:pt x="123" y="995"/>
                    </a:cubicBezTo>
                    <a:cubicBezTo>
                      <a:pt x="195" y="995"/>
                      <a:pt x="246" y="944"/>
                      <a:pt x="246" y="872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42"/>
              <p:cNvSpPr/>
              <p:nvPr/>
            </p:nvSpPr>
            <p:spPr>
              <a:xfrm>
                <a:off x="4054240" y="4142693"/>
                <a:ext cx="17138" cy="71350"/>
              </a:xfrm>
              <a:custGeom>
                <a:rect b="b" l="l" r="r" t="t"/>
                <a:pathLst>
                  <a:path extrusionOk="0" h="1070" w="257">
                    <a:moveTo>
                      <a:pt x="118" y="1"/>
                    </a:moveTo>
                    <a:cubicBezTo>
                      <a:pt x="53" y="1"/>
                      <a:pt x="1" y="58"/>
                      <a:pt x="10" y="125"/>
                    </a:cubicBezTo>
                    <a:lnTo>
                      <a:pt x="10" y="945"/>
                    </a:lnTo>
                    <a:cubicBezTo>
                      <a:pt x="1" y="1012"/>
                      <a:pt x="53" y="1069"/>
                      <a:pt x="118" y="1069"/>
                    </a:cubicBezTo>
                    <a:cubicBezTo>
                      <a:pt x="123" y="1069"/>
                      <a:pt x="128" y="1069"/>
                      <a:pt x="133" y="1068"/>
                    </a:cubicBezTo>
                    <a:cubicBezTo>
                      <a:pt x="205" y="1068"/>
                      <a:pt x="256" y="1017"/>
                      <a:pt x="256" y="945"/>
                    </a:cubicBezTo>
                    <a:lnTo>
                      <a:pt x="256" y="125"/>
                    </a:lnTo>
                    <a:cubicBezTo>
                      <a:pt x="256" y="53"/>
                      <a:pt x="195" y="2"/>
                      <a:pt x="133" y="2"/>
                    </a:cubicBezTo>
                    <a:cubicBezTo>
                      <a:pt x="128" y="1"/>
                      <a:pt x="123" y="1"/>
                      <a:pt x="118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42"/>
              <p:cNvSpPr/>
              <p:nvPr/>
            </p:nvSpPr>
            <p:spPr>
              <a:xfrm>
                <a:off x="4082914" y="4152362"/>
                <a:ext cx="17138" cy="73217"/>
              </a:xfrm>
              <a:custGeom>
                <a:rect b="b" l="l" r="r" t="t"/>
                <a:pathLst>
                  <a:path extrusionOk="0" h="1098" w="257">
                    <a:moveTo>
                      <a:pt x="124" y="0"/>
                    </a:moveTo>
                    <a:cubicBezTo>
                      <a:pt x="62" y="0"/>
                      <a:pt x="1" y="62"/>
                      <a:pt x="11" y="134"/>
                    </a:cubicBezTo>
                    <a:lnTo>
                      <a:pt x="11" y="974"/>
                    </a:lnTo>
                    <a:cubicBezTo>
                      <a:pt x="1" y="1036"/>
                      <a:pt x="62" y="1097"/>
                      <a:pt x="124" y="1097"/>
                    </a:cubicBezTo>
                    <a:cubicBezTo>
                      <a:pt x="195" y="1097"/>
                      <a:pt x="257" y="1036"/>
                      <a:pt x="247" y="974"/>
                    </a:cubicBezTo>
                    <a:lnTo>
                      <a:pt x="247" y="134"/>
                    </a:lnTo>
                    <a:cubicBezTo>
                      <a:pt x="25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42"/>
              <p:cNvSpPr/>
              <p:nvPr/>
            </p:nvSpPr>
            <p:spPr>
              <a:xfrm>
                <a:off x="4115056" y="4161897"/>
                <a:ext cx="15804" cy="71217"/>
              </a:xfrm>
              <a:custGeom>
                <a:rect b="b" l="l" r="r" t="t"/>
                <a:pathLst>
                  <a:path extrusionOk="0" h="1068" w="237">
                    <a:moveTo>
                      <a:pt x="124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4" y="1067"/>
                    </a:cubicBezTo>
                    <a:cubicBezTo>
                      <a:pt x="185" y="1067"/>
                      <a:pt x="236" y="1016"/>
                      <a:pt x="236" y="944"/>
                    </a:cubicBezTo>
                    <a:lnTo>
                      <a:pt x="236" y="11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42"/>
              <p:cNvSpPr/>
              <p:nvPr/>
            </p:nvSpPr>
            <p:spPr>
              <a:xfrm>
                <a:off x="4141729" y="4168766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34" y="0"/>
                    </a:moveTo>
                    <a:cubicBezTo>
                      <a:pt x="62" y="0"/>
                      <a:pt x="0" y="52"/>
                      <a:pt x="0" y="124"/>
                    </a:cubicBezTo>
                    <a:lnTo>
                      <a:pt x="0" y="985"/>
                    </a:lnTo>
                    <a:cubicBezTo>
                      <a:pt x="0" y="1056"/>
                      <a:pt x="62" y="1108"/>
                      <a:pt x="134" y="1108"/>
                    </a:cubicBezTo>
                    <a:cubicBezTo>
                      <a:pt x="195" y="1108"/>
                      <a:pt x="257" y="1046"/>
                      <a:pt x="246" y="985"/>
                    </a:cubicBezTo>
                    <a:lnTo>
                      <a:pt x="246" y="124"/>
                    </a:lnTo>
                    <a:cubicBezTo>
                      <a:pt x="246" y="52"/>
                      <a:pt x="195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42"/>
              <p:cNvSpPr/>
              <p:nvPr/>
            </p:nvSpPr>
            <p:spPr>
              <a:xfrm>
                <a:off x="4174538" y="4172900"/>
                <a:ext cx="17138" cy="75218"/>
              </a:xfrm>
              <a:custGeom>
                <a:rect b="b" l="l" r="r" t="t"/>
                <a:pathLst>
                  <a:path extrusionOk="0" h="1128" w="25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6" y="1076"/>
                      <a:pt x="257" y="1005"/>
                    </a:cubicBezTo>
                    <a:lnTo>
                      <a:pt x="257" y="123"/>
                    </a:lnTo>
                    <a:cubicBezTo>
                      <a:pt x="257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42"/>
              <p:cNvSpPr/>
              <p:nvPr/>
            </p:nvSpPr>
            <p:spPr>
              <a:xfrm>
                <a:off x="4210081" y="4176968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56"/>
                      <a:pt x="52" y="1108"/>
                      <a:pt x="123" y="1118"/>
                    </a:cubicBezTo>
                    <a:cubicBezTo>
                      <a:pt x="185" y="1118"/>
                      <a:pt x="246" y="1056"/>
                      <a:pt x="246" y="995"/>
                    </a:cubicBezTo>
                    <a:lnTo>
                      <a:pt x="246" y="124"/>
                    </a:lnTo>
                    <a:cubicBezTo>
                      <a:pt x="24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42"/>
              <p:cNvSpPr/>
              <p:nvPr/>
            </p:nvSpPr>
            <p:spPr>
              <a:xfrm>
                <a:off x="4242289" y="4178902"/>
                <a:ext cx="17071" cy="75351"/>
              </a:xfrm>
              <a:custGeom>
                <a:rect b="b" l="l" r="r" t="t"/>
                <a:pathLst>
                  <a:path extrusionOk="0" h="1130" w="256">
                    <a:moveTo>
                      <a:pt x="114" y="1"/>
                    </a:moveTo>
                    <a:cubicBezTo>
                      <a:pt x="51" y="1"/>
                      <a:pt x="0" y="49"/>
                      <a:pt x="10" y="115"/>
                    </a:cubicBezTo>
                    <a:lnTo>
                      <a:pt x="10" y="997"/>
                    </a:lnTo>
                    <a:cubicBezTo>
                      <a:pt x="10" y="1068"/>
                      <a:pt x="61" y="1130"/>
                      <a:pt x="133" y="1130"/>
                    </a:cubicBezTo>
                    <a:cubicBezTo>
                      <a:pt x="204" y="1120"/>
                      <a:pt x="256" y="1068"/>
                      <a:pt x="256" y="997"/>
                    </a:cubicBezTo>
                    <a:lnTo>
                      <a:pt x="256" y="115"/>
                    </a:lnTo>
                    <a:cubicBezTo>
                      <a:pt x="256" y="54"/>
                      <a:pt x="194" y="2"/>
                      <a:pt x="133" y="2"/>
                    </a:cubicBezTo>
                    <a:cubicBezTo>
                      <a:pt x="126" y="1"/>
                      <a:pt x="120" y="1"/>
                      <a:pt x="11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42"/>
              <p:cNvSpPr/>
              <p:nvPr/>
            </p:nvSpPr>
            <p:spPr>
              <a:xfrm>
                <a:off x="4281166" y="4178968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08" y="0"/>
                    </a:moveTo>
                    <a:cubicBezTo>
                      <a:pt x="45" y="0"/>
                      <a:pt x="1" y="57"/>
                      <a:pt x="1" y="114"/>
                    </a:cubicBezTo>
                    <a:lnTo>
                      <a:pt x="1" y="996"/>
                    </a:lnTo>
                    <a:cubicBezTo>
                      <a:pt x="1" y="1067"/>
                      <a:pt x="52" y="1129"/>
                      <a:pt x="124" y="1129"/>
                    </a:cubicBezTo>
                    <a:cubicBezTo>
                      <a:pt x="195" y="1119"/>
                      <a:pt x="247" y="1067"/>
                      <a:pt x="247" y="996"/>
                    </a:cubicBezTo>
                    <a:lnTo>
                      <a:pt x="247" y="114"/>
                    </a:lnTo>
                    <a:cubicBezTo>
                      <a:pt x="247" y="53"/>
                      <a:pt x="185" y="1"/>
                      <a:pt x="124" y="1"/>
                    </a:cubicBezTo>
                    <a:cubicBezTo>
                      <a:pt x="118" y="1"/>
                      <a:pt x="113" y="0"/>
                      <a:pt x="108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42"/>
              <p:cNvSpPr/>
              <p:nvPr/>
            </p:nvSpPr>
            <p:spPr>
              <a:xfrm>
                <a:off x="4312641" y="4178968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39" y="0"/>
                    </a:moveTo>
                    <a:cubicBezTo>
                      <a:pt x="134" y="0"/>
                      <a:pt x="129" y="1"/>
                      <a:pt x="123" y="1"/>
                    </a:cubicBezTo>
                    <a:cubicBezTo>
                      <a:pt x="62" y="1"/>
                      <a:pt x="0" y="53"/>
                      <a:pt x="0" y="114"/>
                    </a:cubicBezTo>
                    <a:lnTo>
                      <a:pt x="0" y="996"/>
                    </a:lnTo>
                    <a:cubicBezTo>
                      <a:pt x="0" y="1067"/>
                      <a:pt x="62" y="1119"/>
                      <a:pt x="123" y="1129"/>
                    </a:cubicBezTo>
                    <a:cubicBezTo>
                      <a:pt x="195" y="1129"/>
                      <a:pt x="256" y="1067"/>
                      <a:pt x="256" y="996"/>
                    </a:cubicBezTo>
                    <a:lnTo>
                      <a:pt x="256" y="114"/>
                    </a:lnTo>
                    <a:cubicBezTo>
                      <a:pt x="247" y="57"/>
                      <a:pt x="202" y="0"/>
                      <a:pt x="139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42"/>
              <p:cNvSpPr/>
              <p:nvPr/>
            </p:nvSpPr>
            <p:spPr>
              <a:xfrm>
                <a:off x="4347517" y="4179035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51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6"/>
                      <a:pt x="51" y="1118"/>
                      <a:pt x="123" y="1128"/>
                    </a:cubicBezTo>
                    <a:cubicBezTo>
                      <a:pt x="185" y="1118"/>
                      <a:pt x="246" y="1066"/>
                      <a:pt x="246" y="995"/>
                    </a:cubicBezTo>
                    <a:lnTo>
                      <a:pt x="246" y="11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42"/>
              <p:cNvSpPr/>
              <p:nvPr/>
            </p:nvSpPr>
            <p:spPr>
              <a:xfrm>
                <a:off x="4574444" y="4142759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4" y="1"/>
                    </a:moveTo>
                    <a:cubicBezTo>
                      <a:pt x="52" y="1"/>
                      <a:pt x="0" y="52"/>
                      <a:pt x="0" y="11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4" y="1067"/>
                    </a:cubicBezTo>
                    <a:cubicBezTo>
                      <a:pt x="195" y="1067"/>
                      <a:pt x="247" y="1016"/>
                      <a:pt x="247" y="944"/>
                    </a:cubicBezTo>
                    <a:lnTo>
                      <a:pt x="247" y="114"/>
                    </a:lnTo>
                    <a:cubicBezTo>
                      <a:pt x="24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42"/>
              <p:cNvSpPr/>
              <p:nvPr/>
            </p:nvSpPr>
            <p:spPr>
              <a:xfrm>
                <a:off x="4546436" y="4153029"/>
                <a:ext cx="16471" cy="70483"/>
              </a:xfrm>
              <a:custGeom>
                <a:rect b="b" l="l" r="r" t="t"/>
                <a:pathLst>
                  <a:path extrusionOk="0" h="1057" w="247">
                    <a:moveTo>
                      <a:pt x="123" y="1"/>
                    </a:moveTo>
                    <a:cubicBezTo>
                      <a:pt x="51" y="1"/>
                      <a:pt x="0" y="52"/>
                      <a:pt x="0" y="124"/>
                    </a:cubicBezTo>
                    <a:lnTo>
                      <a:pt x="0" y="934"/>
                    </a:lnTo>
                    <a:cubicBezTo>
                      <a:pt x="10" y="995"/>
                      <a:pt x="62" y="1046"/>
                      <a:pt x="123" y="1057"/>
                    </a:cubicBezTo>
                    <a:cubicBezTo>
                      <a:pt x="185" y="1057"/>
                      <a:pt x="246" y="995"/>
                      <a:pt x="246" y="934"/>
                    </a:cubicBezTo>
                    <a:lnTo>
                      <a:pt x="246" y="124"/>
                    </a:lnTo>
                    <a:cubicBezTo>
                      <a:pt x="246" y="6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42"/>
              <p:cNvSpPr/>
              <p:nvPr/>
            </p:nvSpPr>
            <p:spPr>
              <a:xfrm>
                <a:off x="4514961" y="4161231"/>
                <a:ext cx="17138" cy="71884"/>
              </a:xfrm>
              <a:custGeom>
                <a:rect b="b" l="l" r="r" t="t"/>
                <a:pathLst>
                  <a:path extrusionOk="0" h="1078" w="257">
                    <a:moveTo>
                      <a:pt x="134" y="1"/>
                    </a:moveTo>
                    <a:cubicBezTo>
                      <a:pt x="62" y="1"/>
                      <a:pt x="1" y="52"/>
                      <a:pt x="1" y="124"/>
                    </a:cubicBezTo>
                    <a:lnTo>
                      <a:pt x="1" y="954"/>
                    </a:lnTo>
                    <a:cubicBezTo>
                      <a:pt x="1" y="1026"/>
                      <a:pt x="62" y="1077"/>
                      <a:pt x="134" y="1077"/>
                    </a:cubicBezTo>
                    <a:cubicBezTo>
                      <a:pt x="195" y="1077"/>
                      <a:pt x="247" y="1026"/>
                      <a:pt x="247" y="954"/>
                    </a:cubicBezTo>
                    <a:lnTo>
                      <a:pt x="247" y="124"/>
                    </a:lnTo>
                    <a:cubicBezTo>
                      <a:pt x="257" y="62"/>
                      <a:pt x="195" y="1"/>
                      <a:pt x="13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42"/>
              <p:cNvSpPr/>
              <p:nvPr/>
            </p:nvSpPr>
            <p:spPr>
              <a:xfrm>
                <a:off x="4487621" y="4168766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4" y="0"/>
                    </a:moveTo>
                    <a:cubicBezTo>
                      <a:pt x="52" y="0"/>
                      <a:pt x="1" y="52"/>
                      <a:pt x="1" y="124"/>
                    </a:cubicBezTo>
                    <a:lnTo>
                      <a:pt x="1" y="985"/>
                    </a:lnTo>
                    <a:cubicBezTo>
                      <a:pt x="1" y="1046"/>
                      <a:pt x="52" y="1108"/>
                      <a:pt x="124" y="1108"/>
                    </a:cubicBezTo>
                    <a:cubicBezTo>
                      <a:pt x="185" y="1108"/>
                      <a:pt x="247" y="1056"/>
                      <a:pt x="247" y="985"/>
                    </a:cubicBezTo>
                    <a:lnTo>
                      <a:pt x="247" y="124"/>
                    </a:lnTo>
                    <a:cubicBezTo>
                      <a:pt x="24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42"/>
              <p:cNvSpPr/>
              <p:nvPr/>
            </p:nvSpPr>
            <p:spPr>
              <a:xfrm>
                <a:off x="4454812" y="4172900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2" y="1128"/>
                      <a:pt x="124" y="1128"/>
                    </a:cubicBezTo>
                    <a:cubicBezTo>
                      <a:pt x="185" y="1128"/>
                      <a:pt x="247" y="1066"/>
                      <a:pt x="247" y="1005"/>
                    </a:cubicBezTo>
                    <a:lnTo>
                      <a:pt x="247" y="123"/>
                    </a:lnTo>
                    <a:cubicBezTo>
                      <a:pt x="247" y="51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42"/>
              <p:cNvSpPr/>
              <p:nvPr/>
            </p:nvSpPr>
            <p:spPr>
              <a:xfrm>
                <a:off x="4419936" y="4176968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95"/>
                    </a:lnTo>
                    <a:cubicBezTo>
                      <a:pt x="1" y="1056"/>
                      <a:pt x="52" y="1118"/>
                      <a:pt x="124" y="1118"/>
                    </a:cubicBezTo>
                    <a:cubicBezTo>
                      <a:pt x="185" y="1118"/>
                      <a:pt x="236" y="1056"/>
                      <a:pt x="236" y="995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42"/>
              <p:cNvSpPr/>
              <p:nvPr/>
            </p:nvSpPr>
            <p:spPr>
              <a:xfrm>
                <a:off x="4387127" y="4178368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5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52" y="1128"/>
                      <a:pt x="124" y="1128"/>
                    </a:cubicBezTo>
                    <a:cubicBezTo>
                      <a:pt x="185" y="1128"/>
                      <a:pt x="247" y="1076"/>
                      <a:pt x="247" y="1005"/>
                    </a:cubicBezTo>
                    <a:lnTo>
                      <a:pt x="247" y="123"/>
                    </a:lnTo>
                    <a:cubicBezTo>
                      <a:pt x="236" y="62"/>
                      <a:pt x="185" y="1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42"/>
              <p:cNvSpPr/>
              <p:nvPr/>
            </p:nvSpPr>
            <p:spPr>
              <a:xfrm>
                <a:off x="4169070" y="4059338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52" y="113"/>
                    </a:moveTo>
                    <a:cubicBezTo>
                      <a:pt x="3369" y="113"/>
                      <a:pt x="3387" y="113"/>
                      <a:pt x="3404" y="114"/>
                    </a:cubicBezTo>
                    <a:cubicBezTo>
                      <a:pt x="3660" y="114"/>
                      <a:pt x="3855" y="155"/>
                      <a:pt x="3927" y="237"/>
                    </a:cubicBezTo>
                    <a:lnTo>
                      <a:pt x="2809" y="258"/>
                    </a:lnTo>
                    <a:cubicBezTo>
                      <a:pt x="2978" y="164"/>
                      <a:pt x="3165" y="113"/>
                      <a:pt x="3352" y="113"/>
                    </a:cubicBezTo>
                    <a:close/>
                    <a:moveTo>
                      <a:pt x="3957" y="268"/>
                    </a:moveTo>
                    <a:cubicBezTo>
                      <a:pt x="3968" y="288"/>
                      <a:pt x="3968" y="299"/>
                      <a:pt x="3968" y="319"/>
                    </a:cubicBezTo>
                    <a:cubicBezTo>
                      <a:pt x="3968" y="340"/>
                      <a:pt x="3957" y="360"/>
                      <a:pt x="3947" y="381"/>
                    </a:cubicBezTo>
                    <a:lnTo>
                      <a:pt x="2553" y="422"/>
                    </a:lnTo>
                    <a:cubicBezTo>
                      <a:pt x="2625" y="381"/>
                      <a:pt x="2686" y="340"/>
                      <a:pt x="2738" y="299"/>
                    </a:cubicBezTo>
                    <a:lnTo>
                      <a:pt x="3957" y="268"/>
                    </a:lnTo>
                    <a:close/>
                    <a:moveTo>
                      <a:pt x="2174" y="319"/>
                    </a:moveTo>
                    <a:lnTo>
                      <a:pt x="2163" y="329"/>
                    </a:lnTo>
                    <a:cubicBezTo>
                      <a:pt x="2102" y="360"/>
                      <a:pt x="2040" y="401"/>
                      <a:pt x="1979" y="432"/>
                    </a:cubicBezTo>
                    <a:lnTo>
                      <a:pt x="667" y="463"/>
                    </a:lnTo>
                    <a:cubicBezTo>
                      <a:pt x="656" y="452"/>
                      <a:pt x="656" y="432"/>
                      <a:pt x="656" y="411"/>
                    </a:cubicBezTo>
                    <a:cubicBezTo>
                      <a:pt x="656" y="391"/>
                      <a:pt x="656" y="370"/>
                      <a:pt x="667" y="350"/>
                    </a:cubicBezTo>
                    <a:lnTo>
                      <a:pt x="2174" y="319"/>
                    </a:lnTo>
                    <a:close/>
                    <a:moveTo>
                      <a:pt x="1917" y="463"/>
                    </a:moveTo>
                    <a:lnTo>
                      <a:pt x="1917" y="463"/>
                    </a:lnTo>
                    <a:cubicBezTo>
                      <a:pt x="1723" y="565"/>
                      <a:pt x="1507" y="616"/>
                      <a:pt x="1292" y="616"/>
                    </a:cubicBezTo>
                    <a:cubicBezTo>
                      <a:pt x="1269" y="617"/>
                      <a:pt x="1246" y="617"/>
                      <a:pt x="1224" y="617"/>
                    </a:cubicBezTo>
                    <a:cubicBezTo>
                      <a:pt x="946" y="617"/>
                      <a:pt x="773" y="560"/>
                      <a:pt x="697" y="493"/>
                    </a:cubicBezTo>
                    <a:lnTo>
                      <a:pt x="1917" y="463"/>
                    </a:lnTo>
                    <a:close/>
                    <a:moveTo>
                      <a:pt x="3182" y="1"/>
                    </a:moveTo>
                    <a:cubicBezTo>
                      <a:pt x="2849" y="1"/>
                      <a:pt x="2519" y="102"/>
                      <a:pt x="2245" y="288"/>
                    </a:cubicBezTo>
                    <a:lnTo>
                      <a:pt x="687" y="319"/>
                    </a:lnTo>
                    <a:cubicBezTo>
                      <a:pt x="810" y="165"/>
                      <a:pt x="1241" y="94"/>
                      <a:pt x="1733" y="63"/>
                    </a:cubicBezTo>
                    <a:lnTo>
                      <a:pt x="1733" y="32"/>
                    </a:lnTo>
                    <a:cubicBezTo>
                      <a:pt x="1067" y="53"/>
                      <a:pt x="790" y="53"/>
                      <a:pt x="595" y="53"/>
                    </a:cubicBezTo>
                    <a:lnTo>
                      <a:pt x="595" y="94"/>
                    </a:lnTo>
                    <a:cubicBezTo>
                      <a:pt x="728" y="94"/>
                      <a:pt x="800" y="104"/>
                      <a:pt x="800" y="124"/>
                    </a:cubicBezTo>
                    <a:cubicBezTo>
                      <a:pt x="800" y="135"/>
                      <a:pt x="790" y="155"/>
                      <a:pt x="738" y="186"/>
                    </a:cubicBezTo>
                    <a:cubicBezTo>
                      <a:pt x="677" y="217"/>
                      <a:pt x="626" y="258"/>
                      <a:pt x="585" y="319"/>
                    </a:cubicBezTo>
                    <a:lnTo>
                      <a:pt x="0" y="340"/>
                    </a:lnTo>
                    <a:lnTo>
                      <a:pt x="0" y="370"/>
                    </a:lnTo>
                    <a:lnTo>
                      <a:pt x="574" y="360"/>
                    </a:lnTo>
                    <a:lnTo>
                      <a:pt x="574" y="360"/>
                    </a:lnTo>
                    <a:cubicBezTo>
                      <a:pt x="564" y="381"/>
                      <a:pt x="564" y="401"/>
                      <a:pt x="564" y="422"/>
                    </a:cubicBezTo>
                    <a:lnTo>
                      <a:pt x="564" y="463"/>
                    </a:lnTo>
                    <a:lnTo>
                      <a:pt x="0" y="483"/>
                    </a:lnTo>
                    <a:lnTo>
                      <a:pt x="0" y="514"/>
                    </a:lnTo>
                    <a:lnTo>
                      <a:pt x="574" y="504"/>
                    </a:lnTo>
                    <a:cubicBezTo>
                      <a:pt x="643" y="651"/>
                      <a:pt x="930" y="771"/>
                      <a:pt x="1416" y="771"/>
                    </a:cubicBezTo>
                    <a:cubicBezTo>
                      <a:pt x="1436" y="771"/>
                      <a:pt x="1456" y="771"/>
                      <a:pt x="1477" y="770"/>
                    </a:cubicBezTo>
                    <a:cubicBezTo>
                      <a:pt x="1835" y="770"/>
                      <a:pt x="2194" y="657"/>
                      <a:pt x="2502" y="452"/>
                    </a:cubicBezTo>
                    <a:lnTo>
                      <a:pt x="3927" y="422"/>
                    </a:lnTo>
                    <a:lnTo>
                      <a:pt x="3927" y="422"/>
                    </a:lnTo>
                    <a:cubicBezTo>
                      <a:pt x="3793" y="545"/>
                      <a:pt x="3424" y="606"/>
                      <a:pt x="3066" y="627"/>
                    </a:cubicBezTo>
                    <a:lnTo>
                      <a:pt x="3066" y="668"/>
                    </a:lnTo>
                    <a:cubicBezTo>
                      <a:pt x="3660" y="647"/>
                      <a:pt x="3865" y="647"/>
                      <a:pt x="4039" y="647"/>
                    </a:cubicBezTo>
                    <a:lnTo>
                      <a:pt x="4039" y="606"/>
                    </a:lnTo>
                    <a:cubicBezTo>
                      <a:pt x="3896" y="606"/>
                      <a:pt x="3824" y="596"/>
                      <a:pt x="3824" y="575"/>
                    </a:cubicBezTo>
                    <a:cubicBezTo>
                      <a:pt x="3824" y="565"/>
                      <a:pt x="3845" y="545"/>
                      <a:pt x="3896" y="514"/>
                    </a:cubicBezTo>
                    <a:cubicBezTo>
                      <a:pt x="3937" y="493"/>
                      <a:pt x="3988" y="463"/>
                      <a:pt x="4019" y="422"/>
                    </a:cubicBezTo>
                    <a:lnTo>
                      <a:pt x="4644" y="411"/>
                    </a:lnTo>
                    <a:lnTo>
                      <a:pt x="4644" y="370"/>
                    </a:lnTo>
                    <a:lnTo>
                      <a:pt x="4039" y="391"/>
                    </a:lnTo>
                    <a:cubicBezTo>
                      <a:pt x="4060" y="360"/>
                      <a:pt x="4060" y="329"/>
                      <a:pt x="4060" y="299"/>
                    </a:cubicBezTo>
                    <a:lnTo>
                      <a:pt x="4060" y="278"/>
                    </a:lnTo>
                    <a:lnTo>
                      <a:pt x="4644" y="268"/>
                    </a:lnTo>
                    <a:lnTo>
                      <a:pt x="4644" y="227"/>
                    </a:lnTo>
                    <a:lnTo>
                      <a:pt x="4050" y="247"/>
                    </a:lnTo>
                    <a:cubicBezTo>
                      <a:pt x="4001" y="110"/>
                      <a:pt x="3754" y="1"/>
                      <a:pt x="3292" y="1"/>
                    </a:cubicBezTo>
                    <a:cubicBezTo>
                      <a:pt x="3272" y="1"/>
                      <a:pt x="3251" y="1"/>
                      <a:pt x="3230" y="1"/>
                    </a:cubicBezTo>
                    <a:cubicBezTo>
                      <a:pt x="3214" y="1"/>
                      <a:pt x="3198" y="1"/>
                      <a:pt x="31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42"/>
              <p:cNvSpPr/>
              <p:nvPr/>
            </p:nvSpPr>
            <p:spPr>
              <a:xfrm>
                <a:off x="1980158" y="4088079"/>
                <a:ext cx="605033" cy="256461"/>
              </a:xfrm>
              <a:custGeom>
                <a:rect b="b" l="l" r="r" t="t"/>
                <a:pathLst>
                  <a:path extrusionOk="0" h="3846" w="9073">
                    <a:moveTo>
                      <a:pt x="4531" y="1"/>
                    </a:moveTo>
                    <a:cubicBezTo>
                      <a:pt x="2091" y="1"/>
                      <a:pt x="103" y="513"/>
                      <a:pt x="0" y="1169"/>
                    </a:cubicBezTo>
                    <a:lnTo>
                      <a:pt x="0" y="1210"/>
                    </a:lnTo>
                    <a:lnTo>
                      <a:pt x="0" y="2646"/>
                    </a:lnTo>
                    <a:cubicBezTo>
                      <a:pt x="41" y="3312"/>
                      <a:pt x="2061" y="3845"/>
                      <a:pt x="4531" y="3845"/>
                    </a:cubicBezTo>
                    <a:cubicBezTo>
                      <a:pt x="6992" y="3845"/>
                      <a:pt x="8980" y="3322"/>
                      <a:pt x="9073" y="2666"/>
                    </a:cubicBezTo>
                    <a:cubicBezTo>
                      <a:pt x="9073" y="2646"/>
                      <a:pt x="9073" y="2635"/>
                      <a:pt x="9073" y="2625"/>
                    </a:cubicBezTo>
                    <a:cubicBezTo>
                      <a:pt x="9073" y="2615"/>
                      <a:pt x="9073" y="2605"/>
                      <a:pt x="9073" y="2594"/>
                    </a:cubicBezTo>
                    <a:lnTo>
                      <a:pt x="9073" y="1210"/>
                    </a:lnTo>
                    <a:lnTo>
                      <a:pt x="9073" y="1169"/>
                    </a:lnTo>
                    <a:cubicBezTo>
                      <a:pt x="8970" y="513"/>
                      <a:pt x="6981" y="1"/>
                      <a:pt x="453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42"/>
              <p:cNvSpPr/>
              <p:nvPr/>
            </p:nvSpPr>
            <p:spPr>
              <a:xfrm>
                <a:off x="1980158" y="4170100"/>
                <a:ext cx="605033" cy="174441"/>
              </a:xfrm>
              <a:custGeom>
                <a:rect b="b" l="l" r="r" t="t"/>
                <a:pathLst>
                  <a:path extrusionOk="0" h="2616" w="9073">
                    <a:moveTo>
                      <a:pt x="0" y="1"/>
                    </a:moveTo>
                    <a:lnTo>
                      <a:pt x="0" y="1416"/>
                    </a:lnTo>
                    <a:cubicBezTo>
                      <a:pt x="41" y="2072"/>
                      <a:pt x="2061" y="2615"/>
                      <a:pt x="4542" y="2615"/>
                    </a:cubicBezTo>
                    <a:cubicBezTo>
                      <a:pt x="6992" y="2615"/>
                      <a:pt x="8980" y="2092"/>
                      <a:pt x="9073" y="1436"/>
                    </a:cubicBezTo>
                    <a:lnTo>
                      <a:pt x="9073" y="1426"/>
                    </a:lnTo>
                    <a:cubicBezTo>
                      <a:pt x="9073" y="1416"/>
                      <a:pt x="9073" y="1405"/>
                      <a:pt x="9073" y="1395"/>
                    </a:cubicBezTo>
                    <a:cubicBezTo>
                      <a:pt x="9073" y="1385"/>
                      <a:pt x="9073" y="1375"/>
                      <a:pt x="9073" y="1364"/>
                    </a:cubicBezTo>
                    <a:lnTo>
                      <a:pt x="9073" y="21"/>
                    </a:lnTo>
                    <a:cubicBezTo>
                      <a:pt x="8980" y="678"/>
                      <a:pt x="6992" y="1200"/>
                      <a:pt x="4542" y="1200"/>
                    </a:cubicBezTo>
                    <a:cubicBezTo>
                      <a:pt x="2061" y="1200"/>
                      <a:pt x="41" y="667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42"/>
              <p:cNvSpPr/>
              <p:nvPr/>
            </p:nvSpPr>
            <p:spPr>
              <a:xfrm>
                <a:off x="2585118" y="4166032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1"/>
                    </a:moveTo>
                    <a:cubicBezTo>
                      <a:pt x="1" y="31"/>
                      <a:pt x="1" y="21"/>
                      <a:pt x="1" y="11"/>
                    </a:cubicBezTo>
                    <a:lnTo>
                      <a:pt x="1" y="0"/>
                    </a:lnTo>
                    <a:lnTo>
                      <a:pt x="1" y="0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42"/>
              <p:cNvSpPr/>
              <p:nvPr/>
            </p:nvSpPr>
            <p:spPr>
              <a:xfrm>
                <a:off x="1980158" y="4166032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0" y="0"/>
                    </a:move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42"/>
              <p:cNvSpPr/>
              <p:nvPr/>
            </p:nvSpPr>
            <p:spPr>
              <a:xfrm>
                <a:off x="2062847" y="4111351"/>
                <a:ext cx="440321" cy="111493"/>
              </a:xfrm>
              <a:custGeom>
                <a:rect b="b" l="l" r="r" t="t"/>
                <a:pathLst>
                  <a:path extrusionOk="0" h="1672" w="6603">
                    <a:moveTo>
                      <a:pt x="3302" y="0"/>
                    </a:moveTo>
                    <a:cubicBezTo>
                      <a:pt x="1477" y="0"/>
                      <a:pt x="1" y="380"/>
                      <a:pt x="1" y="841"/>
                    </a:cubicBezTo>
                    <a:cubicBezTo>
                      <a:pt x="1" y="1292"/>
                      <a:pt x="1477" y="1671"/>
                      <a:pt x="3302" y="1671"/>
                    </a:cubicBezTo>
                    <a:cubicBezTo>
                      <a:pt x="5126" y="1671"/>
                      <a:pt x="6602" y="1292"/>
                      <a:pt x="6602" y="841"/>
                    </a:cubicBezTo>
                    <a:cubicBezTo>
                      <a:pt x="6602" y="380"/>
                      <a:pt x="5126" y="0"/>
                      <a:pt x="33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42"/>
              <p:cNvSpPr/>
              <p:nvPr/>
            </p:nvSpPr>
            <p:spPr>
              <a:xfrm>
                <a:off x="1990361" y="4209109"/>
                <a:ext cx="16471" cy="65682"/>
              </a:xfrm>
              <a:custGeom>
                <a:rect b="b" l="l" r="r" t="t"/>
                <a:pathLst>
                  <a:path extrusionOk="0" h="985" w="247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861"/>
                    </a:lnTo>
                    <a:cubicBezTo>
                      <a:pt x="1" y="923"/>
                      <a:pt x="52" y="984"/>
                      <a:pt x="124" y="984"/>
                    </a:cubicBezTo>
                    <a:cubicBezTo>
                      <a:pt x="185" y="984"/>
                      <a:pt x="237" y="933"/>
                      <a:pt x="247" y="872"/>
                    </a:cubicBezTo>
                    <a:lnTo>
                      <a:pt x="247" y="123"/>
                    </a:lnTo>
                    <a:cubicBezTo>
                      <a:pt x="247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42"/>
              <p:cNvSpPr/>
              <p:nvPr/>
            </p:nvSpPr>
            <p:spPr>
              <a:xfrm>
                <a:off x="2015701" y="4222779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10" y="52"/>
                      <a:pt x="0" y="123"/>
                    </a:cubicBezTo>
                    <a:lnTo>
                      <a:pt x="0" y="943"/>
                    </a:lnTo>
                    <a:cubicBezTo>
                      <a:pt x="0" y="1015"/>
                      <a:pt x="62" y="1067"/>
                      <a:pt x="123" y="1067"/>
                    </a:cubicBezTo>
                    <a:cubicBezTo>
                      <a:pt x="195" y="1067"/>
                      <a:pt x="246" y="1005"/>
                      <a:pt x="246" y="943"/>
                    </a:cubicBezTo>
                    <a:lnTo>
                      <a:pt x="246" y="12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42"/>
              <p:cNvSpPr/>
              <p:nvPr/>
            </p:nvSpPr>
            <p:spPr>
              <a:xfrm>
                <a:off x="2043708" y="4233049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25"/>
                      <a:pt x="62" y="1077"/>
                      <a:pt x="124" y="1077"/>
                    </a:cubicBezTo>
                    <a:cubicBezTo>
                      <a:pt x="195" y="1077"/>
                      <a:pt x="247" y="1025"/>
                      <a:pt x="247" y="954"/>
                    </a:cubicBezTo>
                    <a:lnTo>
                      <a:pt x="247" y="123"/>
                    </a:lnTo>
                    <a:cubicBezTo>
                      <a:pt x="247" y="51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42"/>
              <p:cNvSpPr/>
              <p:nvPr/>
            </p:nvSpPr>
            <p:spPr>
              <a:xfrm>
                <a:off x="2075183" y="42412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1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15"/>
                      <a:pt x="51" y="1066"/>
                      <a:pt x="113" y="1066"/>
                    </a:cubicBezTo>
                    <a:cubicBezTo>
                      <a:pt x="118" y="1067"/>
                      <a:pt x="123" y="1067"/>
                      <a:pt x="129" y="1067"/>
                    </a:cubicBezTo>
                    <a:cubicBezTo>
                      <a:pt x="193" y="1067"/>
                      <a:pt x="246" y="1010"/>
                      <a:pt x="246" y="954"/>
                    </a:cubicBezTo>
                    <a:lnTo>
                      <a:pt x="246" y="123"/>
                    </a:lnTo>
                    <a:cubicBezTo>
                      <a:pt x="246" y="51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42"/>
              <p:cNvSpPr/>
              <p:nvPr/>
            </p:nvSpPr>
            <p:spPr>
              <a:xfrm>
                <a:off x="2102524" y="4247386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62" y="11"/>
                      <a:pt x="10" y="6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1" y="1118"/>
                      <a:pt x="123" y="1118"/>
                    </a:cubicBezTo>
                    <a:cubicBezTo>
                      <a:pt x="195" y="1108"/>
                      <a:pt x="246" y="1056"/>
                      <a:pt x="246" y="985"/>
                    </a:cubicBezTo>
                    <a:lnTo>
                      <a:pt x="246" y="123"/>
                    </a:lnTo>
                    <a:cubicBezTo>
                      <a:pt x="246" y="6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42"/>
              <p:cNvSpPr/>
              <p:nvPr/>
            </p:nvSpPr>
            <p:spPr>
              <a:xfrm>
                <a:off x="2135333" y="4252187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1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95" y="1128"/>
                      <a:pt x="246" y="1077"/>
                      <a:pt x="246" y="101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42"/>
              <p:cNvSpPr/>
              <p:nvPr/>
            </p:nvSpPr>
            <p:spPr>
              <a:xfrm>
                <a:off x="2170875" y="4256254"/>
                <a:ext cx="15804" cy="74618"/>
              </a:xfrm>
              <a:custGeom>
                <a:rect b="b" l="l" r="r" t="t"/>
                <a:pathLst>
                  <a:path extrusionOk="0" h="1119" w="237">
                    <a:moveTo>
                      <a:pt x="113" y="1"/>
                    </a:moveTo>
                    <a:cubicBezTo>
                      <a:pt x="52" y="1"/>
                      <a:pt x="0" y="62"/>
                      <a:pt x="0" y="124"/>
                    </a:cubicBezTo>
                    <a:lnTo>
                      <a:pt x="0" y="995"/>
                    </a:lnTo>
                    <a:cubicBezTo>
                      <a:pt x="0" y="1067"/>
                      <a:pt x="52" y="1118"/>
                      <a:pt x="113" y="1118"/>
                    </a:cubicBezTo>
                    <a:cubicBezTo>
                      <a:pt x="185" y="1118"/>
                      <a:pt x="236" y="1067"/>
                      <a:pt x="236" y="995"/>
                    </a:cubicBezTo>
                    <a:lnTo>
                      <a:pt x="236" y="124"/>
                    </a:lnTo>
                    <a:cubicBezTo>
                      <a:pt x="236" y="62"/>
                      <a:pt x="185" y="1"/>
                      <a:pt x="11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42"/>
              <p:cNvSpPr/>
              <p:nvPr/>
            </p:nvSpPr>
            <p:spPr>
              <a:xfrm>
                <a:off x="2203017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2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1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42"/>
              <p:cNvSpPr/>
              <p:nvPr/>
            </p:nvSpPr>
            <p:spPr>
              <a:xfrm>
                <a:off x="2241294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3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10" y="1067"/>
                      <a:pt x="62" y="1128"/>
                      <a:pt x="13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3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42"/>
              <p:cNvSpPr/>
              <p:nvPr/>
            </p:nvSpPr>
            <p:spPr>
              <a:xfrm>
                <a:off x="2273369" y="4258322"/>
                <a:ext cx="16538" cy="75285"/>
              </a:xfrm>
              <a:custGeom>
                <a:rect b="b" l="l" r="r" t="t"/>
                <a:pathLst>
                  <a:path extrusionOk="0" h="1129" w="248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1005"/>
                    </a:lnTo>
                    <a:cubicBezTo>
                      <a:pt x="1" y="1077"/>
                      <a:pt x="52" y="1128"/>
                      <a:pt x="124" y="1128"/>
                    </a:cubicBezTo>
                    <a:cubicBezTo>
                      <a:pt x="186" y="112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52"/>
                      <a:pt x="196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42"/>
              <p:cNvSpPr/>
              <p:nvPr/>
            </p:nvSpPr>
            <p:spPr>
              <a:xfrm>
                <a:off x="2307578" y="4258322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4" y="0"/>
                    </a:moveTo>
                    <a:cubicBezTo>
                      <a:pt x="62" y="0"/>
                      <a:pt x="1" y="52"/>
                      <a:pt x="11" y="123"/>
                    </a:cubicBezTo>
                    <a:lnTo>
                      <a:pt x="11" y="1005"/>
                    </a:lnTo>
                    <a:cubicBezTo>
                      <a:pt x="11" y="1067"/>
                      <a:pt x="62" y="1128"/>
                      <a:pt x="124" y="1128"/>
                    </a:cubicBezTo>
                    <a:cubicBezTo>
                      <a:pt x="195" y="111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9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42"/>
              <p:cNvSpPr/>
              <p:nvPr/>
            </p:nvSpPr>
            <p:spPr>
              <a:xfrm>
                <a:off x="2560512" y="4209109"/>
                <a:ext cx="16471" cy="67749"/>
              </a:xfrm>
              <a:custGeom>
                <a:rect b="b" l="l" r="r" t="t"/>
                <a:pathLst>
                  <a:path extrusionOk="0" h="1016" w="247">
                    <a:moveTo>
                      <a:pt x="124" y="0"/>
                    </a:moveTo>
                    <a:cubicBezTo>
                      <a:pt x="52" y="0"/>
                      <a:pt x="1" y="52"/>
                      <a:pt x="1" y="123"/>
                    </a:cubicBezTo>
                    <a:lnTo>
                      <a:pt x="1" y="902"/>
                    </a:lnTo>
                    <a:cubicBezTo>
                      <a:pt x="1" y="964"/>
                      <a:pt x="52" y="1015"/>
                      <a:pt x="124" y="1015"/>
                    </a:cubicBezTo>
                    <a:cubicBezTo>
                      <a:pt x="185" y="1015"/>
                      <a:pt x="236" y="964"/>
                      <a:pt x="247" y="892"/>
                    </a:cubicBezTo>
                    <a:lnTo>
                      <a:pt x="247" y="123"/>
                    </a:lnTo>
                    <a:cubicBezTo>
                      <a:pt x="236" y="5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42"/>
              <p:cNvSpPr/>
              <p:nvPr/>
            </p:nvSpPr>
            <p:spPr>
              <a:xfrm>
                <a:off x="2534571" y="4222779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33" y="0"/>
                    </a:moveTo>
                    <a:cubicBezTo>
                      <a:pt x="62" y="0"/>
                      <a:pt x="10" y="52"/>
                      <a:pt x="10" y="123"/>
                    </a:cubicBezTo>
                    <a:lnTo>
                      <a:pt x="10" y="943"/>
                    </a:lnTo>
                    <a:cubicBezTo>
                      <a:pt x="0" y="1005"/>
                      <a:pt x="62" y="1067"/>
                      <a:pt x="133" y="1067"/>
                    </a:cubicBezTo>
                    <a:cubicBezTo>
                      <a:pt x="195" y="1067"/>
                      <a:pt x="246" y="1015"/>
                      <a:pt x="246" y="943"/>
                    </a:cubicBezTo>
                    <a:lnTo>
                      <a:pt x="246" y="123"/>
                    </a:lnTo>
                    <a:cubicBezTo>
                      <a:pt x="246" y="52"/>
                      <a:pt x="195" y="0"/>
                      <a:pt x="13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42"/>
              <p:cNvSpPr/>
              <p:nvPr/>
            </p:nvSpPr>
            <p:spPr>
              <a:xfrm>
                <a:off x="2507164" y="4232315"/>
                <a:ext cx="15804" cy="70483"/>
              </a:xfrm>
              <a:custGeom>
                <a:rect b="b" l="l" r="r" t="t"/>
                <a:pathLst>
                  <a:path extrusionOk="0" h="1057" w="237">
                    <a:moveTo>
                      <a:pt x="124" y="1"/>
                    </a:moveTo>
                    <a:cubicBezTo>
                      <a:pt x="52" y="1"/>
                      <a:pt x="1" y="62"/>
                      <a:pt x="1" y="124"/>
                    </a:cubicBezTo>
                    <a:lnTo>
                      <a:pt x="1" y="934"/>
                    </a:lnTo>
                    <a:cubicBezTo>
                      <a:pt x="1" y="995"/>
                      <a:pt x="52" y="1057"/>
                      <a:pt x="124" y="1057"/>
                    </a:cubicBezTo>
                    <a:cubicBezTo>
                      <a:pt x="186" y="1057"/>
                      <a:pt x="237" y="995"/>
                      <a:pt x="237" y="934"/>
                    </a:cubicBezTo>
                    <a:lnTo>
                      <a:pt x="237" y="124"/>
                    </a:lnTo>
                    <a:cubicBezTo>
                      <a:pt x="237" y="62"/>
                      <a:pt x="18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42"/>
              <p:cNvSpPr/>
              <p:nvPr/>
            </p:nvSpPr>
            <p:spPr>
              <a:xfrm>
                <a:off x="2475756" y="4241251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54"/>
                    </a:lnTo>
                    <a:cubicBezTo>
                      <a:pt x="0" y="1015"/>
                      <a:pt x="62" y="1066"/>
                      <a:pt x="123" y="1066"/>
                    </a:cubicBezTo>
                    <a:cubicBezTo>
                      <a:pt x="195" y="1066"/>
                      <a:pt x="246" y="1015"/>
                      <a:pt x="246" y="954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42"/>
              <p:cNvSpPr/>
              <p:nvPr/>
            </p:nvSpPr>
            <p:spPr>
              <a:xfrm>
                <a:off x="2448415" y="4247386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2" y="1118"/>
                      <a:pt x="123" y="1118"/>
                    </a:cubicBezTo>
                    <a:cubicBezTo>
                      <a:pt x="195" y="1108"/>
                      <a:pt x="246" y="1056"/>
                      <a:pt x="246" y="985"/>
                    </a:cubicBezTo>
                    <a:lnTo>
                      <a:pt x="246" y="12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42"/>
              <p:cNvSpPr/>
              <p:nvPr/>
            </p:nvSpPr>
            <p:spPr>
              <a:xfrm>
                <a:off x="2415607" y="4252854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85" y="1118"/>
                      <a:pt x="246" y="1067"/>
                      <a:pt x="246" y="995"/>
                    </a:cubicBezTo>
                    <a:lnTo>
                      <a:pt x="246" y="113"/>
                    </a:lnTo>
                    <a:cubicBezTo>
                      <a:pt x="24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42"/>
              <p:cNvSpPr/>
              <p:nvPr/>
            </p:nvSpPr>
            <p:spPr>
              <a:xfrm>
                <a:off x="2380064" y="4256254"/>
                <a:ext cx="17138" cy="74618"/>
              </a:xfrm>
              <a:custGeom>
                <a:rect b="b" l="l" r="r" t="t"/>
                <a:pathLst>
                  <a:path extrusionOk="0" h="1119" w="25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67"/>
                      <a:pt x="62" y="1118"/>
                      <a:pt x="123" y="1118"/>
                    </a:cubicBezTo>
                    <a:cubicBezTo>
                      <a:pt x="195" y="1118"/>
                      <a:pt x="257" y="1067"/>
                      <a:pt x="257" y="995"/>
                    </a:cubicBezTo>
                    <a:lnTo>
                      <a:pt x="257" y="124"/>
                    </a:lnTo>
                    <a:cubicBezTo>
                      <a:pt x="257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42"/>
              <p:cNvSpPr/>
              <p:nvPr/>
            </p:nvSpPr>
            <p:spPr>
              <a:xfrm>
                <a:off x="2347255" y="4258322"/>
                <a:ext cx="17138" cy="75285"/>
              </a:xfrm>
              <a:custGeom>
                <a:rect b="b" l="l" r="r" t="t"/>
                <a:pathLst>
                  <a:path extrusionOk="0" h="1129" w="257">
                    <a:moveTo>
                      <a:pt x="123" y="0"/>
                    </a:moveTo>
                    <a:cubicBezTo>
                      <a:pt x="62" y="0"/>
                      <a:pt x="0" y="52"/>
                      <a:pt x="10" y="123"/>
                    </a:cubicBezTo>
                    <a:lnTo>
                      <a:pt x="1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3"/>
                    </a:lnTo>
                    <a:cubicBezTo>
                      <a:pt x="25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42"/>
              <p:cNvSpPr/>
              <p:nvPr/>
            </p:nvSpPr>
            <p:spPr>
              <a:xfrm>
                <a:off x="2137333" y="4133157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68" y="113"/>
                    </a:moveTo>
                    <a:cubicBezTo>
                      <a:pt x="3383" y="113"/>
                      <a:pt x="3399" y="113"/>
                      <a:pt x="3415" y="114"/>
                    </a:cubicBezTo>
                    <a:cubicBezTo>
                      <a:pt x="3671" y="114"/>
                      <a:pt x="3866" y="165"/>
                      <a:pt x="3938" y="237"/>
                    </a:cubicBezTo>
                    <a:lnTo>
                      <a:pt x="2810" y="258"/>
                    </a:lnTo>
                    <a:cubicBezTo>
                      <a:pt x="2981" y="172"/>
                      <a:pt x="3170" y="113"/>
                      <a:pt x="3368" y="113"/>
                    </a:cubicBezTo>
                    <a:close/>
                    <a:moveTo>
                      <a:pt x="3958" y="278"/>
                    </a:moveTo>
                    <a:cubicBezTo>
                      <a:pt x="3968" y="288"/>
                      <a:pt x="3968" y="299"/>
                      <a:pt x="3968" y="319"/>
                    </a:cubicBezTo>
                    <a:cubicBezTo>
                      <a:pt x="3968" y="340"/>
                      <a:pt x="3968" y="360"/>
                      <a:pt x="3948" y="381"/>
                    </a:cubicBezTo>
                    <a:lnTo>
                      <a:pt x="2564" y="422"/>
                    </a:lnTo>
                    <a:lnTo>
                      <a:pt x="2564" y="422"/>
                    </a:lnTo>
                    <a:lnTo>
                      <a:pt x="2748" y="309"/>
                    </a:lnTo>
                    <a:lnTo>
                      <a:pt x="3958" y="278"/>
                    </a:lnTo>
                    <a:close/>
                    <a:moveTo>
                      <a:pt x="2185" y="319"/>
                    </a:moveTo>
                    <a:lnTo>
                      <a:pt x="2164" y="329"/>
                    </a:lnTo>
                    <a:cubicBezTo>
                      <a:pt x="2102" y="360"/>
                      <a:pt x="2051" y="401"/>
                      <a:pt x="1990" y="432"/>
                    </a:cubicBezTo>
                    <a:lnTo>
                      <a:pt x="678" y="463"/>
                    </a:lnTo>
                    <a:cubicBezTo>
                      <a:pt x="667" y="442"/>
                      <a:pt x="657" y="432"/>
                      <a:pt x="657" y="411"/>
                    </a:cubicBezTo>
                    <a:cubicBezTo>
                      <a:pt x="657" y="391"/>
                      <a:pt x="657" y="370"/>
                      <a:pt x="667" y="350"/>
                    </a:cubicBezTo>
                    <a:lnTo>
                      <a:pt x="2185" y="319"/>
                    </a:lnTo>
                    <a:close/>
                    <a:moveTo>
                      <a:pt x="1918" y="473"/>
                    </a:moveTo>
                    <a:lnTo>
                      <a:pt x="1918" y="473"/>
                    </a:lnTo>
                    <a:cubicBezTo>
                      <a:pt x="1733" y="565"/>
                      <a:pt x="1518" y="617"/>
                      <a:pt x="1303" y="617"/>
                    </a:cubicBezTo>
                    <a:cubicBezTo>
                      <a:pt x="1275" y="617"/>
                      <a:pt x="1248" y="618"/>
                      <a:pt x="1222" y="618"/>
                    </a:cubicBezTo>
                    <a:cubicBezTo>
                      <a:pt x="944" y="618"/>
                      <a:pt x="783" y="569"/>
                      <a:pt x="708" y="493"/>
                    </a:cubicBezTo>
                    <a:lnTo>
                      <a:pt x="1918" y="473"/>
                    </a:lnTo>
                    <a:close/>
                    <a:moveTo>
                      <a:pt x="3182" y="1"/>
                    </a:moveTo>
                    <a:cubicBezTo>
                      <a:pt x="2850" y="1"/>
                      <a:pt x="2520" y="103"/>
                      <a:pt x="2246" y="288"/>
                    </a:cubicBezTo>
                    <a:lnTo>
                      <a:pt x="698" y="329"/>
                    </a:lnTo>
                    <a:cubicBezTo>
                      <a:pt x="811" y="165"/>
                      <a:pt x="1252" y="94"/>
                      <a:pt x="1744" y="73"/>
                    </a:cubicBezTo>
                    <a:lnTo>
                      <a:pt x="1744" y="32"/>
                    </a:lnTo>
                    <a:cubicBezTo>
                      <a:pt x="1067" y="53"/>
                      <a:pt x="790" y="53"/>
                      <a:pt x="596" y="53"/>
                    </a:cubicBezTo>
                    <a:lnTo>
                      <a:pt x="596" y="94"/>
                    </a:lnTo>
                    <a:cubicBezTo>
                      <a:pt x="739" y="94"/>
                      <a:pt x="811" y="104"/>
                      <a:pt x="811" y="124"/>
                    </a:cubicBezTo>
                    <a:cubicBezTo>
                      <a:pt x="811" y="135"/>
                      <a:pt x="790" y="155"/>
                      <a:pt x="739" y="186"/>
                    </a:cubicBezTo>
                    <a:cubicBezTo>
                      <a:pt x="678" y="217"/>
                      <a:pt x="626" y="258"/>
                      <a:pt x="596" y="319"/>
                    </a:cubicBezTo>
                    <a:lnTo>
                      <a:pt x="11" y="340"/>
                    </a:lnTo>
                    <a:lnTo>
                      <a:pt x="11" y="370"/>
                    </a:lnTo>
                    <a:lnTo>
                      <a:pt x="575" y="360"/>
                    </a:lnTo>
                    <a:lnTo>
                      <a:pt x="575" y="360"/>
                    </a:lnTo>
                    <a:cubicBezTo>
                      <a:pt x="575" y="381"/>
                      <a:pt x="565" y="401"/>
                      <a:pt x="565" y="422"/>
                    </a:cubicBezTo>
                    <a:cubicBezTo>
                      <a:pt x="565" y="432"/>
                      <a:pt x="565" y="452"/>
                      <a:pt x="565" y="463"/>
                    </a:cubicBezTo>
                    <a:lnTo>
                      <a:pt x="1" y="483"/>
                    </a:lnTo>
                    <a:lnTo>
                      <a:pt x="1" y="514"/>
                    </a:lnTo>
                    <a:lnTo>
                      <a:pt x="585" y="504"/>
                    </a:lnTo>
                    <a:cubicBezTo>
                      <a:pt x="654" y="652"/>
                      <a:pt x="931" y="771"/>
                      <a:pt x="1417" y="771"/>
                    </a:cubicBezTo>
                    <a:cubicBezTo>
                      <a:pt x="1437" y="771"/>
                      <a:pt x="1457" y="771"/>
                      <a:pt x="1477" y="770"/>
                    </a:cubicBezTo>
                    <a:cubicBezTo>
                      <a:pt x="1846" y="770"/>
                      <a:pt x="2205" y="658"/>
                      <a:pt x="2502" y="452"/>
                    </a:cubicBezTo>
                    <a:lnTo>
                      <a:pt x="3927" y="422"/>
                    </a:lnTo>
                    <a:lnTo>
                      <a:pt x="3927" y="422"/>
                    </a:lnTo>
                    <a:cubicBezTo>
                      <a:pt x="3794" y="534"/>
                      <a:pt x="3425" y="596"/>
                      <a:pt x="3066" y="617"/>
                    </a:cubicBezTo>
                    <a:lnTo>
                      <a:pt x="3066" y="668"/>
                    </a:lnTo>
                    <a:cubicBezTo>
                      <a:pt x="3671" y="647"/>
                      <a:pt x="3876" y="647"/>
                      <a:pt x="4040" y="647"/>
                    </a:cubicBezTo>
                    <a:lnTo>
                      <a:pt x="4040" y="606"/>
                    </a:lnTo>
                    <a:cubicBezTo>
                      <a:pt x="3897" y="606"/>
                      <a:pt x="3835" y="596"/>
                      <a:pt x="3825" y="575"/>
                    </a:cubicBezTo>
                    <a:cubicBezTo>
                      <a:pt x="3825" y="565"/>
                      <a:pt x="3845" y="545"/>
                      <a:pt x="3897" y="514"/>
                    </a:cubicBezTo>
                    <a:cubicBezTo>
                      <a:pt x="3938" y="493"/>
                      <a:pt x="3989" y="463"/>
                      <a:pt x="4020" y="422"/>
                    </a:cubicBezTo>
                    <a:lnTo>
                      <a:pt x="4645" y="411"/>
                    </a:lnTo>
                    <a:lnTo>
                      <a:pt x="4645" y="370"/>
                    </a:lnTo>
                    <a:lnTo>
                      <a:pt x="4050" y="391"/>
                    </a:lnTo>
                    <a:cubicBezTo>
                      <a:pt x="4061" y="360"/>
                      <a:pt x="4071" y="329"/>
                      <a:pt x="4061" y="299"/>
                    </a:cubicBezTo>
                    <a:lnTo>
                      <a:pt x="4061" y="278"/>
                    </a:lnTo>
                    <a:lnTo>
                      <a:pt x="4645" y="268"/>
                    </a:lnTo>
                    <a:lnTo>
                      <a:pt x="4645" y="227"/>
                    </a:lnTo>
                    <a:lnTo>
                      <a:pt x="4061" y="247"/>
                    </a:lnTo>
                    <a:cubicBezTo>
                      <a:pt x="4002" y="110"/>
                      <a:pt x="3755" y="1"/>
                      <a:pt x="3293" y="1"/>
                    </a:cubicBezTo>
                    <a:cubicBezTo>
                      <a:pt x="3272" y="1"/>
                      <a:pt x="3251" y="1"/>
                      <a:pt x="3230" y="1"/>
                    </a:cubicBezTo>
                    <a:cubicBezTo>
                      <a:pt x="3214" y="1"/>
                      <a:pt x="3198" y="1"/>
                      <a:pt x="31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42"/>
              <p:cNvSpPr/>
              <p:nvPr/>
            </p:nvSpPr>
            <p:spPr>
              <a:xfrm>
                <a:off x="2785438" y="3975317"/>
                <a:ext cx="604366" cy="256394"/>
              </a:xfrm>
              <a:custGeom>
                <a:rect b="b" l="l" r="r" t="t"/>
                <a:pathLst>
                  <a:path extrusionOk="0" h="3845" w="9063">
                    <a:moveTo>
                      <a:pt x="4532" y="0"/>
                    </a:moveTo>
                    <a:cubicBezTo>
                      <a:pt x="2092" y="0"/>
                      <a:pt x="93" y="513"/>
                      <a:pt x="0" y="1169"/>
                    </a:cubicBezTo>
                    <a:lnTo>
                      <a:pt x="0" y="1210"/>
                    </a:lnTo>
                    <a:lnTo>
                      <a:pt x="0" y="2645"/>
                    </a:lnTo>
                    <a:cubicBezTo>
                      <a:pt x="41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66"/>
                    </a:cubicBezTo>
                    <a:lnTo>
                      <a:pt x="9063" y="2655"/>
                    </a:lnTo>
                    <a:cubicBezTo>
                      <a:pt x="9063" y="2645"/>
                      <a:pt x="9063" y="2635"/>
                      <a:pt x="9063" y="2625"/>
                    </a:cubicBezTo>
                    <a:cubicBezTo>
                      <a:pt x="9063" y="2614"/>
                      <a:pt x="9063" y="2604"/>
                      <a:pt x="9063" y="2594"/>
                    </a:cubicBezTo>
                    <a:lnTo>
                      <a:pt x="9063" y="1210"/>
                    </a:lnTo>
                    <a:lnTo>
                      <a:pt x="9063" y="1169"/>
                    </a:lnTo>
                    <a:cubicBezTo>
                      <a:pt x="8970" y="513"/>
                      <a:pt x="6971" y="0"/>
                      <a:pt x="45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42"/>
              <p:cNvSpPr/>
              <p:nvPr/>
            </p:nvSpPr>
            <p:spPr>
              <a:xfrm>
                <a:off x="2785438" y="4058005"/>
                <a:ext cx="604366" cy="173708"/>
              </a:xfrm>
              <a:custGeom>
                <a:rect b="b" l="l" r="r" t="t"/>
                <a:pathLst>
                  <a:path extrusionOk="0" h="2605" w="9063">
                    <a:moveTo>
                      <a:pt x="0" y="1"/>
                    </a:moveTo>
                    <a:lnTo>
                      <a:pt x="0" y="1405"/>
                    </a:lnTo>
                    <a:cubicBezTo>
                      <a:pt x="41" y="2072"/>
                      <a:pt x="2051" y="2605"/>
                      <a:pt x="4532" y="2605"/>
                    </a:cubicBezTo>
                    <a:cubicBezTo>
                      <a:pt x="6982" y="2605"/>
                      <a:pt x="8981" y="2082"/>
                      <a:pt x="9063" y="1436"/>
                    </a:cubicBezTo>
                    <a:lnTo>
                      <a:pt x="9063" y="1426"/>
                    </a:lnTo>
                    <a:cubicBezTo>
                      <a:pt x="9063" y="1415"/>
                      <a:pt x="9063" y="1395"/>
                      <a:pt x="9063" y="1385"/>
                    </a:cubicBezTo>
                    <a:cubicBezTo>
                      <a:pt x="9063" y="1374"/>
                      <a:pt x="9063" y="1364"/>
                      <a:pt x="9063" y="1354"/>
                    </a:cubicBezTo>
                    <a:lnTo>
                      <a:pt x="9063" y="21"/>
                    </a:lnTo>
                    <a:cubicBezTo>
                      <a:pt x="8981" y="667"/>
                      <a:pt x="6982" y="1190"/>
                      <a:pt x="4532" y="1190"/>
                    </a:cubicBezTo>
                    <a:cubicBezTo>
                      <a:pt x="2051" y="1190"/>
                      <a:pt x="41" y="657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42"/>
              <p:cNvSpPr/>
              <p:nvPr/>
            </p:nvSpPr>
            <p:spPr>
              <a:xfrm>
                <a:off x="3390397" y="4053203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2"/>
                    </a:moveTo>
                    <a:cubicBezTo>
                      <a:pt x="1" y="32"/>
                      <a:pt x="1" y="22"/>
                      <a:pt x="1" y="11"/>
                    </a:cubicBezTo>
                    <a:lnTo>
                      <a:pt x="1" y="1"/>
                    </a:lnTo>
                    <a:lnTo>
                      <a:pt x="1" y="1"/>
                    </a:lnTo>
                    <a:lnTo>
                      <a:pt x="1" y="42"/>
                    </a:lnTo>
                    <a:lnTo>
                      <a:pt x="1" y="42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42"/>
              <p:cNvSpPr/>
              <p:nvPr/>
            </p:nvSpPr>
            <p:spPr>
              <a:xfrm>
                <a:off x="2785438" y="4053203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0" y="1"/>
                    </a:moveTo>
                    <a:lnTo>
                      <a:pt x="0" y="42"/>
                    </a:lnTo>
                    <a:lnTo>
                      <a:pt x="0" y="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42"/>
              <p:cNvSpPr/>
              <p:nvPr/>
            </p:nvSpPr>
            <p:spPr>
              <a:xfrm>
                <a:off x="2868126" y="3999257"/>
                <a:ext cx="439654" cy="110760"/>
              </a:xfrm>
              <a:custGeom>
                <a:rect b="b" l="l" r="r" t="t"/>
                <a:pathLst>
                  <a:path extrusionOk="0" h="1661" w="6593">
                    <a:moveTo>
                      <a:pt x="3292" y="0"/>
                    </a:moveTo>
                    <a:cubicBezTo>
                      <a:pt x="1477" y="0"/>
                      <a:pt x="1" y="369"/>
                      <a:pt x="1" y="831"/>
                    </a:cubicBezTo>
                    <a:cubicBezTo>
                      <a:pt x="1" y="1292"/>
                      <a:pt x="1477" y="1661"/>
                      <a:pt x="3292" y="1661"/>
                    </a:cubicBezTo>
                    <a:cubicBezTo>
                      <a:pt x="5116" y="1661"/>
                      <a:pt x="6592" y="1292"/>
                      <a:pt x="6592" y="831"/>
                    </a:cubicBezTo>
                    <a:cubicBezTo>
                      <a:pt x="6592" y="369"/>
                      <a:pt x="5116" y="0"/>
                      <a:pt x="32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42"/>
              <p:cNvSpPr/>
              <p:nvPr/>
            </p:nvSpPr>
            <p:spPr>
              <a:xfrm>
                <a:off x="2795707" y="4095614"/>
                <a:ext cx="16471" cy="67083"/>
              </a:xfrm>
              <a:custGeom>
                <a:rect b="b" l="l" r="r" t="t"/>
                <a:pathLst>
                  <a:path extrusionOk="0" h="1006" w="247">
                    <a:moveTo>
                      <a:pt x="113" y="1"/>
                    </a:moveTo>
                    <a:cubicBezTo>
                      <a:pt x="51" y="1"/>
                      <a:pt x="0" y="62"/>
                      <a:pt x="0" y="124"/>
                    </a:cubicBezTo>
                    <a:lnTo>
                      <a:pt x="0" y="882"/>
                    </a:lnTo>
                    <a:cubicBezTo>
                      <a:pt x="0" y="944"/>
                      <a:pt x="51" y="1005"/>
                      <a:pt x="113" y="1005"/>
                    </a:cubicBezTo>
                    <a:cubicBezTo>
                      <a:pt x="185" y="1005"/>
                      <a:pt x="236" y="944"/>
                      <a:pt x="246" y="882"/>
                    </a:cubicBezTo>
                    <a:lnTo>
                      <a:pt x="246" y="124"/>
                    </a:lnTo>
                    <a:cubicBezTo>
                      <a:pt x="246" y="52"/>
                      <a:pt x="185" y="1"/>
                      <a:pt x="11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42"/>
              <p:cNvSpPr/>
              <p:nvPr/>
            </p:nvSpPr>
            <p:spPr>
              <a:xfrm>
                <a:off x="2820980" y="41099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44"/>
                    </a:lnTo>
                    <a:cubicBezTo>
                      <a:pt x="0" y="1016"/>
                      <a:pt x="52" y="1067"/>
                      <a:pt x="123" y="1067"/>
                    </a:cubicBezTo>
                    <a:cubicBezTo>
                      <a:pt x="185" y="1067"/>
                      <a:pt x="236" y="1016"/>
                      <a:pt x="246" y="944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42"/>
              <p:cNvSpPr/>
              <p:nvPr/>
            </p:nvSpPr>
            <p:spPr>
              <a:xfrm>
                <a:off x="2848321" y="4120220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34" y="1"/>
                    </a:moveTo>
                    <a:cubicBezTo>
                      <a:pt x="62" y="1"/>
                      <a:pt x="11" y="52"/>
                      <a:pt x="0" y="124"/>
                    </a:cubicBezTo>
                    <a:lnTo>
                      <a:pt x="0" y="964"/>
                    </a:lnTo>
                    <a:cubicBezTo>
                      <a:pt x="11" y="1026"/>
                      <a:pt x="62" y="1077"/>
                      <a:pt x="134" y="1077"/>
                    </a:cubicBezTo>
                    <a:cubicBezTo>
                      <a:pt x="195" y="1077"/>
                      <a:pt x="247" y="1026"/>
                      <a:pt x="247" y="964"/>
                    </a:cubicBezTo>
                    <a:lnTo>
                      <a:pt x="247" y="124"/>
                    </a:lnTo>
                    <a:cubicBezTo>
                      <a:pt x="247" y="52"/>
                      <a:pt x="195" y="1"/>
                      <a:pt x="13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42"/>
              <p:cNvSpPr/>
              <p:nvPr/>
            </p:nvSpPr>
            <p:spPr>
              <a:xfrm>
                <a:off x="2879796" y="4128422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62" y="1077"/>
                      <a:pt x="123" y="1077"/>
                    </a:cubicBezTo>
                    <a:cubicBezTo>
                      <a:pt x="195" y="1077"/>
                      <a:pt x="246" y="1016"/>
                      <a:pt x="246" y="954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42"/>
              <p:cNvSpPr/>
              <p:nvPr/>
            </p:nvSpPr>
            <p:spPr>
              <a:xfrm>
                <a:off x="2907803" y="4135291"/>
                <a:ext cx="15804" cy="73884"/>
              </a:xfrm>
              <a:custGeom>
                <a:rect b="b" l="l" r="r" t="t"/>
                <a:pathLst>
                  <a:path extrusionOk="0" h="1108" w="23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52" y="1107"/>
                      <a:pt x="123" y="1107"/>
                    </a:cubicBezTo>
                    <a:cubicBezTo>
                      <a:pt x="185" y="1107"/>
                      <a:pt x="236" y="1056"/>
                      <a:pt x="236" y="984"/>
                    </a:cubicBezTo>
                    <a:lnTo>
                      <a:pt x="236" y="123"/>
                    </a:lnTo>
                    <a:cubicBezTo>
                      <a:pt x="236" y="6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42"/>
              <p:cNvSpPr/>
              <p:nvPr/>
            </p:nvSpPr>
            <p:spPr>
              <a:xfrm>
                <a:off x="2940612" y="4140759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52" y="1107"/>
                      <a:pt x="123" y="1118"/>
                    </a:cubicBezTo>
                    <a:cubicBezTo>
                      <a:pt x="185" y="1107"/>
                      <a:pt x="236" y="1056"/>
                      <a:pt x="236" y="99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42"/>
              <p:cNvSpPr/>
              <p:nvPr/>
            </p:nvSpPr>
            <p:spPr>
              <a:xfrm>
                <a:off x="2975488" y="4144160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3" y="0"/>
                    </a:moveTo>
                    <a:cubicBezTo>
                      <a:pt x="52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56"/>
                      <a:pt x="52" y="1108"/>
                      <a:pt x="123" y="1108"/>
                    </a:cubicBezTo>
                    <a:cubicBezTo>
                      <a:pt x="185" y="1108"/>
                      <a:pt x="236" y="1056"/>
                      <a:pt x="246" y="995"/>
                    </a:cubicBezTo>
                    <a:lnTo>
                      <a:pt x="246" y="113"/>
                    </a:lnTo>
                    <a:cubicBezTo>
                      <a:pt x="23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42"/>
              <p:cNvSpPr/>
              <p:nvPr/>
            </p:nvSpPr>
            <p:spPr>
              <a:xfrm>
                <a:off x="3008297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52" y="1118"/>
                      <a:pt x="123" y="1118"/>
                    </a:cubicBezTo>
                    <a:cubicBezTo>
                      <a:pt x="185" y="1118"/>
                      <a:pt x="236" y="1066"/>
                      <a:pt x="246" y="995"/>
                    </a:cubicBezTo>
                    <a:lnTo>
                      <a:pt x="24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42"/>
              <p:cNvSpPr/>
              <p:nvPr/>
            </p:nvSpPr>
            <p:spPr>
              <a:xfrm>
                <a:off x="3046573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62" y="1118"/>
                      <a:pt x="123" y="1118"/>
                    </a:cubicBezTo>
                    <a:cubicBezTo>
                      <a:pt x="185" y="1118"/>
                      <a:pt x="236" y="1066"/>
                      <a:pt x="246" y="995"/>
                    </a:cubicBezTo>
                    <a:lnTo>
                      <a:pt x="24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42"/>
              <p:cNvSpPr/>
              <p:nvPr/>
            </p:nvSpPr>
            <p:spPr>
              <a:xfrm>
                <a:off x="3078715" y="4146227"/>
                <a:ext cx="15804" cy="74551"/>
              </a:xfrm>
              <a:custGeom>
                <a:rect b="b" l="l" r="r" t="t"/>
                <a:pathLst>
                  <a:path extrusionOk="0" h="1118" w="237">
                    <a:moveTo>
                      <a:pt x="12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995"/>
                    </a:lnTo>
                    <a:cubicBezTo>
                      <a:pt x="0" y="1066"/>
                      <a:pt x="51" y="1118"/>
                      <a:pt x="123" y="1118"/>
                    </a:cubicBezTo>
                    <a:cubicBezTo>
                      <a:pt x="185" y="1118"/>
                      <a:pt x="236" y="1066"/>
                      <a:pt x="236" y="99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42"/>
              <p:cNvSpPr/>
              <p:nvPr/>
            </p:nvSpPr>
            <p:spPr>
              <a:xfrm>
                <a:off x="3112857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4" y="0"/>
                    </a:moveTo>
                    <a:cubicBezTo>
                      <a:pt x="62" y="0"/>
                      <a:pt x="11" y="51"/>
                      <a:pt x="1" y="123"/>
                    </a:cubicBezTo>
                    <a:lnTo>
                      <a:pt x="1" y="995"/>
                    </a:lnTo>
                    <a:cubicBezTo>
                      <a:pt x="11" y="1066"/>
                      <a:pt x="62" y="1118"/>
                      <a:pt x="124" y="1118"/>
                    </a:cubicBezTo>
                    <a:cubicBezTo>
                      <a:pt x="185" y="1118"/>
                      <a:pt x="247" y="1066"/>
                      <a:pt x="247" y="995"/>
                    </a:cubicBezTo>
                    <a:lnTo>
                      <a:pt x="247" y="123"/>
                    </a:lnTo>
                    <a:cubicBezTo>
                      <a:pt x="24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42"/>
              <p:cNvSpPr/>
              <p:nvPr/>
            </p:nvSpPr>
            <p:spPr>
              <a:xfrm>
                <a:off x="3365124" y="4095614"/>
                <a:ext cx="16471" cy="68416"/>
              </a:xfrm>
              <a:custGeom>
                <a:rect b="b" l="l" r="r" t="t"/>
                <a:pathLst>
                  <a:path extrusionOk="0" h="1026" w="247">
                    <a:moveTo>
                      <a:pt x="124" y="1"/>
                    </a:moveTo>
                    <a:cubicBezTo>
                      <a:pt x="62" y="1"/>
                      <a:pt x="1" y="62"/>
                      <a:pt x="11" y="124"/>
                    </a:cubicBezTo>
                    <a:lnTo>
                      <a:pt x="11" y="913"/>
                    </a:lnTo>
                    <a:cubicBezTo>
                      <a:pt x="11" y="974"/>
                      <a:pt x="62" y="1026"/>
                      <a:pt x="124" y="1026"/>
                    </a:cubicBezTo>
                    <a:cubicBezTo>
                      <a:pt x="195" y="1026"/>
                      <a:pt x="247" y="974"/>
                      <a:pt x="247" y="913"/>
                    </a:cubicBezTo>
                    <a:lnTo>
                      <a:pt x="247" y="12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42"/>
              <p:cNvSpPr/>
              <p:nvPr/>
            </p:nvSpPr>
            <p:spPr>
              <a:xfrm>
                <a:off x="3339851" y="4109951"/>
                <a:ext cx="16471" cy="71217"/>
              </a:xfrm>
              <a:custGeom>
                <a:rect b="b" l="l" r="r" t="t"/>
                <a:pathLst>
                  <a:path extrusionOk="0" h="1068" w="247">
                    <a:moveTo>
                      <a:pt x="123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944"/>
                    </a:lnTo>
                    <a:cubicBezTo>
                      <a:pt x="0" y="1016"/>
                      <a:pt x="62" y="1067"/>
                      <a:pt x="123" y="1067"/>
                    </a:cubicBezTo>
                    <a:cubicBezTo>
                      <a:pt x="195" y="1067"/>
                      <a:pt x="246" y="1016"/>
                      <a:pt x="246" y="944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42"/>
              <p:cNvSpPr/>
              <p:nvPr/>
            </p:nvSpPr>
            <p:spPr>
              <a:xfrm>
                <a:off x="3311777" y="4120220"/>
                <a:ext cx="16538" cy="69817"/>
              </a:xfrm>
              <a:custGeom>
                <a:rect b="b" l="l" r="r" t="t"/>
                <a:pathLst>
                  <a:path extrusionOk="0" h="1047" w="248">
                    <a:moveTo>
                      <a:pt x="124" y="1"/>
                    </a:moveTo>
                    <a:cubicBezTo>
                      <a:pt x="63" y="1"/>
                      <a:pt x="1" y="52"/>
                      <a:pt x="1" y="124"/>
                    </a:cubicBezTo>
                    <a:lnTo>
                      <a:pt x="1" y="923"/>
                    </a:lnTo>
                    <a:cubicBezTo>
                      <a:pt x="1" y="995"/>
                      <a:pt x="63" y="1046"/>
                      <a:pt x="124" y="1046"/>
                    </a:cubicBezTo>
                    <a:cubicBezTo>
                      <a:pt x="196" y="1046"/>
                      <a:pt x="247" y="995"/>
                      <a:pt x="247" y="923"/>
                    </a:cubicBezTo>
                    <a:lnTo>
                      <a:pt x="247" y="124"/>
                    </a:lnTo>
                    <a:cubicBezTo>
                      <a:pt x="247" y="52"/>
                      <a:pt x="19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42"/>
              <p:cNvSpPr/>
              <p:nvPr/>
            </p:nvSpPr>
            <p:spPr>
              <a:xfrm>
                <a:off x="3281035" y="4128422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54"/>
                    </a:lnTo>
                    <a:cubicBezTo>
                      <a:pt x="1" y="1016"/>
                      <a:pt x="52" y="1077"/>
                      <a:pt x="124" y="1077"/>
                    </a:cubicBezTo>
                    <a:cubicBezTo>
                      <a:pt x="185" y="1067"/>
                      <a:pt x="236" y="1016"/>
                      <a:pt x="247" y="954"/>
                    </a:cubicBezTo>
                    <a:lnTo>
                      <a:pt x="247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42"/>
              <p:cNvSpPr/>
              <p:nvPr/>
            </p:nvSpPr>
            <p:spPr>
              <a:xfrm>
                <a:off x="3253028" y="4135291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984"/>
                    </a:lnTo>
                    <a:cubicBezTo>
                      <a:pt x="0" y="1056"/>
                      <a:pt x="62" y="1107"/>
                      <a:pt x="123" y="1107"/>
                    </a:cubicBezTo>
                    <a:cubicBezTo>
                      <a:pt x="195" y="1107"/>
                      <a:pt x="246" y="1056"/>
                      <a:pt x="246" y="984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42"/>
              <p:cNvSpPr/>
              <p:nvPr/>
            </p:nvSpPr>
            <p:spPr>
              <a:xfrm>
                <a:off x="3220219" y="4139358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3" y="1"/>
                    </a:moveTo>
                    <a:cubicBezTo>
                      <a:pt x="62" y="1"/>
                      <a:pt x="0" y="6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46" y="1005"/>
                    </a:cubicBezTo>
                    <a:lnTo>
                      <a:pt x="246" y="124"/>
                    </a:lnTo>
                    <a:cubicBezTo>
                      <a:pt x="246" y="6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42"/>
              <p:cNvSpPr/>
              <p:nvPr/>
            </p:nvSpPr>
            <p:spPr>
              <a:xfrm>
                <a:off x="3184676" y="4144093"/>
                <a:ext cx="17138" cy="73951"/>
              </a:xfrm>
              <a:custGeom>
                <a:rect b="b" l="l" r="r" t="t"/>
                <a:pathLst>
                  <a:path extrusionOk="0" h="1109" w="257">
                    <a:moveTo>
                      <a:pt x="118" y="0"/>
                    </a:moveTo>
                    <a:cubicBezTo>
                      <a:pt x="54" y="0"/>
                      <a:pt x="10" y="57"/>
                      <a:pt x="0" y="114"/>
                    </a:cubicBezTo>
                    <a:lnTo>
                      <a:pt x="0" y="996"/>
                    </a:lnTo>
                    <a:cubicBezTo>
                      <a:pt x="10" y="1057"/>
                      <a:pt x="62" y="1109"/>
                      <a:pt x="133" y="1109"/>
                    </a:cubicBezTo>
                    <a:cubicBezTo>
                      <a:pt x="195" y="1109"/>
                      <a:pt x="257" y="1057"/>
                      <a:pt x="257" y="996"/>
                    </a:cubicBezTo>
                    <a:lnTo>
                      <a:pt x="257" y="114"/>
                    </a:lnTo>
                    <a:cubicBezTo>
                      <a:pt x="257" y="53"/>
                      <a:pt x="195" y="1"/>
                      <a:pt x="133" y="1"/>
                    </a:cubicBezTo>
                    <a:cubicBezTo>
                      <a:pt x="128" y="1"/>
                      <a:pt x="123" y="0"/>
                      <a:pt x="118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42"/>
              <p:cNvSpPr/>
              <p:nvPr/>
            </p:nvSpPr>
            <p:spPr>
              <a:xfrm>
                <a:off x="3152535" y="4146227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2" y="0"/>
                      <a:pt x="0" y="51"/>
                      <a:pt x="0" y="113"/>
                    </a:cubicBezTo>
                    <a:lnTo>
                      <a:pt x="0" y="995"/>
                    </a:lnTo>
                    <a:cubicBezTo>
                      <a:pt x="0" y="1066"/>
                      <a:pt x="52" y="1118"/>
                      <a:pt x="123" y="1118"/>
                    </a:cubicBezTo>
                    <a:cubicBezTo>
                      <a:pt x="185" y="1118"/>
                      <a:pt x="246" y="1066"/>
                      <a:pt x="246" y="995"/>
                    </a:cubicBezTo>
                    <a:lnTo>
                      <a:pt x="246" y="113"/>
                    </a:lnTo>
                    <a:cubicBezTo>
                      <a:pt x="24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42"/>
              <p:cNvSpPr/>
              <p:nvPr/>
            </p:nvSpPr>
            <p:spPr>
              <a:xfrm>
                <a:off x="2934477" y="4036133"/>
                <a:ext cx="309752" cy="51412"/>
              </a:xfrm>
              <a:custGeom>
                <a:rect b="b" l="l" r="r" t="t"/>
                <a:pathLst>
                  <a:path extrusionOk="0" h="771" w="4645">
                    <a:moveTo>
                      <a:pt x="3352" y="112"/>
                    </a:moveTo>
                    <a:cubicBezTo>
                      <a:pt x="3369" y="112"/>
                      <a:pt x="3386" y="113"/>
                      <a:pt x="3404" y="113"/>
                    </a:cubicBezTo>
                    <a:cubicBezTo>
                      <a:pt x="3660" y="113"/>
                      <a:pt x="3865" y="165"/>
                      <a:pt x="3937" y="236"/>
                    </a:cubicBezTo>
                    <a:lnTo>
                      <a:pt x="2809" y="257"/>
                    </a:lnTo>
                    <a:cubicBezTo>
                      <a:pt x="2978" y="163"/>
                      <a:pt x="3164" y="112"/>
                      <a:pt x="3352" y="112"/>
                    </a:cubicBezTo>
                    <a:close/>
                    <a:moveTo>
                      <a:pt x="3957" y="278"/>
                    </a:moveTo>
                    <a:cubicBezTo>
                      <a:pt x="3967" y="288"/>
                      <a:pt x="3967" y="298"/>
                      <a:pt x="3967" y="319"/>
                    </a:cubicBezTo>
                    <a:cubicBezTo>
                      <a:pt x="3967" y="339"/>
                      <a:pt x="3957" y="360"/>
                      <a:pt x="3947" y="380"/>
                    </a:cubicBezTo>
                    <a:lnTo>
                      <a:pt x="2563" y="421"/>
                    </a:lnTo>
                    <a:lnTo>
                      <a:pt x="2748" y="298"/>
                    </a:lnTo>
                    <a:lnTo>
                      <a:pt x="3957" y="278"/>
                    </a:lnTo>
                    <a:close/>
                    <a:moveTo>
                      <a:pt x="2173" y="319"/>
                    </a:moveTo>
                    <a:lnTo>
                      <a:pt x="2163" y="329"/>
                    </a:lnTo>
                    <a:cubicBezTo>
                      <a:pt x="2102" y="360"/>
                      <a:pt x="2050" y="401"/>
                      <a:pt x="1989" y="431"/>
                    </a:cubicBezTo>
                    <a:lnTo>
                      <a:pt x="677" y="462"/>
                    </a:lnTo>
                    <a:cubicBezTo>
                      <a:pt x="667" y="442"/>
                      <a:pt x="656" y="431"/>
                      <a:pt x="656" y="411"/>
                    </a:cubicBezTo>
                    <a:cubicBezTo>
                      <a:pt x="656" y="390"/>
                      <a:pt x="656" y="370"/>
                      <a:pt x="667" y="349"/>
                    </a:cubicBezTo>
                    <a:lnTo>
                      <a:pt x="2173" y="319"/>
                    </a:lnTo>
                    <a:close/>
                    <a:moveTo>
                      <a:pt x="1917" y="472"/>
                    </a:moveTo>
                    <a:cubicBezTo>
                      <a:pt x="1722" y="565"/>
                      <a:pt x="1517" y="616"/>
                      <a:pt x="1302" y="616"/>
                    </a:cubicBezTo>
                    <a:cubicBezTo>
                      <a:pt x="1274" y="617"/>
                      <a:pt x="1247" y="617"/>
                      <a:pt x="1221" y="617"/>
                    </a:cubicBezTo>
                    <a:cubicBezTo>
                      <a:pt x="942" y="617"/>
                      <a:pt x="773" y="568"/>
                      <a:pt x="708" y="493"/>
                    </a:cubicBezTo>
                    <a:lnTo>
                      <a:pt x="1917" y="472"/>
                    </a:lnTo>
                    <a:close/>
                    <a:moveTo>
                      <a:pt x="3182" y="0"/>
                    </a:moveTo>
                    <a:cubicBezTo>
                      <a:pt x="2849" y="0"/>
                      <a:pt x="2519" y="102"/>
                      <a:pt x="2245" y="288"/>
                    </a:cubicBezTo>
                    <a:lnTo>
                      <a:pt x="687" y="319"/>
                    </a:lnTo>
                    <a:cubicBezTo>
                      <a:pt x="810" y="165"/>
                      <a:pt x="1241" y="93"/>
                      <a:pt x="1743" y="62"/>
                    </a:cubicBezTo>
                    <a:lnTo>
                      <a:pt x="1743" y="31"/>
                    </a:lnTo>
                    <a:cubicBezTo>
                      <a:pt x="1066" y="52"/>
                      <a:pt x="790" y="52"/>
                      <a:pt x="595" y="52"/>
                    </a:cubicBezTo>
                    <a:lnTo>
                      <a:pt x="595" y="83"/>
                    </a:lnTo>
                    <a:cubicBezTo>
                      <a:pt x="728" y="93"/>
                      <a:pt x="800" y="103"/>
                      <a:pt x="800" y="124"/>
                    </a:cubicBezTo>
                    <a:cubicBezTo>
                      <a:pt x="810" y="134"/>
                      <a:pt x="790" y="154"/>
                      <a:pt x="738" y="185"/>
                    </a:cubicBezTo>
                    <a:cubicBezTo>
                      <a:pt x="677" y="216"/>
                      <a:pt x="626" y="257"/>
                      <a:pt x="585" y="319"/>
                    </a:cubicBezTo>
                    <a:lnTo>
                      <a:pt x="0" y="339"/>
                    </a:lnTo>
                    <a:lnTo>
                      <a:pt x="0" y="370"/>
                    </a:lnTo>
                    <a:lnTo>
                      <a:pt x="574" y="360"/>
                    </a:lnTo>
                    <a:lnTo>
                      <a:pt x="574" y="360"/>
                    </a:lnTo>
                    <a:cubicBezTo>
                      <a:pt x="564" y="380"/>
                      <a:pt x="564" y="401"/>
                      <a:pt x="564" y="421"/>
                    </a:cubicBezTo>
                    <a:cubicBezTo>
                      <a:pt x="564" y="431"/>
                      <a:pt x="564" y="452"/>
                      <a:pt x="564" y="462"/>
                    </a:cubicBezTo>
                    <a:lnTo>
                      <a:pt x="0" y="483"/>
                    </a:lnTo>
                    <a:lnTo>
                      <a:pt x="0" y="513"/>
                    </a:lnTo>
                    <a:lnTo>
                      <a:pt x="574" y="503"/>
                    </a:lnTo>
                    <a:cubicBezTo>
                      <a:pt x="653" y="651"/>
                      <a:pt x="931" y="770"/>
                      <a:pt x="1416" y="770"/>
                    </a:cubicBezTo>
                    <a:cubicBezTo>
                      <a:pt x="1436" y="770"/>
                      <a:pt x="1456" y="770"/>
                      <a:pt x="1476" y="770"/>
                    </a:cubicBezTo>
                    <a:cubicBezTo>
                      <a:pt x="1845" y="770"/>
                      <a:pt x="2194" y="657"/>
                      <a:pt x="2502" y="452"/>
                    </a:cubicBezTo>
                    <a:lnTo>
                      <a:pt x="3916" y="421"/>
                    </a:lnTo>
                    <a:lnTo>
                      <a:pt x="3916" y="421"/>
                    </a:lnTo>
                    <a:cubicBezTo>
                      <a:pt x="3793" y="544"/>
                      <a:pt x="3424" y="606"/>
                      <a:pt x="3065" y="626"/>
                    </a:cubicBezTo>
                    <a:lnTo>
                      <a:pt x="3065" y="667"/>
                    </a:lnTo>
                    <a:cubicBezTo>
                      <a:pt x="3660" y="647"/>
                      <a:pt x="3865" y="647"/>
                      <a:pt x="4039" y="647"/>
                    </a:cubicBezTo>
                    <a:lnTo>
                      <a:pt x="4039" y="606"/>
                    </a:lnTo>
                    <a:cubicBezTo>
                      <a:pt x="3896" y="606"/>
                      <a:pt x="3824" y="595"/>
                      <a:pt x="3824" y="575"/>
                    </a:cubicBezTo>
                    <a:cubicBezTo>
                      <a:pt x="3824" y="565"/>
                      <a:pt x="3844" y="544"/>
                      <a:pt x="3896" y="513"/>
                    </a:cubicBezTo>
                    <a:cubicBezTo>
                      <a:pt x="3937" y="493"/>
                      <a:pt x="3978" y="462"/>
                      <a:pt x="4019" y="421"/>
                    </a:cubicBezTo>
                    <a:lnTo>
                      <a:pt x="4644" y="411"/>
                    </a:lnTo>
                    <a:lnTo>
                      <a:pt x="4644" y="370"/>
                    </a:lnTo>
                    <a:lnTo>
                      <a:pt x="4039" y="390"/>
                    </a:lnTo>
                    <a:cubicBezTo>
                      <a:pt x="4060" y="360"/>
                      <a:pt x="4060" y="329"/>
                      <a:pt x="4060" y="298"/>
                    </a:cubicBezTo>
                    <a:lnTo>
                      <a:pt x="4060" y="278"/>
                    </a:lnTo>
                    <a:lnTo>
                      <a:pt x="4644" y="267"/>
                    </a:lnTo>
                    <a:lnTo>
                      <a:pt x="4644" y="226"/>
                    </a:lnTo>
                    <a:lnTo>
                      <a:pt x="4050" y="247"/>
                    </a:lnTo>
                    <a:cubicBezTo>
                      <a:pt x="4000" y="109"/>
                      <a:pt x="3754" y="0"/>
                      <a:pt x="3292" y="0"/>
                    </a:cubicBezTo>
                    <a:cubicBezTo>
                      <a:pt x="3272" y="0"/>
                      <a:pt x="3251" y="0"/>
                      <a:pt x="3229" y="1"/>
                    </a:cubicBezTo>
                    <a:cubicBezTo>
                      <a:pt x="3213" y="0"/>
                      <a:pt x="3198" y="0"/>
                      <a:pt x="31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42"/>
              <p:cNvSpPr/>
              <p:nvPr/>
            </p:nvSpPr>
            <p:spPr>
              <a:xfrm>
                <a:off x="781041" y="4071008"/>
                <a:ext cx="604433" cy="256394"/>
              </a:xfrm>
              <a:custGeom>
                <a:rect b="b" l="l" r="r" t="t"/>
                <a:pathLst>
                  <a:path extrusionOk="0" h="3845" w="9064">
                    <a:moveTo>
                      <a:pt x="4532" y="1"/>
                    </a:moveTo>
                    <a:cubicBezTo>
                      <a:pt x="2092" y="1"/>
                      <a:pt x="93" y="513"/>
                      <a:pt x="1" y="1169"/>
                    </a:cubicBezTo>
                    <a:lnTo>
                      <a:pt x="1" y="1210"/>
                    </a:lnTo>
                    <a:lnTo>
                      <a:pt x="1" y="2645"/>
                    </a:lnTo>
                    <a:cubicBezTo>
                      <a:pt x="52" y="3312"/>
                      <a:pt x="2051" y="3845"/>
                      <a:pt x="4532" y="3845"/>
                    </a:cubicBezTo>
                    <a:cubicBezTo>
                      <a:pt x="6982" y="3845"/>
                      <a:pt x="8981" y="3322"/>
                      <a:pt x="9063" y="2666"/>
                    </a:cubicBezTo>
                    <a:lnTo>
                      <a:pt x="9063" y="2656"/>
                    </a:lnTo>
                    <a:cubicBezTo>
                      <a:pt x="9063" y="2645"/>
                      <a:pt x="9063" y="2635"/>
                      <a:pt x="9063" y="2625"/>
                    </a:cubicBezTo>
                    <a:cubicBezTo>
                      <a:pt x="9063" y="2615"/>
                      <a:pt x="9063" y="2604"/>
                      <a:pt x="9063" y="2594"/>
                    </a:cubicBezTo>
                    <a:lnTo>
                      <a:pt x="9063" y="1210"/>
                    </a:lnTo>
                    <a:lnTo>
                      <a:pt x="9063" y="1169"/>
                    </a:lnTo>
                    <a:cubicBezTo>
                      <a:pt x="8971" y="513"/>
                      <a:pt x="6972" y="1"/>
                      <a:pt x="45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42"/>
              <p:cNvSpPr/>
              <p:nvPr/>
            </p:nvSpPr>
            <p:spPr>
              <a:xfrm>
                <a:off x="781041" y="4153029"/>
                <a:ext cx="604433" cy="174375"/>
              </a:xfrm>
              <a:custGeom>
                <a:rect b="b" l="l" r="r" t="t"/>
                <a:pathLst>
                  <a:path extrusionOk="0" h="2615" w="9064">
                    <a:moveTo>
                      <a:pt x="1" y="1"/>
                    </a:moveTo>
                    <a:lnTo>
                      <a:pt x="1" y="1415"/>
                    </a:lnTo>
                    <a:cubicBezTo>
                      <a:pt x="52" y="2082"/>
                      <a:pt x="2062" y="2615"/>
                      <a:pt x="4532" y="2615"/>
                    </a:cubicBezTo>
                    <a:cubicBezTo>
                      <a:pt x="6982" y="2615"/>
                      <a:pt x="8981" y="2092"/>
                      <a:pt x="9063" y="1436"/>
                    </a:cubicBezTo>
                    <a:cubicBezTo>
                      <a:pt x="9063" y="1415"/>
                      <a:pt x="9063" y="1405"/>
                      <a:pt x="9063" y="1395"/>
                    </a:cubicBezTo>
                    <a:cubicBezTo>
                      <a:pt x="9063" y="1385"/>
                      <a:pt x="9063" y="1374"/>
                      <a:pt x="9063" y="1364"/>
                    </a:cubicBezTo>
                    <a:lnTo>
                      <a:pt x="9063" y="31"/>
                    </a:lnTo>
                    <a:cubicBezTo>
                      <a:pt x="8981" y="677"/>
                      <a:pt x="6982" y="1200"/>
                      <a:pt x="4532" y="1200"/>
                    </a:cubicBezTo>
                    <a:cubicBezTo>
                      <a:pt x="2051" y="1200"/>
                      <a:pt x="42" y="667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42"/>
              <p:cNvSpPr/>
              <p:nvPr/>
            </p:nvSpPr>
            <p:spPr>
              <a:xfrm>
                <a:off x="1386068" y="4148961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41"/>
                    </a:moveTo>
                    <a:cubicBezTo>
                      <a:pt x="1" y="31"/>
                      <a:pt x="1" y="21"/>
                      <a:pt x="1" y="10"/>
                    </a:cubicBez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42"/>
              <p:cNvSpPr/>
              <p:nvPr/>
            </p:nvSpPr>
            <p:spPr>
              <a:xfrm>
                <a:off x="781041" y="4148961"/>
                <a:ext cx="67" cy="2801"/>
              </a:xfrm>
              <a:custGeom>
                <a:rect b="b" l="l" r="r" t="t"/>
                <a:pathLst>
                  <a:path extrusionOk="0" h="42" w="1">
                    <a:moveTo>
                      <a:pt x="1" y="0"/>
                    </a:moveTo>
                    <a:lnTo>
                      <a:pt x="1" y="41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42"/>
              <p:cNvSpPr/>
              <p:nvPr/>
            </p:nvSpPr>
            <p:spPr>
              <a:xfrm>
                <a:off x="863797" y="4094947"/>
                <a:ext cx="439654" cy="110826"/>
              </a:xfrm>
              <a:custGeom>
                <a:rect b="b" l="l" r="r" t="t"/>
                <a:pathLst>
                  <a:path extrusionOk="0" h="1662" w="6593">
                    <a:moveTo>
                      <a:pt x="3301" y="0"/>
                    </a:moveTo>
                    <a:cubicBezTo>
                      <a:pt x="1477" y="0"/>
                      <a:pt x="0" y="369"/>
                      <a:pt x="0" y="831"/>
                    </a:cubicBezTo>
                    <a:cubicBezTo>
                      <a:pt x="0" y="1292"/>
                      <a:pt x="1477" y="1661"/>
                      <a:pt x="3301" y="1661"/>
                    </a:cubicBezTo>
                    <a:cubicBezTo>
                      <a:pt x="5116" y="1661"/>
                      <a:pt x="6592" y="1292"/>
                      <a:pt x="6592" y="831"/>
                    </a:cubicBezTo>
                    <a:cubicBezTo>
                      <a:pt x="6592" y="369"/>
                      <a:pt x="5116" y="0"/>
                      <a:pt x="33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42"/>
              <p:cNvSpPr/>
              <p:nvPr/>
            </p:nvSpPr>
            <p:spPr>
              <a:xfrm>
                <a:off x="790644" y="4192038"/>
                <a:ext cx="16471" cy="66349"/>
              </a:xfrm>
              <a:custGeom>
                <a:rect b="b" l="l" r="r" t="t"/>
                <a:pathLst>
                  <a:path extrusionOk="0" h="995" w="247">
                    <a:moveTo>
                      <a:pt x="12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871"/>
                    </a:lnTo>
                    <a:cubicBezTo>
                      <a:pt x="1" y="933"/>
                      <a:pt x="62" y="994"/>
                      <a:pt x="124" y="994"/>
                    </a:cubicBezTo>
                    <a:cubicBezTo>
                      <a:pt x="185" y="984"/>
                      <a:pt x="236" y="933"/>
                      <a:pt x="247" y="871"/>
                    </a:cubicBezTo>
                    <a:lnTo>
                      <a:pt x="247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42"/>
              <p:cNvSpPr/>
              <p:nvPr/>
            </p:nvSpPr>
            <p:spPr>
              <a:xfrm>
                <a:off x="816651" y="4204975"/>
                <a:ext cx="15738" cy="71884"/>
              </a:xfrm>
              <a:custGeom>
                <a:rect b="b" l="l" r="r" t="t"/>
                <a:pathLst>
                  <a:path extrusionOk="0" h="1078" w="236">
                    <a:moveTo>
                      <a:pt x="123" y="1"/>
                    </a:moveTo>
                    <a:cubicBezTo>
                      <a:pt x="51" y="1"/>
                      <a:pt x="0" y="6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51" y="1077"/>
                      <a:pt x="123" y="1077"/>
                    </a:cubicBezTo>
                    <a:cubicBezTo>
                      <a:pt x="185" y="1077"/>
                      <a:pt x="236" y="1016"/>
                      <a:pt x="236" y="954"/>
                    </a:cubicBezTo>
                    <a:lnTo>
                      <a:pt x="236" y="124"/>
                    </a:lnTo>
                    <a:cubicBezTo>
                      <a:pt x="236" y="6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42"/>
              <p:cNvSpPr/>
              <p:nvPr/>
            </p:nvSpPr>
            <p:spPr>
              <a:xfrm>
                <a:off x="843991" y="4215244"/>
                <a:ext cx="17138" cy="72551"/>
              </a:xfrm>
              <a:custGeom>
                <a:rect b="b" l="l" r="r" t="t"/>
                <a:pathLst>
                  <a:path extrusionOk="0" h="1088" w="257">
                    <a:moveTo>
                      <a:pt x="133" y="1"/>
                    </a:moveTo>
                    <a:cubicBezTo>
                      <a:pt x="62" y="1"/>
                      <a:pt x="10" y="62"/>
                      <a:pt x="0" y="124"/>
                    </a:cubicBezTo>
                    <a:lnTo>
                      <a:pt x="0" y="964"/>
                    </a:lnTo>
                    <a:cubicBezTo>
                      <a:pt x="0" y="1036"/>
                      <a:pt x="62" y="1087"/>
                      <a:pt x="133" y="1087"/>
                    </a:cubicBezTo>
                    <a:cubicBezTo>
                      <a:pt x="195" y="1087"/>
                      <a:pt x="256" y="1026"/>
                      <a:pt x="256" y="964"/>
                    </a:cubicBezTo>
                    <a:lnTo>
                      <a:pt x="256" y="124"/>
                    </a:lnTo>
                    <a:cubicBezTo>
                      <a:pt x="256" y="62"/>
                      <a:pt x="195" y="1"/>
                      <a:pt x="13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42"/>
              <p:cNvSpPr/>
              <p:nvPr/>
            </p:nvSpPr>
            <p:spPr>
              <a:xfrm>
                <a:off x="875400" y="4224113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62" y="11"/>
                      <a:pt x="11" y="62"/>
                      <a:pt x="1" y="124"/>
                    </a:cubicBezTo>
                    <a:lnTo>
                      <a:pt x="1" y="954"/>
                    </a:lnTo>
                    <a:cubicBezTo>
                      <a:pt x="11" y="1016"/>
                      <a:pt x="62" y="1067"/>
                      <a:pt x="124" y="1077"/>
                    </a:cubicBezTo>
                    <a:cubicBezTo>
                      <a:pt x="195" y="1077"/>
                      <a:pt x="247" y="1016"/>
                      <a:pt x="247" y="954"/>
                    </a:cubicBezTo>
                    <a:lnTo>
                      <a:pt x="247" y="124"/>
                    </a:lnTo>
                    <a:cubicBezTo>
                      <a:pt x="247" y="6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42"/>
              <p:cNvSpPr/>
              <p:nvPr/>
            </p:nvSpPr>
            <p:spPr>
              <a:xfrm>
                <a:off x="903407" y="4230981"/>
                <a:ext cx="16538" cy="73884"/>
              </a:xfrm>
              <a:custGeom>
                <a:rect b="b" l="l" r="r" t="t"/>
                <a:pathLst>
                  <a:path extrusionOk="0" h="1108" w="248">
                    <a:moveTo>
                      <a:pt x="124" y="0"/>
                    </a:moveTo>
                    <a:cubicBezTo>
                      <a:pt x="52" y="11"/>
                      <a:pt x="1" y="62"/>
                      <a:pt x="1" y="123"/>
                    </a:cubicBezTo>
                    <a:lnTo>
                      <a:pt x="1" y="985"/>
                    </a:lnTo>
                    <a:cubicBezTo>
                      <a:pt x="1" y="1056"/>
                      <a:pt x="52" y="1108"/>
                      <a:pt x="124" y="1108"/>
                    </a:cubicBezTo>
                    <a:cubicBezTo>
                      <a:pt x="186" y="1108"/>
                      <a:pt x="247" y="1056"/>
                      <a:pt x="247" y="985"/>
                    </a:cubicBezTo>
                    <a:lnTo>
                      <a:pt x="247" y="123"/>
                    </a:lnTo>
                    <a:cubicBezTo>
                      <a:pt x="237" y="62"/>
                      <a:pt x="186" y="11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42"/>
              <p:cNvSpPr/>
              <p:nvPr/>
            </p:nvSpPr>
            <p:spPr>
              <a:xfrm>
                <a:off x="936282" y="4236449"/>
                <a:ext cx="16471" cy="74551"/>
              </a:xfrm>
              <a:custGeom>
                <a:rect b="b" l="l" r="r" t="t"/>
                <a:pathLst>
                  <a:path extrusionOk="0" h="1118" w="247">
                    <a:moveTo>
                      <a:pt x="123" y="0"/>
                    </a:moveTo>
                    <a:cubicBezTo>
                      <a:pt x="51" y="0"/>
                      <a:pt x="0" y="52"/>
                      <a:pt x="0" y="113"/>
                    </a:cubicBezTo>
                    <a:lnTo>
                      <a:pt x="0" y="995"/>
                    </a:lnTo>
                    <a:cubicBezTo>
                      <a:pt x="0" y="1067"/>
                      <a:pt x="51" y="1118"/>
                      <a:pt x="123" y="1118"/>
                    </a:cubicBezTo>
                    <a:cubicBezTo>
                      <a:pt x="185" y="1118"/>
                      <a:pt x="246" y="1056"/>
                      <a:pt x="236" y="995"/>
                    </a:cubicBezTo>
                    <a:lnTo>
                      <a:pt x="236" y="113"/>
                    </a:lnTo>
                    <a:cubicBezTo>
                      <a:pt x="236" y="5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42"/>
              <p:cNvSpPr/>
              <p:nvPr/>
            </p:nvSpPr>
            <p:spPr>
              <a:xfrm>
                <a:off x="971092" y="4239850"/>
                <a:ext cx="16471" cy="73884"/>
              </a:xfrm>
              <a:custGeom>
                <a:rect b="b" l="l" r="r" t="t"/>
                <a:pathLst>
                  <a:path extrusionOk="0" h="1108" w="247">
                    <a:moveTo>
                      <a:pt x="124" y="1"/>
                    </a:moveTo>
                    <a:cubicBezTo>
                      <a:pt x="62" y="1"/>
                      <a:pt x="11" y="52"/>
                      <a:pt x="1" y="113"/>
                    </a:cubicBezTo>
                    <a:lnTo>
                      <a:pt x="1" y="995"/>
                    </a:lnTo>
                    <a:cubicBezTo>
                      <a:pt x="1" y="1057"/>
                      <a:pt x="52" y="1108"/>
                      <a:pt x="124" y="1108"/>
                    </a:cubicBezTo>
                    <a:cubicBezTo>
                      <a:pt x="185" y="1108"/>
                      <a:pt x="247" y="1057"/>
                      <a:pt x="247" y="995"/>
                    </a:cubicBezTo>
                    <a:lnTo>
                      <a:pt x="247" y="113"/>
                    </a:lnTo>
                    <a:cubicBezTo>
                      <a:pt x="24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42"/>
              <p:cNvSpPr/>
              <p:nvPr/>
            </p:nvSpPr>
            <p:spPr>
              <a:xfrm>
                <a:off x="1004634" y="4241251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2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85" y="112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42"/>
              <p:cNvSpPr/>
              <p:nvPr/>
            </p:nvSpPr>
            <p:spPr>
              <a:xfrm>
                <a:off x="1042244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10" y="51"/>
                      <a:pt x="10" y="123"/>
                    </a:cubicBezTo>
                    <a:lnTo>
                      <a:pt x="10" y="1005"/>
                    </a:lnTo>
                    <a:cubicBezTo>
                      <a:pt x="0" y="1066"/>
                      <a:pt x="62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42"/>
              <p:cNvSpPr/>
              <p:nvPr/>
            </p:nvSpPr>
            <p:spPr>
              <a:xfrm>
                <a:off x="1074319" y="4241251"/>
                <a:ext cx="15804" cy="75218"/>
              </a:xfrm>
              <a:custGeom>
                <a:rect b="b" l="l" r="r" t="t"/>
                <a:pathLst>
                  <a:path extrusionOk="0" h="1128" w="237">
                    <a:moveTo>
                      <a:pt x="124" y="0"/>
                    </a:moveTo>
                    <a:cubicBezTo>
                      <a:pt x="52" y="0"/>
                      <a:pt x="1" y="51"/>
                      <a:pt x="1" y="123"/>
                    </a:cubicBezTo>
                    <a:lnTo>
                      <a:pt x="1" y="1005"/>
                    </a:lnTo>
                    <a:cubicBezTo>
                      <a:pt x="1" y="1066"/>
                      <a:pt x="52" y="1128"/>
                      <a:pt x="124" y="1128"/>
                    </a:cubicBezTo>
                    <a:cubicBezTo>
                      <a:pt x="185" y="1128"/>
                      <a:pt x="237" y="1066"/>
                      <a:pt x="237" y="1005"/>
                    </a:cubicBezTo>
                    <a:lnTo>
                      <a:pt x="237" y="12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42"/>
              <p:cNvSpPr/>
              <p:nvPr/>
            </p:nvSpPr>
            <p:spPr>
              <a:xfrm>
                <a:off x="1108528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77"/>
                      <a:pt x="52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42"/>
              <p:cNvSpPr/>
              <p:nvPr/>
            </p:nvSpPr>
            <p:spPr>
              <a:xfrm>
                <a:off x="1361461" y="4192038"/>
                <a:ext cx="16471" cy="67683"/>
              </a:xfrm>
              <a:custGeom>
                <a:rect b="b" l="l" r="r" t="t"/>
                <a:pathLst>
                  <a:path extrusionOk="0" h="1015" w="247">
                    <a:moveTo>
                      <a:pt x="124" y="0"/>
                    </a:moveTo>
                    <a:cubicBezTo>
                      <a:pt x="52" y="0"/>
                      <a:pt x="0" y="51"/>
                      <a:pt x="0" y="123"/>
                    </a:cubicBezTo>
                    <a:lnTo>
                      <a:pt x="0" y="902"/>
                    </a:lnTo>
                    <a:cubicBezTo>
                      <a:pt x="0" y="964"/>
                      <a:pt x="52" y="1015"/>
                      <a:pt x="124" y="1015"/>
                    </a:cubicBezTo>
                    <a:cubicBezTo>
                      <a:pt x="185" y="1015"/>
                      <a:pt x="247" y="953"/>
                      <a:pt x="236" y="892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42"/>
              <p:cNvSpPr/>
              <p:nvPr/>
            </p:nvSpPr>
            <p:spPr>
              <a:xfrm>
                <a:off x="1335455" y="4204975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4" y="1"/>
                    </a:moveTo>
                    <a:cubicBezTo>
                      <a:pt x="62" y="1"/>
                      <a:pt x="11" y="62"/>
                      <a:pt x="11" y="124"/>
                    </a:cubicBezTo>
                    <a:lnTo>
                      <a:pt x="11" y="954"/>
                    </a:lnTo>
                    <a:cubicBezTo>
                      <a:pt x="1" y="1016"/>
                      <a:pt x="62" y="1077"/>
                      <a:pt x="124" y="1077"/>
                    </a:cubicBezTo>
                    <a:cubicBezTo>
                      <a:pt x="196" y="1077"/>
                      <a:pt x="247" y="1016"/>
                      <a:pt x="247" y="954"/>
                    </a:cubicBezTo>
                    <a:lnTo>
                      <a:pt x="247" y="124"/>
                    </a:lnTo>
                    <a:cubicBezTo>
                      <a:pt x="247" y="62"/>
                      <a:pt x="196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42"/>
              <p:cNvSpPr/>
              <p:nvPr/>
            </p:nvSpPr>
            <p:spPr>
              <a:xfrm>
                <a:off x="1307447" y="4215244"/>
                <a:ext cx="16471" cy="70483"/>
              </a:xfrm>
              <a:custGeom>
                <a:rect b="b" l="l" r="r" t="t"/>
                <a:pathLst>
                  <a:path extrusionOk="0" h="1057" w="247">
                    <a:moveTo>
                      <a:pt x="124" y="1"/>
                    </a:moveTo>
                    <a:cubicBezTo>
                      <a:pt x="52" y="1"/>
                      <a:pt x="1" y="62"/>
                      <a:pt x="11" y="134"/>
                    </a:cubicBezTo>
                    <a:lnTo>
                      <a:pt x="11" y="944"/>
                    </a:lnTo>
                    <a:cubicBezTo>
                      <a:pt x="11" y="1005"/>
                      <a:pt x="62" y="1056"/>
                      <a:pt x="124" y="1056"/>
                    </a:cubicBezTo>
                    <a:cubicBezTo>
                      <a:pt x="195" y="1056"/>
                      <a:pt x="247" y="1005"/>
                      <a:pt x="247" y="944"/>
                    </a:cubicBezTo>
                    <a:lnTo>
                      <a:pt x="247" y="134"/>
                    </a:lnTo>
                    <a:cubicBezTo>
                      <a:pt x="247" y="62"/>
                      <a:pt x="195" y="1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42"/>
              <p:cNvSpPr/>
              <p:nvPr/>
            </p:nvSpPr>
            <p:spPr>
              <a:xfrm>
                <a:off x="1276706" y="4224113"/>
                <a:ext cx="16471" cy="71884"/>
              </a:xfrm>
              <a:custGeom>
                <a:rect b="b" l="l" r="r" t="t"/>
                <a:pathLst>
                  <a:path extrusionOk="0" h="1078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54"/>
                    </a:lnTo>
                    <a:cubicBezTo>
                      <a:pt x="0" y="1016"/>
                      <a:pt x="52" y="1077"/>
                      <a:pt x="123" y="1077"/>
                    </a:cubicBezTo>
                    <a:cubicBezTo>
                      <a:pt x="185" y="1067"/>
                      <a:pt x="236" y="1016"/>
                      <a:pt x="246" y="954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42"/>
              <p:cNvSpPr/>
              <p:nvPr/>
            </p:nvSpPr>
            <p:spPr>
              <a:xfrm>
                <a:off x="1249365" y="4230981"/>
                <a:ext cx="15804" cy="73884"/>
              </a:xfrm>
              <a:custGeom>
                <a:rect b="b" l="l" r="r" t="t"/>
                <a:pathLst>
                  <a:path extrusionOk="0" h="1108" w="237">
                    <a:moveTo>
                      <a:pt x="113" y="0"/>
                    </a:moveTo>
                    <a:cubicBezTo>
                      <a:pt x="52" y="0"/>
                      <a:pt x="0" y="52"/>
                      <a:pt x="0" y="123"/>
                    </a:cubicBezTo>
                    <a:lnTo>
                      <a:pt x="0" y="985"/>
                    </a:lnTo>
                    <a:cubicBezTo>
                      <a:pt x="0" y="1056"/>
                      <a:pt x="52" y="1108"/>
                      <a:pt x="113" y="1108"/>
                    </a:cubicBezTo>
                    <a:cubicBezTo>
                      <a:pt x="185" y="1108"/>
                      <a:pt x="236" y="1056"/>
                      <a:pt x="236" y="985"/>
                    </a:cubicBezTo>
                    <a:lnTo>
                      <a:pt x="236" y="123"/>
                    </a:lnTo>
                    <a:cubicBezTo>
                      <a:pt x="236" y="52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42"/>
              <p:cNvSpPr/>
              <p:nvPr/>
            </p:nvSpPr>
            <p:spPr>
              <a:xfrm>
                <a:off x="1216556" y="4235783"/>
                <a:ext cx="15738" cy="74551"/>
              </a:xfrm>
              <a:custGeom>
                <a:rect b="b" l="l" r="r" t="t"/>
                <a:pathLst>
                  <a:path extrusionOk="0" h="1118" w="236">
                    <a:moveTo>
                      <a:pt x="113" y="0"/>
                    </a:moveTo>
                    <a:cubicBezTo>
                      <a:pt x="51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18"/>
                      <a:pt x="113" y="1118"/>
                    </a:cubicBezTo>
                    <a:cubicBezTo>
                      <a:pt x="185" y="1118"/>
                      <a:pt x="236" y="1066"/>
                      <a:pt x="236" y="1005"/>
                    </a:cubicBezTo>
                    <a:lnTo>
                      <a:pt x="236" y="123"/>
                    </a:lnTo>
                    <a:cubicBezTo>
                      <a:pt x="236" y="51"/>
                      <a:pt x="185" y="0"/>
                      <a:pt x="11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42"/>
              <p:cNvSpPr/>
              <p:nvPr/>
            </p:nvSpPr>
            <p:spPr>
              <a:xfrm>
                <a:off x="1181014" y="4239784"/>
                <a:ext cx="16471" cy="73951"/>
              </a:xfrm>
              <a:custGeom>
                <a:rect b="b" l="l" r="r" t="t"/>
                <a:pathLst>
                  <a:path extrusionOk="0" h="1109" w="247">
                    <a:moveTo>
                      <a:pt x="108" y="1"/>
                    </a:moveTo>
                    <a:cubicBezTo>
                      <a:pt x="44" y="1"/>
                      <a:pt x="0" y="57"/>
                      <a:pt x="0" y="114"/>
                    </a:cubicBezTo>
                    <a:lnTo>
                      <a:pt x="0" y="996"/>
                    </a:lnTo>
                    <a:cubicBezTo>
                      <a:pt x="0" y="1058"/>
                      <a:pt x="51" y="1109"/>
                      <a:pt x="123" y="1109"/>
                    </a:cubicBezTo>
                    <a:cubicBezTo>
                      <a:pt x="185" y="1109"/>
                      <a:pt x="246" y="1058"/>
                      <a:pt x="246" y="996"/>
                    </a:cubicBezTo>
                    <a:lnTo>
                      <a:pt x="246" y="114"/>
                    </a:lnTo>
                    <a:cubicBezTo>
                      <a:pt x="246" y="53"/>
                      <a:pt x="185" y="2"/>
                      <a:pt x="123" y="2"/>
                    </a:cubicBezTo>
                    <a:cubicBezTo>
                      <a:pt x="118" y="1"/>
                      <a:pt x="113" y="1"/>
                      <a:pt x="108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42"/>
              <p:cNvSpPr/>
              <p:nvPr/>
            </p:nvSpPr>
            <p:spPr>
              <a:xfrm>
                <a:off x="1148205" y="4241251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3" y="0"/>
                    </a:moveTo>
                    <a:cubicBezTo>
                      <a:pt x="62" y="0"/>
                      <a:pt x="0" y="51"/>
                      <a:pt x="0" y="123"/>
                    </a:cubicBezTo>
                    <a:lnTo>
                      <a:pt x="0" y="1005"/>
                    </a:lnTo>
                    <a:cubicBezTo>
                      <a:pt x="0" y="1066"/>
                      <a:pt x="51" y="1128"/>
                      <a:pt x="123" y="1128"/>
                    </a:cubicBezTo>
                    <a:cubicBezTo>
                      <a:pt x="195" y="1128"/>
                      <a:pt x="246" y="1066"/>
                      <a:pt x="246" y="1005"/>
                    </a:cubicBezTo>
                    <a:lnTo>
                      <a:pt x="246" y="123"/>
                    </a:lnTo>
                    <a:cubicBezTo>
                      <a:pt x="246" y="51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42"/>
              <p:cNvSpPr/>
              <p:nvPr/>
            </p:nvSpPr>
            <p:spPr>
              <a:xfrm>
                <a:off x="754434" y="3938375"/>
                <a:ext cx="605033" cy="256461"/>
              </a:xfrm>
              <a:custGeom>
                <a:rect b="b" l="l" r="r" t="t"/>
                <a:pathLst>
                  <a:path extrusionOk="0" h="3846" w="9073">
                    <a:moveTo>
                      <a:pt x="4542" y="1"/>
                    </a:moveTo>
                    <a:cubicBezTo>
                      <a:pt x="2102" y="1"/>
                      <a:pt x="103" y="513"/>
                      <a:pt x="10" y="1169"/>
                    </a:cubicBezTo>
                    <a:lnTo>
                      <a:pt x="10" y="1221"/>
                    </a:lnTo>
                    <a:lnTo>
                      <a:pt x="0" y="1221"/>
                    </a:lnTo>
                    <a:lnTo>
                      <a:pt x="0" y="2625"/>
                    </a:lnTo>
                    <a:lnTo>
                      <a:pt x="0" y="2635"/>
                    </a:lnTo>
                    <a:lnTo>
                      <a:pt x="0" y="2646"/>
                    </a:lnTo>
                    <a:cubicBezTo>
                      <a:pt x="51" y="3312"/>
                      <a:pt x="2061" y="3845"/>
                      <a:pt x="4542" y="3845"/>
                    </a:cubicBezTo>
                    <a:cubicBezTo>
                      <a:pt x="6992" y="3845"/>
                      <a:pt x="8991" y="3322"/>
                      <a:pt x="9073" y="2666"/>
                    </a:cubicBezTo>
                    <a:cubicBezTo>
                      <a:pt x="9073" y="2646"/>
                      <a:pt x="9073" y="2635"/>
                      <a:pt x="9073" y="2625"/>
                    </a:cubicBezTo>
                    <a:cubicBezTo>
                      <a:pt x="9073" y="2615"/>
                      <a:pt x="9073" y="2605"/>
                      <a:pt x="9073" y="2594"/>
                    </a:cubicBezTo>
                    <a:lnTo>
                      <a:pt x="9073" y="1210"/>
                    </a:lnTo>
                    <a:lnTo>
                      <a:pt x="9073" y="1169"/>
                    </a:lnTo>
                    <a:cubicBezTo>
                      <a:pt x="8970" y="513"/>
                      <a:pt x="6981" y="1"/>
                      <a:pt x="45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42"/>
              <p:cNvSpPr/>
              <p:nvPr/>
            </p:nvSpPr>
            <p:spPr>
              <a:xfrm>
                <a:off x="755101" y="4021129"/>
                <a:ext cx="604366" cy="173708"/>
              </a:xfrm>
              <a:custGeom>
                <a:rect b="b" l="l" r="r" t="t"/>
                <a:pathLst>
                  <a:path extrusionOk="0" h="2605" w="9063">
                    <a:moveTo>
                      <a:pt x="0" y="0"/>
                    </a:moveTo>
                    <a:lnTo>
                      <a:pt x="0" y="1384"/>
                    </a:lnTo>
                    <a:lnTo>
                      <a:pt x="0" y="1394"/>
                    </a:lnTo>
                    <a:lnTo>
                      <a:pt x="0" y="1405"/>
                    </a:lnTo>
                    <a:lnTo>
                      <a:pt x="0" y="1415"/>
                    </a:lnTo>
                    <a:cubicBezTo>
                      <a:pt x="41" y="2071"/>
                      <a:pt x="2051" y="2604"/>
                      <a:pt x="4532" y="2604"/>
                    </a:cubicBezTo>
                    <a:cubicBezTo>
                      <a:pt x="6982" y="2604"/>
                      <a:pt x="8981" y="2081"/>
                      <a:pt x="9063" y="1435"/>
                    </a:cubicBezTo>
                    <a:lnTo>
                      <a:pt x="9063" y="1425"/>
                    </a:lnTo>
                    <a:cubicBezTo>
                      <a:pt x="9063" y="1415"/>
                      <a:pt x="9063" y="1394"/>
                      <a:pt x="9063" y="1384"/>
                    </a:cubicBezTo>
                    <a:cubicBezTo>
                      <a:pt x="9063" y="1374"/>
                      <a:pt x="9063" y="1364"/>
                      <a:pt x="9063" y="1353"/>
                    </a:cubicBezTo>
                    <a:lnTo>
                      <a:pt x="9063" y="21"/>
                    </a:lnTo>
                    <a:cubicBezTo>
                      <a:pt x="8981" y="667"/>
                      <a:pt x="6982" y="1189"/>
                      <a:pt x="4532" y="1189"/>
                    </a:cubicBezTo>
                    <a:cubicBezTo>
                      <a:pt x="2051" y="1189"/>
                      <a:pt x="41" y="656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42"/>
              <p:cNvSpPr/>
              <p:nvPr/>
            </p:nvSpPr>
            <p:spPr>
              <a:xfrm>
                <a:off x="1360061" y="401632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1" y="52"/>
                    </a:moveTo>
                    <a:cubicBezTo>
                      <a:pt x="1" y="31"/>
                      <a:pt x="1" y="21"/>
                      <a:pt x="1" y="11"/>
                    </a:cubicBezTo>
                    <a:lnTo>
                      <a:pt x="1" y="0"/>
                    </a:lnTo>
                    <a:lnTo>
                      <a:pt x="1" y="0"/>
                    </a:lnTo>
                    <a:lnTo>
                      <a:pt x="1" y="41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42"/>
              <p:cNvSpPr/>
              <p:nvPr/>
            </p:nvSpPr>
            <p:spPr>
              <a:xfrm>
                <a:off x="755101" y="4016328"/>
                <a:ext cx="67" cy="3467"/>
              </a:xfrm>
              <a:custGeom>
                <a:rect b="b" l="l" r="r" t="t"/>
                <a:pathLst>
                  <a:path extrusionOk="0" h="52" w="1">
                    <a:moveTo>
                      <a:pt x="0" y="0"/>
                    </a:moveTo>
                    <a:lnTo>
                      <a:pt x="0" y="41"/>
                    </a:ln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5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42"/>
              <p:cNvSpPr/>
              <p:nvPr/>
            </p:nvSpPr>
            <p:spPr>
              <a:xfrm>
                <a:off x="837123" y="3962314"/>
                <a:ext cx="440321" cy="110826"/>
              </a:xfrm>
              <a:custGeom>
                <a:rect b="b" l="l" r="r" t="t"/>
                <a:pathLst>
                  <a:path extrusionOk="0" h="1662" w="6603">
                    <a:moveTo>
                      <a:pt x="3302" y="1"/>
                    </a:moveTo>
                    <a:cubicBezTo>
                      <a:pt x="1477" y="1"/>
                      <a:pt x="1" y="370"/>
                      <a:pt x="1" y="831"/>
                    </a:cubicBezTo>
                    <a:cubicBezTo>
                      <a:pt x="1" y="1292"/>
                      <a:pt x="1477" y="1661"/>
                      <a:pt x="3302" y="1661"/>
                    </a:cubicBezTo>
                    <a:cubicBezTo>
                      <a:pt x="5126" y="1661"/>
                      <a:pt x="6603" y="1292"/>
                      <a:pt x="6603" y="831"/>
                    </a:cubicBezTo>
                    <a:cubicBezTo>
                      <a:pt x="6603" y="370"/>
                      <a:pt x="5126" y="1"/>
                      <a:pt x="33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42"/>
              <p:cNvSpPr/>
              <p:nvPr/>
            </p:nvSpPr>
            <p:spPr>
              <a:xfrm>
                <a:off x="764637" y="4058738"/>
                <a:ext cx="17205" cy="67016"/>
              </a:xfrm>
              <a:custGeom>
                <a:rect b="b" l="l" r="r" t="t"/>
                <a:pathLst>
                  <a:path extrusionOk="0" h="1005" w="258">
                    <a:moveTo>
                      <a:pt x="134" y="0"/>
                    </a:moveTo>
                    <a:cubicBezTo>
                      <a:pt x="62" y="0"/>
                      <a:pt x="1" y="51"/>
                      <a:pt x="1" y="123"/>
                    </a:cubicBezTo>
                    <a:lnTo>
                      <a:pt x="1" y="871"/>
                    </a:lnTo>
                    <a:cubicBezTo>
                      <a:pt x="1" y="943"/>
                      <a:pt x="62" y="1005"/>
                      <a:pt x="134" y="1005"/>
                    </a:cubicBezTo>
                    <a:cubicBezTo>
                      <a:pt x="196" y="1005"/>
                      <a:pt x="257" y="943"/>
                      <a:pt x="247" y="871"/>
                    </a:cubicBezTo>
                    <a:lnTo>
                      <a:pt x="247" y="123"/>
                    </a:lnTo>
                    <a:cubicBezTo>
                      <a:pt x="247" y="51"/>
                      <a:pt x="196" y="0"/>
                      <a:pt x="13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42"/>
              <p:cNvSpPr/>
              <p:nvPr/>
            </p:nvSpPr>
            <p:spPr>
              <a:xfrm>
                <a:off x="790644" y="4073008"/>
                <a:ext cx="17138" cy="71217"/>
              </a:xfrm>
              <a:custGeom>
                <a:rect b="b" l="l" r="r" t="t"/>
                <a:pathLst>
                  <a:path extrusionOk="0" h="1068" w="257">
                    <a:moveTo>
                      <a:pt x="139" y="0"/>
                    </a:moveTo>
                    <a:cubicBezTo>
                      <a:pt x="134" y="0"/>
                      <a:pt x="129" y="1"/>
                      <a:pt x="124" y="1"/>
                    </a:cubicBezTo>
                    <a:cubicBezTo>
                      <a:pt x="62" y="1"/>
                      <a:pt x="1" y="53"/>
                      <a:pt x="1" y="114"/>
                    </a:cubicBezTo>
                    <a:lnTo>
                      <a:pt x="1" y="944"/>
                    </a:lnTo>
                    <a:cubicBezTo>
                      <a:pt x="1" y="1006"/>
                      <a:pt x="52" y="1067"/>
                      <a:pt x="124" y="1067"/>
                    </a:cubicBezTo>
                    <a:cubicBezTo>
                      <a:pt x="195" y="1067"/>
                      <a:pt x="257" y="1016"/>
                      <a:pt x="257" y="944"/>
                    </a:cubicBezTo>
                    <a:lnTo>
                      <a:pt x="257" y="114"/>
                    </a:lnTo>
                    <a:cubicBezTo>
                      <a:pt x="257" y="57"/>
                      <a:pt x="204" y="0"/>
                      <a:pt x="139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42"/>
              <p:cNvSpPr/>
              <p:nvPr/>
            </p:nvSpPr>
            <p:spPr>
              <a:xfrm>
                <a:off x="818651" y="4083344"/>
                <a:ext cx="15804" cy="72484"/>
              </a:xfrm>
              <a:custGeom>
                <a:rect b="b" l="l" r="r" t="t"/>
                <a:pathLst>
                  <a:path extrusionOk="0" h="1087" w="237">
                    <a:moveTo>
                      <a:pt x="124" y="0"/>
                    </a:moveTo>
                    <a:cubicBezTo>
                      <a:pt x="52" y="0"/>
                      <a:pt x="1" y="51"/>
                      <a:pt x="1" y="113"/>
                    </a:cubicBezTo>
                    <a:lnTo>
                      <a:pt x="1" y="953"/>
                    </a:lnTo>
                    <a:cubicBezTo>
                      <a:pt x="1" y="1025"/>
                      <a:pt x="52" y="1076"/>
                      <a:pt x="124" y="1087"/>
                    </a:cubicBezTo>
                    <a:cubicBezTo>
                      <a:pt x="185" y="1076"/>
                      <a:pt x="237" y="1025"/>
                      <a:pt x="237" y="953"/>
                    </a:cubicBezTo>
                    <a:lnTo>
                      <a:pt x="237" y="113"/>
                    </a:lnTo>
                    <a:cubicBezTo>
                      <a:pt x="237" y="51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42"/>
              <p:cNvSpPr/>
              <p:nvPr/>
            </p:nvSpPr>
            <p:spPr>
              <a:xfrm>
                <a:off x="849459" y="4092213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2"/>
                      <a:pt x="0" y="113"/>
                    </a:cubicBezTo>
                    <a:lnTo>
                      <a:pt x="0" y="943"/>
                    </a:lnTo>
                    <a:cubicBezTo>
                      <a:pt x="0" y="1015"/>
                      <a:pt x="62" y="1066"/>
                      <a:pt x="123" y="1066"/>
                    </a:cubicBezTo>
                    <a:cubicBezTo>
                      <a:pt x="195" y="1066"/>
                      <a:pt x="246" y="1015"/>
                      <a:pt x="246" y="943"/>
                    </a:cubicBezTo>
                    <a:lnTo>
                      <a:pt x="246" y="11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42"/>
              <p:cNvSpPr/>
              <p:nvPr/>
            </p:nvSpPr>
            <p:spPr>
              <a:xfrm>
                <a:off x="876800" y="4098348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33" y="1"/>
                    </a:moveTo>
                    <a:cubicBezTo>
                      <a:pt x="62" y="1"/>
                      <a:pt x="10" y="52"/>
                      <a:pt x="10" y="124"/>
                    </a:cubicBezTo>
                    <a:lnTo>
                      <a:pt x="10" y="985"/>
                    </a:lnTo>
                    <a:cubicBezTo>
                      <a:pt x="0" y="1056"/>
                      <a:pt x="62" y="1108"/>
                      <a:pt x="133" y="1108"/>
                    </a:cubicBezTo>
                    <a:cubicBezTo>
                      <a:pt x="205" y="1108"/>
                      <a:pt x="256" y="1056"/>
                      <a:pt x="256" y="985"/>
                    </a:cubicBezTo>
                    <a:lnTo>
                      <a:pt x="256" y="124"/>
                    </a:lnTo>
                    <a:cubicBezTo>
                      <a:pt x="256" y="52"/>
                      <a:pt x="195" y="1"/>
                      <a:pt x="13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42"/>
              <p:cNvSpPr/>
              <p:nvPr/>
            </p:nvSpPr>
            <p:spPr>
              <a:xfrm>
                <a:off x="910276" y="4103149"/>
                <a:ext cx="16471" cy="75218"/>
              </a:xfrm>
              <a:custGeom>
                <a:rect b="b" l="l" r="r" t="t"/>
                <a:pathLst>
                  <a:path extrusionOk="0" h="1128" w="247">
                    <a:moveTo>
                      <a:pt x="124" y="0"/>
                    </a:moveTo>
                    <a:cubicBezTo>
                      <a:pt x="62" y="0"/>
                      <a:pt x="1" y="62"/>
                      <a:pt x="1" y="123"/>
                    </a:cubicBezTo>
                    <a:lnTo>
                      <a:pt x="1" y="1005"/>
                    </a:lnTo>
                    <a:cubicBezTo>
                      <a:pt x="1" y="1067"/>
                      <a:pt x="62" y="1128"/>
                      <a:pt x="124" y="1128"/>
                    </a:cubicBezTo>
                    <a:cubicBezTo>
                      <a:pt x="185" y="1118"/>
                      <a:pt x="236" y="1067"/>
                      <a:pt x="247" y="1005"/>
                    </a:cubicBezTo>
                    <a:lnTo>
                      <a:pt x="247" y="123"/>
                    </a:lnTo>
                    <a:cubicBezTo>
                      <a:pt x="236" y="62"/>
                      <a:pt x="185" y="11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42"/>
              <p:cNvSpPr/>
              <p:nvPr/>
            </p:nvSpPr>
            <p:spPr>
              <a:xfrm>
                <a:off x="945151" y="4107217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995"/>
                    </a:lnTo>
                    <a:cubicBezTo>
                      <a:pt x="0" y="1057"/>
                      <a:pt x="52" y="1118"/>
                      <a:pt x="123" y="1118"/>
                    </a:cubicBezTo>
                    <a:cubicBezTo>
                      <a:pt x="185" y="1108"/>
                      <a:pt x="236" y="1057"/>
                      <a:pt x="246" y="995"/>
                    </a:cubicBezTo>
                    <a:lnTo>
                      <a:pt x="24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42"/>
              <p:cNvSpPr/>
              <p:nvPr/>
            </p:nvSpPr>
            <p:spPr>
              <a:xfrm>
                <a:off x="977960" y="4109284"/>
                <a:ext cx="16471" cy="74684"/>
              </a:xfrm>
              <a:custGeom>
                <a:rect b="b" l="l" r="r" t="t"/>
                <a:pathLst>
                  <a:path extrusionOk="0" h="1120" w="24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29" y="1119"/>
                      <a:pt x="134" y="1119"/>
                      <a:pt x="139" y="1119"/>
                    </a:cubicBezTo>
                    <a:cubicBezTo>
                      <a:pt x="203" y="1119"/>
                      <a:pt x="246" y="1062"/>
                      <a:pt x="246" y="1005"/>
                    </a:cubicBezTo>
                    <a:lnTo>
                      <a:pt x="246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42"/>
              <p:cNvSpPr/>
              <p:nvPr/>
            </p:nvSpPr>
            <p:spPr>
              <a:xfrm>
                <a:off x="1016237" y="4109284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6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62" y="1118"/>
                      <a:pt x="124" y="1118"/>
                    </a:cubicBezTo>
                    <a:cubicBezTo>
                      <a:pt x="195" y="1118"/>
                      <a:pt x="247" y="1067"/>
                      <a:pt x="247" y="1005"/>
                    </a:cubicBezTo>
                    <a:lnTo>
                      <a:pt x="247" y="124"/>
                    </a:lnTo>
                    <a:cubicBezTo>
                      <a:pt x="247" y="52"/>
                      <a:pt x="19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42"/>
              <p:cNvSpPr/>
              <p:nvPr/>
            </p:nvSpPr>
            <p:spPr>
              <a:xfrm>
                <a:off x="1048379" y="4109284"/>
                <a:ext cx="15804" cy="74618"/>
              </a:xfrm>
              <a:custGeom>
                <a:rect b="b" l="l" r="r" t="t"/>
                <a:pathLst>
                  <a:path extrusionOk="0" h="1119" w="237">
                    <a:moveTo>
                      <a:pt x="123" y="1"/>
                    </a:moveTo>
                    <a:cubicBezTo>
                      <a:pt x="52" y="1"/>
                      <a:pt x="0" y="52"/>
                      <a:pt x="0" y="124"/>
                    </a:cubicBezTo>
                    <a:lnTo>
                      <a:pt x="0" y="1005"/>
                    </a:lnTo>
                    <a:cubicBezTo>
                      <a:pt x="0" y="1067"/>
                      <a:pt x="52" y="1118"/>
                      <a:pt x="123" y="1118"/>
                    </a:cubicBezTo>
                    <a:cubicBezTo>
                      <a:pt x="185" y="1118"/>
                      <a:pt x="236" y="1067"/>
                      <a:pt x="236" y="1005"/>
                    </a:cubicBezTo>
                    <a:lnTo>
                      <a:pt x="236" y="124"/>
                    </a:lnTo>
                    <a:cubicBezTo>
                      <a:pt x="236" y="52"/>
                      <a:pt x="18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42"/>
              <p:cNvSpPr/>
              <p:nvPr/>
            </p:nvSpPr>
            <p:spPr>
              <a:xfrm>
                <a:off x="1082521" y="4109284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62" y="1"/>
                      <a:pt x="11" y="52"/>
                      <a:pt x="1" y="124"/>
                    </a:cubicBezTo>
                    <a:lnTo>
                      <a:pt x="1" y="1005"/>
                    </a:lnTo>
                    <a:cubicBezTo>
                      <a:pt x="1" y="1067"/>
                      <a:pt x="62" y="1118"/>
                      <a:pt x="124" y="1118"/>
                    </a:cubicBezTo>
                    <a:cubicBezTo>
                      <a:pt x="185" y="1118"/>
                      <a:pt x="247" y="1067"/>
                      <a:pt x="247" y="1005"/>
                    </a:cubicBezTo>
                    <a:lnTo>
                      <a:pt x="247" y="124"/>
                    </a:lnTo>
                    <a:cubicBezTo>
                      <a:pt x="237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42"/>
              <p:cNvSpPr/>
              <p:nvPr/>
            </p:nvSpPr>
            <p:spPr>
              <a:xfrm>
                <a:off x="1335455" y="4058738"/>
                <a:ext cx="15804" cy="69083"/>
              </a:xfrm>
              <a:custGeom>
                <a:rect b="b" l="l" r="r" t="t"/>
                <a:pathLst>
                  <a:path extrusionOk="0" h="1036" w="237">
                    <a:moveTo>
                      <a:pt x="114" y="0"/>
                    </a:moveTo>
                    <a:cubicBezTo>
                      <a:pt x="52" y="0"/>
                      <a:pt x="1" y="51"/>
                      <a:pt x="1" y="123"/>
                    </a:cubicBezTo>
                    <a:lnTo>
                      <a:pt x="1" y="902"/>
                    </a:lnTo>
                    <a:cubicBezTo>
                      <a:pt x="1" y="974"/>
                      <a:pt x="52" y="1025"/>
                      <a:pt x="114" y="1035"/>
                    </a:cubicBezTo>
                    <a:cubicBezTo>
                      <a:pt x="185" y="1025"/>
                      <a:pt x="237" y="974"/>
                      <a:pt x="237" y="902"/>
                    </a:cubicBezTo>
                    <a:lnTo>
                      <a:pt x="237" y="123"/>
                    </a:lnTo>
                    <a:cubicBezTo>
                      <a:pt x="237" y="51"/>
                      <a:pt x="185" y="0"/>
                      <a:pt x="11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42"/>
              <p:cNvSpPr/>
              <p:nvPr/>
            </p:nvSpPr>
            <p:spPr>
              <a:xfrm>
                <a:off x="1309514" y="4073075"/>
                <a:ext cx="16471" cy="71150"/>
              </a:xfrm>
              <a:custGeom>
                <a:rect b="b" l="l" r="r" t="t"/>
                <a:pathLst>
                  <a:path extrusionOk="0" h="1067" w="247">
                    <a:moveTo>
                      <a:pt x="123" y="0"/>
                    </a:moveTo>
                    <a:cubicBezTo>
                      <a:pt x="62" y="0"/>
                      <a:pt x="0" y="52"/>
                      <a:pt x="0" y="113"/>
                    </a:cubicBezTo>
                    <a:lnTo>
                      <a:pt x="0" y="943"/>
                    </a:lnTo>
                    <a:cubicBezTo>
                      <a:pt x="0" y="1005"/>
                      <a:pt x="62" y="1066"/>
                      <a:pt x="123" y="1066"/>
                    </a:cubicBezTo>
                    <a:cubicBezTo>
                      <a:pt x="195" y="1066"/>
                      <a:pt x="246" y="1005"/>
                      <a:pt x="246" y="943"/>
                    </a:cubicBezTo>
                    <a:lnTo>
                      <a:pt x="246" y="11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42"/>
              <p:cNvSpPr/>
              <p:nvPr/>
            </p:nvSpPr>
            <p:spPr>
              <a:xfrm>
                <a:off x="1280773" y="4083211"/>
                <a:ext cx="17205" cy="70550"/>
              </a:xfrm>
              <a:custGeom>
                <a:rect b="b" l="l" r="r" t="t"/>
                <a:pathLst>
                  <a:path extrusionOk="0" h="1058" w="258">
                    <a:moveTo>
                      <a:pt x="116" y="1"/>
                    </a:moveTo>
                    <a:cubicBezTo>
                      <a:pt x="54" y="1"/>
                      <a:pt x="11" y="49"/>
                      <a:pt x="11" y="115"/>
                    </a:cubicBezTo>
                    <a:lnTo>
                      <a:pt x="11" y="925"/>
                    </a:lnTo>
                    <a:cubicBezTo>
                      <a:pt x="1" y="996"/>
                      <a:pt x="62" y="1058"/>
                      <a:pt x="134" y="1058"/>
                    </a:cubicBezTo>
                    <a:cubicBezTo>
                      <a:pt x="206" y="1058"/>
                      <a:pt x="257" y="996"/>
                      <a:pt x="257" y="925"/>
                    </a:cubicBezTo>
                    <a:lnTo>
                      <a:pt x="257" y="115"/>
                    </a:lnTo>
                    <a:cubicBezTo>
                      <a:pt x="257" y="53"/>
                      <a:pt x="206" y="2"/>
                      <a:pt x="134" y="2"/>
                    </a:cubicBezTo>
                    <a:cubicBezTo>
                      <a:pt x="128" y="1"/>
                      <a:pt x="122" y="1"/>
                      <a:pt x="116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42"/>
              <p:cNvSpPr/>
              <p:nvPr/>
            </p:nvSpPr>
            <p:spPr>
              <a:xfrm>
                <a:off x="1250699" y="4091546"/>
                <a:ext cx="16471" cy="71817"/>
              </a:xfrm>
              <a:custGeom>
                <a:rect b="b" l="l" r="r" t="t"/>
                <a:pathLst>
                  <a:path extrusionOk="0" h="1077" w="247">
                    <a:moveTo>
                      <a:pt x="124" y="0"/>
                    </a:moveTo>
                    <a:cubicBezTo>
                      <a:pt x="52" y="0"/>
                      <a:pt x="1" y="62"/>
                      <a:pt x="1" y="123"/>
                    </a:cubicBezTo>
                    <a:lnTo>
                      <a:pt x="1" y="953"/>
                    </a:lnTo>
                    <a:cubicBezTo>
                      <a:pt x="1" y="1025"/>
                      <a:pt x="52" y="1076"/>
                      <a:pt x="124" y="1076"/>
                    </a:cubicBezTo>
                    <a:cubicBezTo>
                      <a:pt x="185" y="1076"/>
                      <a:pt x="247" y="1015"/>
                      <a:pt x="247" y="953"/>
                    </a:cubicBezTo>
                    <a:lnTo>
                      <a:pt x="247" y="123"/>
                    </a:lnTo>
                    <a:cubicBezTo>
                      <a:pt x="247" y="62"/>
                      <a:pt x="185" y="0"/>
                      <a:pt x="124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2"/>
              <p:cNvSpPr/>
              <p:nvPr/>
            </p:nvSpPr>
            <p:spPr>
              <a:xfrm>
                <a:off x="1222691" y="4098348"/>
                <a:ext cx="17138" cy="73884"/>
              </a:xfrm>
              <a:custGeom>
                <a:rect b="b" l="l" r="r" t="t"/>
                <a:pathLst>
                  <a:path extrusionOk="0" h="1108" w="257">
                    <a:moveTo>
                      <a:pt x="123" y="1"/>
                    </a:moveTo>
                    <a:cubicBezTo>
                      <a:pt x="62" y="11"/>
                      <a:pt x="11" y="62"/>
                      <a:pt x="0" y="124"/>
                    </a:cubicBezTo>
                    <a:lnTo>
                      <a:pt x="0" y="995"/>
                    </a:lnTo>
                    <a:cubicBezTo>
                      <a:pt x="0" y="1056"/>
                      <a:pt x="62" y="1108"/>
                      <a:pt x="123" y="1108"/>
                    </a:cubicBezTo>
                    <a:cubicBezTo>
                      <a:pt x="195" y="1108"/>
                      <a:pt x="246" y="1056"/>
                      <a:pt x="257" y="995"/>
                    </a:cubicBezTo>
                    <a:lnTo>
                      <a:pt x="257" y="124"/>
                    </a:lnTo>
                    <a:cubicBezTo>
                      <a:pt x="246" y="52"/>
                      <a:pt x="195" y="1"/>
                      <a:pt x="123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2"/>
              <p:cNvSpPr/>
              <p:nvPr/>
            </p:nvSpPr>
            <p:spPr>
              <a:xfrm>
                <a:off x="1189883" y="4103149"/>
                <a:ext cx="17138" cy="75218"/>
              </a:xfrm>
              <a:custGeom>
                <a:rect b="b" l="l" r="r" t="t"/>
                <a:pathLst>
                  <a:path extrusionOk="0" h="1128" w="257">
                    <a:moveTo>
                      <a:pt x="123" y="0"/>
                    </a:moveTo>
                    <a:cubicBezTo>
                      <a:pt x="62" y="0"/>
                      <a:pt x="0" y="52"/>
                      <a:pt x="0" y="123"/>
                    </a:cubicBezTo>
                    <a:lnTo>
                      <a:pt x="0" y="1005"/>
                    </a:lnTo>
                    <a:cubicBezTo>
                      <a:pt x="0" y="1067"/>
                      <a:pt x="62" y="1128"/>
                      <a:pt x="123" y="1128"/>
                    </a:cubicBezTo>
                    <a:cubicBezTo>
                      <a:pt x="195" y="1128"/>
                      <a:pt x="246" y="1067"/>
                      <a:pt x="257" y="1005"/>
                    </a:cubicBezTo>
                    <a:lnTo>
                      <a:pt x="257" y="123"/>
                    </a:lnTo>
                    <a:cubicBezTo>
                      <a:pt x="246" y="52"/>
                      <a:pt x="19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42"/>
              <p:cNvSpPr/>
              <p:nvPr/>
            </p:nvSpPr>
            <p:spPr>
              <a:xfrm>
                <a:off x="1155007" y="4107217"/>
                <a:ext cx="16471" cy="74618"/>
              </a:xfrm>
              <a:custGeom>
                <a:rect b="b" l="l" r="r" t="t"/>
                <a:pathLst>
                  <a:path extrusionOk="0" h="1119" w="247">
                    <a:moveTo>
                      <a:pt x="124" y="1"/>
                    </a:moveTo>
                    <a:cubicBezTo>
                      <a:pt x="52" y="1"/>
                      <a:pt x="1" y="52"/>
                      <a:pt x="1" y="124"/>
                    </a:cubicBezTo>
                    <a:lnTo>
                      <a:pt x="1" y="995"/>
                    </a:lnTo>
                    <a:cubicBezTo>
                      <a:pt x="1" y="1057"/>
                      <a:pt x="52" y="1118"/>
                      <a:pt x="124" y="1118"/>
                    </a:cubicBezTo>
                    <a:cubicBezTo>
                      <a:pt x="185" y="1118"/>
                      <a:pt x="247" y="1057"/>
                      <a:pt x="247" y="995"/>
                    </a:cubicBezTo>
                    <a:lnTo>
                      <a:pt x="247" y="124"/>
                    </a:lnTo>
                    <a:cubicBezTo>
                      <a:pt x="236" y="52"/>
                      <a:pt x="185" y="1"/>
                      <a:pt x="124" y="1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2"/>
              <p:cNvSpPr/>
              <p:nvPr/>
            </p:nvSpPr>
            <p:spPr>
              <a:xfrm>
                <a:off x="1122198" y="4108617"/>
                <a:ext cx="16471" cy="75285"/>
              </a:xfrm>
              <a:custGeom>
                <a:rect b="b" l="l" r="r" t="t"/>
                <a:pathLst>
                  <a:path extrusionOk="0" h="1129" w="247">
                    <a:moveTo>
                      <a:pt x="123" y="0"/>
                    </a:moveTo>
                    <a:cubicBezTo>
                      <a:pt x="52" y="0"/>
                      <a:pt x="0" y="62"/>
                      <a:pt x="0" y="123"/>
                    </a:cubicBezTo>
                    <a:lnTo>
                      <a:pt x="0" y="1005"/>
                    </a:lnTo>
                    <a:cubicBezTo>
                      <a:pt x="0" y="1067"/>
                      <a:pt x="52" y="1128"/>
                      <a:pt x="123" y="1128"/>
                    </a:cubicBezTo>
                    <a:cubicBezTo>
                      <a:pt x="185" y="1128"/>
                      <a:pt x="247" y="1067"/>
                      <a:pt x="247" y="1005"/>
                    </a:cubicBezTo>
                    <a:lnTo>
                      <a:pt x="247" y="123"/>
                    </a:lnTo>
                    <a:cubicBezTo>
                      <a:pt x="247" y="62"/>
                      <a:pt x="185" y="0"/>
                      <a:pt x="123" y="0"/>
                    </a:cubicBezTo>
                    <a:close/>
                  </a:path>
                </a:pathLst>
              </a:custGeom>
              <a:solidFill>
                <a:srgbClr val="9F52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2"/>
              <p:cNvSpPr/>
              <p:nvPr/>
            </p:nvSpPr>
            <p:spPr>
              <a:xfrm>
                <a:off x="902073" y="3976651"/>
                <a:ext cx="309752" cy="52012"/>
              </a:xfrm>
              <a:custGeom>
                <a:rect b="b" l="l" r="r" t="t"/>
                <a:pathLst>
                  <a:path extrusionOk="0" h="780" w="4645">
                    <a:moveTo>
                      <a:pt x="3331" y="221"/>
                    </a:moveTo>
                    <a:cubicBezTo>
                      <a:pt x="3365" y="221"/>
                      <a:pt x="3400" y="223"/>
                      <a:pt x="3435" y="226"/>
                    </a:cubicBezTo>
                    <a:cubicBezTo>
                      <a:pt x="3691" y="226"/>
                      <a:pt x="3886" y="288"/>
                      <a:pt x="3947" y="370"/>
                    </a:cubicBezTo>
                    <a:lnTo>
                      <a:pt x="2830" y="339"/>
                    </a:lnTo>
                    <a:cubicBezTo>
                      <a:pt x="2992" y="262"/>
                      <a:pt x="3161" y="221"/>
                      <a:pt x="3331" y="221"/>
                    </a:cubicBezTo>
                    <a:close/>
                    <a:moveTo>
                      <a:pt x="677" y="319"/>
                    </a:moveTo>
                    <a:lnTo>
                      <a:pt x="2184" y="360"/>
                    </a:lnTo>
                    <a:lnTo>
                      <a:pt x="2174" y="370"/>
                    </a:lnTo>
                    <a:cubicBezTo>
                      <a:pt x="2112" y="401"/>
                      <a:pt x="2051" y="431"/>
                      <a:pt x="1989" y="462"/>
                    </a:cubicBezTo>
                    <a:lnTo>
                      <a:pt x="677" y="421"/>
                    </a:lnTo>
                    <a:cubicBezTo>
                      <a:pt x="667" y="411"/>
                      <a:pt x="667" y="390"/>
                      <a:pt x="667" y="370"/>
                    </a:cubicBezTo>
                    <a:cubicBezTo>
                      <a:pt x="667" y="349"/>
                      <a:pt x="667" y="329"/>
                      <a:pt x="677" y="319"/>
                    </a:cubicBezTo>
                    <a:close/>
                    <a:moveTo>
                      <a:pt x="2758" y="370"/>
                    </a:moveTo>
                    <a:lnTo>
                      <a:pt x="3968" y="411"/>
                    </a:lnTo>
                    <a:cubicBezTo>
                      <a:pt x="3978" y="421"/>
                      <a:pt x="3978" y="431"/>
                      <a:pt x="3978" y="452"/>
                    </a:cubicBezTo>
                    <a:cubicBezTo>
                      <a:pt x="3978" y="472"/>
                      <a:pt x="3968" y="493"/>
                      <a:pt x="3947" y="513"/>
                    </a:cubicBezTo>
                    <a:lnTo>
                      <a:pt x="2563" y="483"/>
                    </a:lnTo>
                    <a:lnTo>
                      <a:pt x="2758" y="370"/>
                    </a:lnTo>
                    <a:close/>
                    <a:moveTo>
                      <a:pt x="708" y="462"/>
                    </a:moveTo>
                    <a:lnTo>
                      <a:pt x="1918" y="493"/>
                    </a:lnTo>
                    <a:cubicBezTo>
                      <a:pt x="1746" y="574"/>
                      <a:pt x="1559" y="608"/>
                      <a:pt x="1371" y="608"/>
                    </a:cubicBezTo>
                    <a:cubicBezTo>
                      <a:pt x="1344" y="608"/>
                      <a:pt x="1318" y="607"/>
                      <a:pt x="1292" y="606"/>
                    </a:cubicBezTo>
                    <a:cubicBezTo>
                      <a:pt x="974" y="606"/>
                      <a:pt x="780" y="534"/>
                      <a:pt x="708" y="462"/>
                    </a:cubicBezTo>
                    <a:close/>
                    <a:moveTo>
                      <a:pt x="616" y="1"/>
                    </a:moveTo>
                    <a:lnTo>
                      <a:pt x="616" y="42"/>
                    </a:lnTo>
                    <a:cubicBezTo>
                      <a:pt x="749" y="52"/>
                      <a:pt x="821" y="73"/>
                      <a:pt x="821" y="93"/>
                    </a:cubicBezTo>
                    <a:cubicBezTo>
                      <a:pt x="821" y="103"/>
                      <a:pt x="800" y="124"/>
                      <a:pt x="759" y="144"/>
                    </a:cubicBezTo>
                    <a:cubicBezTo>
                      <a:pt x="687" y="175"/>
                      <a:pt x="636" y="216"/>
                      <a:pt x="595" y="278"/>
                    </a:cubicBezTo>
                    <a:lnTo>
                      <a:pt x="11" y="257"/>
                    </a:lnTo>
                    <a:lnTo>
                      <a:pt x="11" y="288"/>
                    </a:lnTo>
                    <a:lnTo>
                      <a:pt x="585" y="308"/>
                    </a:lnTo>
                    <a:cubicBezTo>
                      <a:pt x="575" y="329"/>
                      <a:pt x="575" y="349"/>
                      <a:pt x="575" y="370"/>
                    </a:cubicBezTo>
                    <a:cubicBezTo>
                      <a:pt x="564" y="390"/>
                      <a:pt x="564" y="401"/>
                      <a:pt x="575" y="421"/>
                    </a:cubicBezTo>
                    <a:lnTo>
                      <a:pt x="0" y="401"/>
                    </a:lnTo>
                    <a:lnTo>
                      <a:pt x="0" y="442"/>
                    </a:lnTo>
                    <a:lnTo>
                      <a:pt x="585" y="452"/>
                    </a:lnTo>
                    <a:cubicBezTo>
                      <a:pt x="646" y="616"/>
                      <a:pt x="944" y="749"/>
                      <a:pt x="1466" y="770"/>
                    </a:cubicBezTo>
                    <a:cubicBezTo>
                      <a:pt x="1499" y="772"/>
                      <a:pt x="1532" y="773"/>
                      <a:pt x="1565" y="773"/>
                    </a:cubicBezTo>
                    <a:cubicBezTo>
                      <a:pt x="1892" y="773"/>
                      <a:pt x="2223" y="681"/>
                      <a:pt x="2502" y="513"/>
                    </a:cubicBezTo>
                    <a:lnTo>
                      <a:pt x="3927" y="554"/>
                    </a:lnTo>
                    <a:cubicBezTo>
                      <a:pt x="3783" y="667"/>
                      <a:pt x="3414" y="708"/>
                      <a:pt x="3055" y="708"/>
                    </a:cubicBezTo>
                    <a:lnTo>
                      <a:pt x="3055" y="749"/>
                    </a:lnTo>
                    <a:cubicBezTo>
                      <a:pt x="3650" y="759"/>
                      <a:pt x="3855" y="770"/>
                      <a:pt x="4029" y="780"/>
                    </a:cubicBezTo>
                    <a:lnTo>
                      <a:pt x="4029" y="739"/>
                    </a:lnTo>
                    <a:cubicBezTo>
                      <a:pt x="3886" y="729"/>
                      <a:pt x="3814" y="718"/>
                      <a:pt x="3814" y="698"/>
                    </a:cubicBezTo>
                    <a:cubicBezTo>
                      <a:pt x="3814" y="688"/>
                      <a:pt x="3835" y="667"/>
                      <a:pt x="3886" y="647"/>
                    </a:cubicBezTo>
                    <a:cubicBezTo>
                      <a:pt x="3937" y="616"/>
                      <a:pt x="3978" y="585"/>
                      <a:pt x="4019" y="554"/>
                    </a:cubicBezTo>
                    <a:lnTo>
                      <a:pt x="4644" y="575"/>
                    </a:lnTo>
                    <a:lnTo>
                      <a:pt x="4644" y="534"/>
                    </a:lnTo>
                    <a:lnTo>
                      <a:pt x="4050" y="524"/>
                    </a:lnTo>
                    <a:cubicBezTo>
                      <a:pt x="4060" y="493"/>
                      <a:pt x="4070" y="462"/>
                      <a:pt x="4070" y="431"/>
                    </a:cubicBezTo>
                    <a:lnTo>
                      <a:pt x="4070" y="411"/>
                    </a:lnTo>
                    <a:lnTo>
                      <a:pt x="4644" y="431"/>
                    </a:lnTo>
                    <a:lnTo>
                      <a:pt x="4644" y="390"/>
                    </a:lnTo>
                    <a:lnTo>
                      <a:pt x="4060" y="380"/>
                    </a:lnTo>
                    <a:cubicBezTo>
                      <a:pt x="4009" y="226"/>
                      <a:pt x="3753" y="103"/>
                      <a:pt x="3250" y="93"/>
                    </a:cubicBezTo>
                    <a:cubicBezTo>
                      <a:pt x="3202" y="89"/>
                      <a:pt x="3155" y="87"/>
                      <a:pt x="3107" y="87"/>
                    </a:cubicBezTo>
                    <a:cubicBezTo>
                      <a:pt x="2807" y="87"/>
                      <a:pt x="2511" y="170"/>
                      <a:pt x="2246" y="329"/>
                    </a:cubicBezTo>
                    <a:lnTo>
                      <a:pt x="698" y="278"/>
                    </a:lnTo>
                    <a:cubicBezTo>
                      <a:pt x="821" y="124"/>
                      <a:pt x="1261" y="83"/>
                      <a:pt x="1754" y="83"/>
                    </a:cubicBezTo>
                    <a:lnTo>
                      <a:pt x="1754" y="42"/>
                    </a:lnTo>
                    <a:cubicBezTo>
                      <a:pt x="1087" y="21"/>
                      <a:pt x="810" y="11"/>
                      <a:pt x="6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2"/>
              <p:cNvSpPr/>
              <p:nvPr/>
            </p:nvSpPr>
            <p:spPr>
              <a:xfrm>
                <a:off x="3193545" y="3726455"/>
                <a:ext cx="578426" cy="575003"/>
              </a:xfrm>
              <a:custGeom>
                <a:rect b="b" l="l" r="r" t="t"/>
                <a:pathLst>
                  <a:path extrusionOk="0" h="8623" w="8674">
                    <a:moveTo>
                      <a:pt x="4337" y="1"/>
                    </a:moveTo>
                    <a:cubicBezTo>
                      <a:pt x="1938" y="1"/>
                      <a:pt x="0" y="1928"/>
                      <a:pt x="0" y="4306"/>
                    </a:cubicBezTo>
                    <a:cubicBezTo>
                      <a:pt x="0" y="6685"/>
                      <a:pt x="1938" y="8622"/>
                      <a:pt x="4337" y="8622"/>
                    </a:cubicBezTo>
                    <a:cubicBezTo>
                      <a:pt x="6736" y="8622"/>
                      <a:pt x="8673" y="6685"/>
                      <a:pt x="8673" y="4306"/>
                    </a:cubicBezTo>
                    <a:cubicBezTo>
                      <a:pt x="8673" y="1928"/>
                      <a:pt x="6736" y="1"/>
                      <a:pt x="4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2"/>
              <p:cNvSpPr/>
              <p:nvPr/>
            </p:nvSpPr>
            <p:spPr>
              <a:xfrm>
                <a:off x="3236624" y="3757263"/>
                <a:ext cx="563355" cy="563334"/>
              </a:xfrm>
              <a:custGeom>
                <a:rect b="b" l="l" r="r" t="t"/>
                <a:pathLst>
                  <a:path extrusionOk="0" h="8448" w="8448">
                    <a:moveTo>
                      <a:pt x="4224" y="0"/>
                    </a:moveTo>
                    <a:cubicBezTo>
                      <a:pt x="1887" y="0"/>
                      <a:pt x="0" y="1897"/>
                      <a:pt x="0" y="4224"/>
                    </a:cubicBezTo>
                    <a:cubicBezTo>
                      <a:pt x="0" y="6561"/>
                      <a:pt x="1887" y="8447"/>
                      <a:pt x="4224" y="8447"/>
                    </a:cubicBezTo>
                    <a:cubicBezTo>
                      <a:pt x="6551" y="8447"/>
                      <a:pt x="8448" y="6561"/>
                      <a:pt x="8448" y="4224"/>
                    </a:cubicBezTo>
                    <a:cubicBezTo>
                      <a:pt x="8448" y="1897"/>
                      <a:pt x="6551" y="0"/>
                      <a:pt x="4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2"/>
              <p:cNvSpPr/>
              <p:nvPr/>
            </p:nvSpPr>
            <p:spPr>
              <a:xfrm>
                <a:off x="3328248" y="3848819"/>
                <a:ext cx="380838" cy="380824"/>
              </a:xfrm>
              <a:custGeom>
                <a:rect b="b" l="l" r="r" t="t"/>
                <a:pathLst>
                  <a:path extrusionOk="0" h="5711" w="5711">
                    <a:moveTo>
                      <a:pt x="2850" y="1"/>
                    </a:moveTo>
                    <a:cubicBezTo>
                      <a:pt x="1281" y="1"/>
                      <a:pt x="0" y="1282"/>
                      <a:pt x="0" y="2851"/>
                    </a:cubicBezTo>
                    <a:cubicBezTo>
                      <a:pt x="0" y="4429"/>
                      <a:pt x="1281" y="5711"/>
                      <a:pt x="2850" y="5711"/>
                    </a:cubicBezTo>
                    <a:cubicBezTo>
                      <a:pt x="4429" y="5711"/>
                      <a:pt x="5710" y="4429"/>
                      <a:pt x="5710" y="2851"/>
                    </a:cubicBezTo>
                    <a:cubicBezTo>
                      <a:pt x="5710" y="1282"/>
                      <a:pt x="4429" y="1"/>
                      <a:pt x="2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3454681" y="3878226"/>
                <a:ext cx="136104" cy="309073"/>
              </a:xfrm>
              <a:custGeom>
                <a:rect b="b" l="l" r="r" t="t"/>
                <a:pathLst>
                  <a:path extrusionOk="0" h="4635" w="2041">
                    <a:moveTo>
                      <a:pt x="759" y="698"/>
                    </a:moveTo>
                    <a:lnTo>
                      <a:pt x="759" y="1825"/>
                    </a:lnTo>
                    <a:cubicBezTo>
                      <a:pt x="534" y="1661"/>
                      <a:pt x="380" y="1497"/>
                      <a:pt x="380" y="1221"/>
                    </a:cubicBezTo>
                    <a:cubicBezTo>
                      <a:pt x="370" y="975"/>
                      <a:pt x="523" y="759"/>
                      <a:pt x="759" y="698"/>
                    </a:cubicBezTo>
                    <a:close/>
                    <a:moveTo>
                      <a:pt x="926" y="662"/>
                    </a:moveTo>
                    <a:cubicBezTo>
                      <a:pt x="938" y="662"/>
                      <a:pt x="951" y="664"/>
                      <a:pt x="964" y="667"/>
                    </a:cubicBezTo>
                    <a:cubicBezTo>
                      <a:pt x="981" y="664"/>
                      <a:pt x="998" y="663"/>
                      <a:pt x="1015" y="663"/>
                    </a:cubicBezTo>
                    <a:cubicBezTo>
                      <a:pt x="1063" y="663"/>
                      <a:pt x="1114" y="672"/>
                      <a:pt x="1159" y="687"/>
                    </a:cubicBezTo>
                    <a:lnTo>
                      <a:pt x="1159" y="2071"/>
                    </a:lnTo>
                    <a:cubicBezTo>
                      <a:pt x="1046" y="2010"/>
                      <a:pt x="944" y="1948"/>
                      <a:pt x="851" y="1887"/>
                    </a:cubicBezTo>
                    <a:lnTo>
                      <a:pt x="851" y="667"/>
                    </a:lnTo>
                    <a:cubicBezTo>
                      <a:pt x="879" y="667"/>
                      <a:pt x="902" y="662"/>
                      <a:pt x="926" y="662"/>
                    </a:cubicBezTo>
                    <a:close/>
                    <a:moveTo>
                      <a:pt x="1251" y="2717"/>
                    </a:moveTo>
                    <a:cubicBezTo>
                      <a:pt x="1477" y="2892"/>
                      <a:pt x="1620" y="3076"/>
                      <a:pt x="1620" y="3343"/>
                    </a:cubicBezTo>
                    <a:cubicBezTo>
                      <a:pt x="1641" y="3599"/>
                      <a:pt x="1487" y="3835"/>
                      <a:pt x="1251" y="3937"/>
                    </a:cubicBezTo>
                    <a:lnTo>
                      <a:pt x="1251" y="2717"/>
                    </a:lnTo>
                    <a:close/>
                    <a:moveTo>
                      <a:pt x="851" y="2451"/>
                    </a:moveTo>
                    <a:lnTo>
                      <a:pt x="872" y="2471"/>
                    </a:lnTo>
                    <a:cubicBezTo>
                      <a:pt x="974" y="2533"/>
                      <a:pt x="1067" y="2584"/>
                      <a:pt x="1159" y="2646"/>
                    </a:cubicBezTo>
                    <a:lnTo>
                      <a:pt x="1159" y="3958"/>
                    </a:lnTo>
                    <a:cubicBezTo>
                      <a:pt x="1108" y="3968"/>
                      <a:pt x="1056" y="3978"/>
                      <a:pt x="1005" y="3978"/>
                    </a:cubicBezTo>
                    <a:cubicBezTo>
                      <a:pt x="954" y="3978"/>
                      <a:pt x="903" y="3968"/>
                      <a:pt x="851" y="3968"/>
                    </a:cubicBezTo>
                    <a:lnTo>
                      <a:pt x="851" y="2451"/>
                    </a:lnTo>
                    <a:close/>
                    <a:moveTo>
                      <a:pt x="749" y="1"/>
                    </a:moveTo>
                    <a:lnTo>
                      <a:pt x="749" y="585"/>
                    </a:lnTo>
                    <a:cubicBezTo>
                      <a:pt x="349" y="646"/>
                      <a:pt x="21" y="923"/>
                      <a:pt x="21" y="1405"/>
                    </a:cubicBezTo>
                    <a:cubicBezTo>
                      <a:pt x="21" y="1887"/>
                      <a:pt x="349" y="2153"/>
                      <a:pt x="749" y="2399"/>
                    </a:cubicBezTo>
                    <a:lnTo>
                      <a:pt x="749" y="3958"/>
                    </a:lnTo>
                    <a:cubicBezTo>
                      <a:pt x="318" y="3835"/>
                      <a:pt x="154" y="3394"/>
                      <a:pt x="124" y="2902"/>
                    </a:cubicBezTo>
                    <a:lnTo>
                      <a:pt x="11" y="2902"/>
                    </a:lnTo>
                    <a:cubicBezTo>
                      <a:pt x="11" y="3568"/>
                      <a:pt x="11" y="3845"/>
                      <a:pt x="1" y="4040"/>
                    </a:cubicBezTo>
                    <a:lnTo>
                      <a:pt x="103" y="4040"/>
                    </a:lnTo>
                    <a:cubicBezTo>
                      <a:pt x="124" y="3906"/>
                      <a:pt x="154" y="3835"/>
                      <a:pt x="216" y="3835"/>
                    </a:cubicBezTo>
                    <a:cubicBezTo>
                      <a:pt x="267" y="3845"/>
                      <a:pt x="329" y="3865"/>
                      <a:pt x="370" y="3906"/>
                    </a:cubicBezTo>
                    <a:cubicBezTo>
                      <a:pt x="493" y="3978"/>
                      <a:pt x="616" y="4029"/>
                      <a:pt x="749" y="4060"/>
                    </a:cubicBezTo>
                    <a:lnTo>
                      <a:pt x="749" y="4624"/>
                    </a:lnTo>
                    <a:lnTo>
                      <a:pt x="851" y="4624"/>
                    </a:lnTo>
                    <a:lnTo>
                      <a:pt x="851" y="4060"/>
                    </a:lnTo>
                    <a:cubicBezTo>
                      <a:pt x="903" y="4070"/>
                      <a:pt x="964" y="4070"/>
                      <a:pt x="1026" y="4070"/>
                    </a:cubicBezTo>
                    <a:lnTo>
                      <a:pt x="1159" y="4070"/>
                    </a:lnTo>
                    <a:lnTo>
                      <a:pt x="1159" y="4634"/>
                    </a:lnTo>
                    <a:lnTo>
                      <a:pt x="1251" y="4634"/>
                    </a:lnTo>
                    <a:lnTo>
                      <a:pt x="1251" y="4060"/>
                    </a:lnTo>
                    <a:cubicBezTo>
                      <a:pt x="1702" y="3978"/>
                      <a:pt x="2041" y="3681"/>
                      <a:pt x="2041" y="3158"/>
                    </a:cubicBezTo>
                    <a:cubicBezTo>
                      <a:pt x="2041" y="2676"/>
                      <a:pt x="1713" y="2420"/>
                      <a:pt x="1251" y="2133"/>
                    </a:cubicBezTo>
                    <a:lnTo>
                      <a:pt x="1251" y="718"/>
                    </a:lnTo>
                    <a:cubicBezTo>
                      <a:pt x="1579" y="851"/>
                      <a:pt x="1723" y="1221"/>
                      <a:pt x="1743" y="1579"/>
                    </a:cubicBezTo>
                    <a:lnTo>
                      <a:pt x="1856" y="1579"/>
                    </a:lnTo>
                    <a:cubicBezTo>
                      <a:pt x="1856" y="985"/>
                      <a:pt x="1866" y="780"/>
                      <a:pt x="1877" y="605"/>
                    </a:cubicBezTo>
                    <a:lnTo>
                      <a:pt x="1764" y="605"/>
                    </a:lnTo>
                    <a:cubicBezTo>
                      <a:pt x="1754" y="749"/>
                      <a:pt x="1723" y="821"/>
                      <a:pt x="1661" y="821"/>
                    </a:cubicBezTo>
                    <a:cubicBezTo>
                      <a:pt x="1600" y="810"/>
                      <a:pt x="1549" y="790"/>
                      <a:pt x="1508" y="749"/>
                    </a:cubicBezTo>
                    <a:cubicBezTo>
                      <a:pt x="1426" y="698"/>
                      <a:pt x="1333" y="657"/>
                      <a:pt x="1251" y="626"/>
                    </a:cubicBezTo>
                    <a:lnTo>
                      <a:pt x="1251" y="1"/>
                    </a:lnTo>
                    <a:lnTo>
                      <a:pt x="1149" y="1"/>
                    </a:lnTo>
                    <a:lnTo>
                      <a:pt x="1149" y="605"/>
                    </a:lnTo>
                    <a:cubicBezTo>
                      <a:pt x="1096" y="590"/>
                      <a:pt x="1038" y="581"/>
                      <a:pt x="983" y="581"/>
                    </a:cubicBezTo>
                    <a:cubicBezTo>
                      <a:pt x="962" y="581"/>
                      <a:pt x="942" y="582"/>
                      <a:pt x="923" y="585"/>
                    </a:cubicBezTo>
                    <a:lnTo>
                      <a:pt x="851" y="585"/>
                    </a:lnTo>
                    <a:lnTo>
                      <a:pt x="8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951953" y="3415443"/>
                <a:ext cx="49280" cy="374689"/>
              </a:xfrm>
              <a:custGeom>
                <a:rect b="b" l="l" r="r" t="t"/>
                <a:pathLst>
                  <a:path extrusionOk="0" h="5619" w="739">
                    <a:moveTo>
                      <a:pt x="472" y="0"/>
                    </a:moveTo>
                    <a:cubicBezTo>
                      <a:pt x="472" y="0"/>
                      <a:pt x="1" y="3291"/>
                      <a:pt x="114" y="5495"/>
                    </a:cubicBezTo>
                    <a:lnTo>
                      <a:pt x="606" y="5618"/>
                    </a:lnTo>
                    <a:cubicBezTo>
                      <a:pt x="606" y="5618"/>
                      <a:pt x="62" y="1682"/>
                      <a:pt x="739" y="21"/>
                    </a:cubicBezTo>
                    <a:lnTo>
                      <a:pt x="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978627" y="3450319"/>
                <a:ext cx="117632" cy="118762"/>
              </a:xfrm>
              <a:custGeom>
                <a:rect b="b" l="l" r="r" t="t"/>
                <a:pathLst>
                  <a:path extrusionOk="0" h="1781" w="1764">
                    <a:moveTo>
                      <a:pt x="1764" y="0"/>
                    </a:moveTo>
                    <a:lnTo>
                      <a:pt x="1764" y="0"/>
                    </a:lnTo>
                    <a:cubicBezTo>
                      <a:pt x="1764" y="0"/>
                      <a:pt x="288" y="246"/>
                      <a:pt x="1" y="1763"/>
                    </a:cubicBezTo>
                    <a:cubicBezTo>
                      <a:pt x="1" y="1763"/>
                      <a:pt x="62" y="1781"/>
                      <a:pt x="165" y="1781"/>
                    </a:cubicBezTo>
                    <a:cubicBezTo>
                      <a:pt x="501" y="1781"/>
                      <a:pt x="1277" y="1594"/>
                      <a:pt x="1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42"/>
              <p:cNvSpPr/>
              <p:nvPr/>
            </p:nvSpPr>
            <p:spPr>
              <a:xfrm>
                <a:off x="948552" y="3312017"/>
                <a:ext cx="157310" cy="132765"/>
              </a:xfrm>
              <a:custGeom>
                <a:rect b="b" l="l" r="r" t="t"/>
                <a:pathLst>
                  <a:path extrusionOk="0" h="1991" w="2359">
                    <a:moveTo>
                      <a:pt x="1043" y="1"/>
                    </a:moveTo>
                    <a:cubicBezTo>
                      <a:pt x="532" y="1"/>
                      <a:pt x="101" y="398"/>
                      <a:pt x="52" y="916"/>
                    </a:cubicBezTo>
                    <a:cubicBezTo>
                      <a:pt x="1" y="1544"/>
                      <a:pt x="507" y="1991"/>
                      <a:pt x="1047" y="1991"/>
                    </a:cubicBezTo>
                    <a:cubicBezTo>
                      <a:pt x="1265" y="1991"/>
                      <a:pt x="1488" y="1918"/>
                      <a:pt x="1682" y="1756"/>
                    </a:cubicBezTo>
                    <a:cubicBezTo>
                      <a:pt x="2358" y="1182"/>
                      <a:pt x="2000" y="75"/>
                      <a:pt x="1118" y="3"/>
                    </a:cubicBezTo>
                    <a:cubicBezTo>
                      <a:pt x="1093" y="2"/>
                      <a:pt x="1068" y="1"/>
                      <a:pt x="10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42"/>
              <p:cNvSpPr/>
              <p:nvPr/>
            </p:nvSpPr>
            <p:spPr>
              <a:xfrm>
                <a:off x="859662" y="3228796"/>
                <a:ext cx="58883" cy="444439"/>
              </a:xfrm>
              <a:custGeom>
                <a:rect b="b" l="l" r="r" t="t"/>
                <a:pathLst>
                  <a:path extrusionOk="0" h="6665" w="883">
                    <a:moveTo>
                      <a:pt x="319" y="1"/>
                    </a:moveTo>
                    <a:lnTo>
                      <a:pt x="1" y="32"/>
                    </a:lnTo>
                    <a:cubicBezTo>
                      <a:pt x="801" y="2000"/>
                      <a:pt x="155" y="6664"/>
                      <a:pt x="155" y="6664"/>
                    </a:cubicBezTo>
                    <a:lnTo>
                      <a:pt x="739" y="6521"/>
                    </a:lnTo>
                    <a:cubicBezTo>
                      <a:pt x="883" y="3896"/>
                      <a:pt x="319" y="1"/>
                      <a:pt x="3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2"/>
              <p:cNvSpPr/>
              <p:nvPr/>
            </p:nvSpPr>
            <p:spPr>
              <a:xfrm>
                <a:off x="747566" y="3270540"/>
                <a:ext cx="138838" cy="140833"/>
              </a:xfrm>
              <a:custGeom>
                <a:rect b="b" l="l" r="r" t="t"/>
                <a:pathLst>
                  <a:path extrusionOk="0" h="2112" w="2082">
                    <a:moveTo>
                      <a:pt x="1" y="0"/>
                    </a:moveTo>
                    <a:lnTo>
                      <a:pt x="1" y="0"/>
                    </a:lnTo>
                    <a:cubicBezTo>
                      <a:pt x="576" y="1893"/>
                      <a:pt x="1498" y="2111"/>
                      <a:pt x="1892" y="2111"/>
                    </a:cubicBezTo>
                    <a:cubicBezTo>
                      <a:pt x="2011" y="2111"/>
                      <a:pt x="2082" y="2091"/>
                      <a:pt x="2082" y="2091"/>
                    </a:cubicBezTo>
                    <a:cubicBezTo>
                      <a:pt x="1743" y="28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2"/>
              <p:cNvSpPr/>
              <p:nvPr/>
            </p:nvSpPr>
            <p:spPr>
              <a:xfrm>
                <a:off x="716824" y="3485194"/>
                <a:ext cx="207190" cy="210583"/>
              </a:xfrm>
              <a:custGeom>
                <a:rect b="b" l="l" r="r" t="t"/>
                <a:pathLst>
                  <a:path extrusionOk="0" h="3158" w="3107">
                    <a:moveTo>
                      <a:pt x="0" y="0"/>
                    </a:moveTo>
                    <a:lnTo>
                      <a:pt x="0" y="0"/>
                    </a:lnTo>
                    <a:cubicBezTo>
                      <a:pt x="856" y="2827"/>
                      <a:pt x="2223" y="3158"/>
                      <a:pt x="2816" y="3158"/>
                    </a:cubicBezTo>
                    <a:cubicBezTo>
                      <a:pt x="2998" y="3158"/>
                      <a:pt x="3107" y="3127"/>
                      <a:pt x="3107" y="3127"/>
                    </a:cubicBezTo>
                    <a:cubicBezTo>
                      <a:pt x="2604" y="44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42"/>
              <p:cNvSpPr/>
              <p:nvPr/>
            </p:nvSpPr>
            <p:spPr>
              <a:xfrm>
                <a:off x="964957" y="3533673"/>
                <a:ext cx="157310" cy="169240"/>
              </a:xfrm>
              <a:custGeom>
                <a:rect b="b" l="l" r="r" t="t"/>
                <a:pathLst>
                  <a:path extrusionOk="0" h="2538" w="2359">
                    <a:moveTo>
                      <a:pt x="2358" y="1"/>
                    </a:moveTo>
                    <a:lnTo>
                      <a:pt x="2358" y="1"/>
                    </a:lnTo>
                    <a:cubicBezTo>
                      <a:pt x="1139" y="278"/>
                      <a:pt x="206" y="1272"/>
                      <a:pt x="1" y="2513"/>
                    </a:cubicBezTo>
                    <a:cubicBezTo>
                      <a:pt x="1" y="2513"/>
                      <a:pt x="82" y="2537"/>
                      <a:pt x="218" y="2537"/>
                    </a:cubicBezTo>
                    <a:cubicBezTo>
                      <a:pt x="665" y="2537"/>
                      <a:pt x="1698" y="2272"/>
                      <a:pt x="2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42"/>
              <p:cNvSpPr/>
              <p:nvPr/>
            </p:nvSpPr>
            <p:spPr>
              <a:xfrm>
                <a:off x="859662" y="3193921"/>
                <a:ext cx="155243" cy="158704"/>
              </a:xfrm>
              <a:custGeom>
                <a:rect b="b" l="l" r="r" t="t"/>
                <a:pathLst>
                  <a:path extrusionOk="0" h="2380" w="2328">
                    <a:moveTo>
                      <a:pt x="2328" y="1"/>
                    </a:moveTo>
                    <a:lnTo>
                      <a:pt x="2328" y="1"/>
                    </a:lnTo>
                    <a:cubicBezTo>
                      <a:pt x="1" y="1118"/>
                      <a:pt x="575" y="2379"/>
                      <a:pt x="575" y="2379"/>
                    </a:cubicBezTo>
                    <a:cubicBezTo>
                      <a:pt x="2297" y="1764"/>
                      <a:pt x="2328" y="1"/>
                      <a:pt x="23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735963" y="3106899"/>
                <a:ext cx="186318" cy="157037"/>
              </a:xfrm>
              <a:custGeom>
                <a:rect b="b" l="l" r="r" t="t"/>
                <a:pathLst>
                  <a:path extrusionOk="0" h="2355" w="2794">
                    <a:moveTo>
                      <a:pt x="1560" y="0"/>
                    </a:moveTo>
                    <a:cubicBezTo>
                      <a:pt x="1529" y="0"/>
                      <a:pt x="1498" y="1"/>
                      <a:pt x="1466" y="4"/>
                    </a:cubicBezTo>
                    <a:cubicBezTo>
                      <a:pt x="421" y="86"/>
                      <a:pt x="0" y="1398"/>
                      <a:pt x="800" y="2075"/>
                    </a:cubicBezTo>
                    <a:cubicBezTo>
                      <a:pt x="1029" y="2269"/>
                      <a:pt x="1292" y="2355"/>
                      <a:pt x="1550" y="2355"/>
                    </a:cubicBezTo>
                    <a:cubicBezTo>
                      <a:pt x="2191" y="2355"/>
                      <a:pt x="2793" y="1819"/>
                      <a:pt x="2727" y="1080"/>
                    </a:cubicBezTo>
                    <a:cubicBezTo>
                      <a:pt x="2679" y="466"/>
                      <a:pt x="2166" y="0"/>
                      <a:pt x="15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/>
              <p:nvPr/>
            </p:nvSpPr>
            <p:spPr>
              <a:xfrm>
                <a:off x="766704" y="3130839"/>
                <a:ext cx="131036" cy="111026"/>
              </a:xfrm>
              <a:custGeom>
                <a:rect b="b" l="l" r="r" t="t"/>
                <a:pathLst>
                  <a:path extrusionOk="0" h="1665" w="1965">
                    <a:moveTo>
                      <a:pt x="1101" y="0"/>
                    </a:moveTo>
                    <a:cubicBezTo>
                      <a:pt x="1076" y="0"/>
                      <a:pt x="1051" y="2"/>
                      <a:pt x="1026" y="4"/>
                    </a:cubicBezTo>
                    <a:cubicBezTo>
                      <a:pt x="288" y="65"/>
                      <a:pt x="1" y="988"/>
                      <a:pt x="565" y="1470"/>
                    </a:cubicBezTo>
                    <a:cubicBezTo>
                      <a:pt x="726" y="1605"/>
                      <a:pt x="911" y="1665"/>
                      <a:pt x="1091" y="1665"/>
                    </a:cubicBezTo>
                    <a:cubicBezTo>
                      <a:pt x="1541" y="1665"/>
                      <a:pt x="1965" y="1289"/>
                      <a:pt x="1928" y="762"/>
                    </a:cubicBezTo>
                    <a:cubicBezTo>
                      <a:pt x="1889" y="326"/>
                      <a:pt x="1530" y="0"/>
                      <a:pt x="1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2"/>
              <p:cNvSpPr/>
              <p:nvPr/>
            </p:nvSpPr>
            <p:spPr>
              <a:xfrm>
                <a:off x="795445" y="3662239"/>
                <a:ext cx="320688" cy="66349"/>
              </a:xfrm>
              <a:custGeom>
                <a:rect b="b" l="l" r="r" t="t"/>
                <a:pathLst>
                  <a:path extrusionOk="0" h="995" w="4809">
                    <a:moveTo>
                      <a:pt x="0" y="0"/>
                    </a:moveTo>
                    <a:lnTo>
                      <a:pt x="0" y="995"/>
                    </a:lnTo>
                    <a:lnTo>
                      <a:pt x="4808" y="995"/>
                    </a:lnTo>
                    <a:lnTo>
                      <a:pt x="4808" y="0"/>
                    </a:lnTo>
                    <a:close/>
                  </a:path>
                </a:pathLst>
              </a:custGeom>
              <a:solidFill>
                <a:srgbClr val="000B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2"/>
              <p:cNvSpPr/>
              <p:nvPr/>
            </p:nvSpPr>
            <p:spPr>
              <a:xfrm>
                <a:off x="820719" y="3728522"/>
                <a:ext cx="270808" cy="182577"/>
              </a:xfrm>
              <a:custGeom>
                <a:rect b="b" l="l" r="r" t="t"/>
                <a:pathLst>
                  <a:path extrusionOk="0" h="2738" w="4061">
                    <a:moveTo>
                      <a:pt x="1" y="1"/>
                    </a:moveTo>
                    <a:lnTo>
                      <a:pt x="1" y="1354"/>
                    </a:lnTo>
                    <a:cubicBezTo>
                      <a:pt x="1" y="2123"/>
                      <a:pt x="616" y="2738"/>
                      <a:pt x="1385" y="2738"/>
                    </a:cubicBezTo>
                    <a:lnTo>
                      <a:pt x="2676" y="2738"/>
                    </a:lnTo>
                    <a:cubicBezTo>
                      <a:pt x="3445" y="2738"/>
                      <a:pt x="4060" y="2123"/>
                      <a:pt x="4060" y="1354"/>
                    </a:cubicBezTo>
                    <a:lnTo>
                      <a:pt x="406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42"/>
              <p:cNvSpPr/>
              <p:nvPr/>
            </p:nvSpPr>
            <p:spPr>
              <a:xfrm>
                <a:off x="807715" y="3139241"/>
                <a:ext cx="56149" cy="93756"/>
              </a:xfrm>
              <a:custGeom>
                <a:rect b="b" l="l" r="r" t="t"/>
                <a:pathLst>
                  <a:path extrusionOk="0" h="1406" w="842">
                    <a:moveTo>
                      <a:pt x="257" y="1"/>
                    </a:moveTo>
                    <a:lnTo>
                      <a:pt x="155" y="32"/>
                    </a:lnTo>
                    <a:lnTo>
                      <a:pt x="206" y="196"/>
                    </a:lnTo>
                    <a:cubicBezTo>
                      <a:pt x="73" y="247"/>
                      <a:pt x="1" y="401"/>
                      <a:pt x="42" y="544"/>
                    </a:cubicBezTo>
                    <a:cubicBezTo>
                      <a:pt x="83" y="688"/>
                      <a:pt x="216" y="729"/>
                      <a:pt x="401" y="749"/>
                    </a:cubicBezTo>
                    <a:cubicBezTo>
                      <a:pt x="544" y="759"/>
                      <a:pt x="626" y="790"/>
                      <a:pt x="657" y="882"/>
                    </a:cubicBezTo>
                    <a:cubicBezTo>
                      <a:pt x="677" y="985"/>
                      <a:pt x="606" y="1087"/>
                      <a:pt x="503" y="1108"/>
                    </a:cubicBezTo>
                    <a:cubicBezTo>
                      <a:pt x="462" y="1118"/>
                      <a:pt x="419" y="1123"/>
                      <a:pt x="375" y="1123"/>
                    </a:cubicBezTo>
                    <a:cubicBezTo>
                      <a:pt x="331" y="1123"/>
                      <a:pt x="288" y="1118"/>
                      <a:pt x="247" y="1108"/>
                    </a:cubicBezTo>
                    <a:lnTo>
                      <a:pt x="247" y="1241"/>
                    </a:lnTo>
                    <a:cubicBezTo>
                      <a:pt x="293" y="1251"/>
                      <a:pt x="339" y="1257"/>
                      <a:pt x="385" y="1257"/>
                    </a:cubicBezTo>
                    <a:cubicBezTo>
                      <a:pt x="431" y="1257"/>
                      <a:pt x="477" y="1251"/>
                      <a:pt x="524" y="1241"/>
                    </a:cubicBezTo>
                    <a:lnTo>
                      <a:pt x="575" y="1405"/>
                    </a:lnTo>
                    <a:lnTo>
                      <a:pt x="677" y="1375"/>
                    </a:lnTo>
                    <a:lnTo>
                      <a:pt x="626" y="1200"/>
                    </a:lnTo>
                    <a:cubicBezTo>
                      <a:pt x="770" y="1139"/>
                      <a:pt x="841" y="985"/>
                      <a:pt x="800" y="831"/>
                    </a:cubicBezTo>
                    <a:cubicBezTo>
                      <a:pt x="749" y="688"/>
                      <a:pt x="636" y="626"/>
                      <a:pt x="442" y="616"/>
                    </a:cubicBezTo>
                    <a:cubicBezTo>
                      <a:pt x="288" y="595"/>
                      <a:pt x="206" y="554"/>
                      <a:pt x="185" y="483"/>
                    </a:cubicBezTo>
                    <a:cubicBezTo>
                      <a:pt x="155" y="411"/>
                      <a:pt x="185" y="329"/>
                      <a:pt x="308" y="288"/>
                    </a:cubicBezTo>
                    <a:cubicBezTo>
                      <a:pt x="348" y="271"/>
                      <a:pt x="390" y="263"/>
                      <a:pt x="433" y="263"/>
                    </a:cubicBezTo>
                    <a:cubicBezTo>
                      <a:pt x="467" y="263"/>
                      <a:pt x="502" y="268"/>
                      <a:pt x="534" y="278"/>
                    </a:cubicBezTo>
                    <a:lnTo>
                      <a:pt x="544" y="144"/>
                    </a:lnTo>
                    <a:cubicBezTo>
                      <a:pt x="510" y="140"/>
                      <a:pt x="478" y="138"/>
                      <a:pt x="446" y="138"/>
                    </a:cubicBezTo>
                    <a:cubicBezTo>
                      <a:pt x="401" y="138"/>
                      <a:pt x="356" y="143"/>
                      <a:pt x="308" y="155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42"/>
              <p:cNvSpPr/>
              <p:nvPr/>
            </p:nvSpPr>
            <p:spPr>
              <a:xfrm>
                <a:off x="961356" y="3329155"/>
                <a:ext cx="112364" cy="98157"/>
              </a:xfrm>
              <a:custGeom>
                <a:rect b="b" l="l" r="r" t="t"/>
                <a:pathLst>
                  <a:path extrusionOk="0" h="1472" w="1685">
                    <a:moveTo>
                      <a:pt x="846" y="0"/>
                    </a:moveTo>
                    <a:cubicBezTo>
                      <a:pt x="391" y="0"/>
                      <a:pt x="0" y="441"/>
                      <a:pt x="147" y="946"/>
                    </a:cubicBezTo>
                    <a:cubicBezTo>
                      <a:pt x="248" y="1289"/>
                      <a:pt x="550" y="1472"/>
                      <a:pt x="853" y="1472"/>
                    </a:cubicBezTo>
                    <a:cubicBezTo>
                      <a:pt x="1102" y="1472"/>
                      <a:pt x="1351" y="1348"/>
                      <a:pt x="1490" y="1089"/>
                    </a:cubicBezTo>
                    <a:cubicBezTo>
                      <a:pt x="1685" y="731"/>
                      <a:pt x="1562" y="290"/>
                      <a:pt x="1203" y="95"/>
                    </a:cubicBezTo>
                    <a:cubicBezTo>
                      <a:pt x="1085" y="30"/>
                      <a:pt x="963" y="0"/>
                      <a:pt x="8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2"/>
              <p:cNvSpPr/>
              <p:nvPr/>
            </p:nvSpPr>
            <p:spPr>
              <a:xfrm>
                <a:off x="988896" y="3335423"/>
                <a:ext cx="50681" cy="82820"/>
              </a:xfrm>
              <a:custGeom>
                <a:rect b="b" l="l" r="r" t="t"/>
                <a:pathLst>
                  <a:path extrusionOk="0" h="1242" w="760">
                    <a:moveTo>
                      <a:pt x="534" y="1"/>
                    </a:moveTo>
                    <a:lnTo>
                      <a:pt x="482" y="144"/>
                    </a:lnTo>
                    <a:cubicBezTo>
                      <a:pt x="468" y="142"/>
                      <a:pt x="454" y="141"/>
                      <a:pt x="440" y="141"/>
                    </a:cubicBezTo>
                    <a:cubicBezTo>
                      <a:pt x="332" y="141"/>
                      <a:pt x="232" y="210"/>
                      <a:pt x="195" y="319"/>
                    </a:cubicBezTo>
                    <a:cubicBezTo>
                      <a:pt x="154" y="452"/>
                      <a:pt x="226" y="544"/>
                      <a:pt x="369" y="647"/>
                    </a:cubicBezTo>
                    <a:cubicBezTo>
                      <a:pt x="462" y="719"/>
                      <a:pt x="503" y="790"/>
                      <a:pt x="482" y="872"/>
                    </a:cubicBezTo>
                    <a:cubicBezTo>
                      <a:pt x="460" y="940"/>
                      <a:pt x="398" y="981"/>
                      <a:pt x="334" y="981"/>
                    </a:cubicBezTo>
                    <a:cubicBezTo>
                      <a:pt x="312" y="981"/>
                      <a:pt x="289" y="975"/>
                      <a:pt x="267" y="965"/>
                    </a:cubicBezTo>
                    <a:cubicBezTo>
                      <a:pt x="185" y="944"/>
                      <a:pt x="113" y="903"/>
                      <a:pt x="72" y="842"/>
                    </a:cubicBezTo>
                    <a:lnTo>
                      <a:pt x="0" y="924"/>
                    </a:lnTo>
                    <a:cubicBezTo>
                      <a:pt x="62" y="985"/>
                      <a:pt x="134" y="1036"/>
                      <a:pt x="216" y="1057"/>
                    </a:cubicBezTo>
                    <a:lnTo>
                      <a:pt x="164" y="1211"/>
                    </a:lnTo>
                    <a:lnTo>
                      <a:pt x="257" y="1241"/>
                    </a:lnTo>
                    <a:lnTo>
                      <a:pt x="308" y="1088"/>
                    </a:lnTo>
                    <a:cubicBezTo>
                      <a:pt x="322" y="1090"/>
                      <a:pt x="335" y="1091"/>
                      <a:pt x="349" y="1091"/>
                    </a:cubicBezTo>
                    <a:cubicBezTo>
                      <a:pt x="468" y="1091"/>
                      <a:pt x="579" y="1013"/>
                      <a:pt x="616" y="903"/>
                    </a:cubicBezTo>
                    <a:cubicBezTo>
                      <a:pt x="646" y="770"/>
                      <a:pt x="595" y="667"/>
                      <a:pt x="462" y="565"/>
                    </a:cubicBezTo>
                    <a:cubicBezTo>
                      <a:pt x="349" y="473"/>
                      <a:pt x="308" y="401"/>
                      <a:pt x="328" y="339"/>
                    </a:cubicBezTo>
                    <a:cubicBezTo>
                      <a:pt x="337" y="290"/>
                      <a:pt x="384" y="248"/>
                      <a:pt x="459" y="248"/>
                    </a:cubicBezTo>
                    <a:cubicBezTo>
                      <a:pt x="479" y="248"/>
                      <a:pt x="500" y="251"/>
                      <a:pt x="523" y="257"/>
                    </a:cubicBezTo>
                    <a:cubicBezTo>
                      <a:pt x="585" y="278"/>
                      <a:pt x="646" y="309"/>
                      <a:pt x="698" y="360"/>
                    </a:cubicBezTo>
                    <a:lnTo>
                      <a:pt x="759" y="278"/>
                    </a:lnTo>
                    <a:cubicBezTo>
                      <a:pt x="708" y="227"/>
                      <a:pt x="646" y="186"/>
                      <a:pt x="585" y="165"/>
                    </a:cubicBezTo>
                    <a:lnTo>
                      <a:pt x="626" y="21"/>
                    </a:lnTo>
                    <a:lnTo>
                      <a:pt x="5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42"/>
              <p:cNvSpPr/>
              <p:nvPr/>
            </p:nvSpPr>
            <p:spPr>
              <a:xfrm>
                <a:off x="4329712" y="3415443"/>
                <a:ext cx="49947" cy="374689"/>
              </a:xfrm>
              <a:custGeom>
                <a:rect b="b" l="l" r="r" t="t"/>
                <a:pathLst>
                  <a:path extrusionOk="0" h="5619" w="749">
                    <a:moveTo>
                      <a:pt x="277" y="0"/>
                    </a:moveTo>
                    <a:lnTo>
                      <a:pt x="0" y="21"/>
                    </a:lnTo>
                    <a:cubicBezTo>
                      <a:pt x="687" y="1682"/>
                      <a:pt x="134" y="5618"/>
                      <a:pt x="134" y="5618"/>
                    </a:cubicBezTo>
                    <a:lnTo>
                      <a:pt x="626" y="5495"/>
                    </a:lnTo>
                    <a:cubicBezTo>
                      <a:pt x="749" y="3291"/>
                      <a:pt x="277" y="0"/>
                      <a:pt x="2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42"/>
              <p:cNvSpPr/>
              <p:nvPr/>
            </p:nvSpPr>
            <p:spPr>
              <a:xfrm>
                <a:off x="4235354" y="3450319"/>
                <a:ext cx="116965" cy="118762"/>
              </a:xfrm>
              <a:custGeom>
                <a:rect b="b" l="l" r="r" t="t"/>
                <a:pathLst>
                  <a:path extrusionOk="0" h="1781" w="1754">
                    <a:moveTo>
                      <a:pt x="1" y="0"/>
                    </a:moveTo>
                    <a:lnTo>
                      <a:pt x="1" y="0"/>
                    </a:lnTo>
                    <a:cubicBezTo>
                      <a:pt x="488" y="1594"/>
                      <a:pt x="1257" y="1781"/>
                      <a:pt x="1591" y="1781"/>
                    </a:cubicBezTo>
                    <a:cubicBezTo>
                      <a:pt x="1693" y="1781"/>
                      <a:pt x="1754" y="1763"/>
                      <a:pt x="1754" y="1763"/>
                    </a:cubicBezTo>
                    <a:cubicBezTo>
                      <a:pt x="1467" y="24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42"/>
              <p:cNvSpPr/>
              <p:nvPr/>
            </p:nvSpPr>
            <p:spPr>
              <a:xfrm>
                <a:off x="4225818" y="3312017"/>
                <a:ext cx="157243" cy="132431"/>
              </a:xfrm>
              <a:custGeom>
                <a:rect b="b" l="l" r="r" t="t"/>
                <a:pathLst>
                  <a:path extrusionOk="0" h="1986" w="2358">
                    <a:moveTo>
                      <a:pt x="1308" y="1"/>
                    </a:moveTo>
                    <a:cubicBezTo>
                      <a:pt x="1283" y="1"/>
                      <a:pt x="1257" y="1"/>
                      <a:pt x="1230" y="3"/>
                    </a:cubicBezTo>
                    <a:cubicBezTo>
                      <a:pt x="359" y="75"/>
                      <a:pt x="0" y="1182"/>
                      <a:pt x="677" y="1746"/>
                    </a:cubicBezTo>
                    <a:cubicBezTo>
                      <a:pt x="869" y="1912"/>
                      <a:pt x="1091" y="1985"/>
                      <a:pt x="1309" y="1985"/>
                    </a:cubicBezTo>
                    <a:cubicBezTo>
                      <a:pt x="1848" y="1985"/>
                      <a:pt x="2358" y="1536"/>
                      <a:pt x="2307" y="916"/>
                    </a:cubicBezTo>
                    <a:cubicBezTo>
                      <a:pt x="2258" y="388"/>
                      <a:pt x="1828" y="1"/>
                      <a:pt x="13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42"/>
              <p:cNvSpPr/>
              <p:nvPr/>
            </p:nvSpPr>
            <p:spPr>
              <a:xfrm>
                <a:off x="4413134" y="3228796"/>
                <a:ext cx="58816" cy="444439"/>
              </a:xfrm>
              <a:custGeom>
                <a:rect b="b" l="l" r="r" t="t"/>
                <a:pathLst>
                  <a:path extrusionOk="0" h="6665" w="882">
                    <a:moveTo>
                      <a:pt x="554" y="1"/>
                    </a:moveTo>
                    <a:cubicBezTo>
                      <a:pt x="554" y="1"/>
                      <a:pt x="0" y="3896"/>
                      <a:pt x="133" y="6521"/>
                    </a:cubicBezTo>
                    <a:lnTo>
                      <a:pt x="718" y="6664"/>
                    </a:lnTo>
                    <a:cubicBezTo>
                      <a:pt x="718" y="6664"/>
                      <a:pt x="82" y="2000"/>
                      <a:pt x="882" y="32"/>
                    </a:cubicBezTo>
                    <a:lnTo>
                      <a:pt x="55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42"/>
              <p:cNvSpPr/>
              <p:nvPr/>
            </p:nvSpPr>
            <p:spPr>
              <a:xfrm>
                <a:off x="4445210" y="3270540"/>
                <a:ext cx="138171" cy="140833"/>
              </a:xfrm>
              <a:custGeom>
                <a:rect b="b" l="l" r="r" t="t"/>
                <a:pathLst>
                  <a:path extrusionOk="0" h="2112" w="2072">
                    <a:moveTo>
                      <a:pt x="2072" y="0"/>
                    </a:moveTo>
                    <a:lnTo>
                      <a:pt x="2072" y="0"/>
                    </a:lnTo>
                    <a:cubicBezTo>
                      <a:pt x="2072" y="0"/>
                      <a:pt x="339" y="287"/>
                      <a:pt x="1" y="2091"/>
                    </a:cubicBezTo>
                    <a:cubicBezTo>
                      <a:pt x="1" y="2091"/>
                      <a:pt x="71" y="2111"/>
                      <a:pt x="189" y="2111"/>
                    </a:cubicBezTo>
                    <a:cubicBezTo>
                      <a:pt x="581" y="2111"/>
                      <a:pt x="1496" y="1893"/>
                      <a:pt x="20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42"/>
              <p:cNvSpPr/>
              <p:nvPr/>
            </p:nvSpPr>
            <p:spPr>
              <a:xfrm>
                <a:off x="4407666" y="3485194"/>
                <a:ext cx="207190" cy="210583"/>
              </a:xfrm>
              <a:custGeom>
                <a:rect b="b" l="l" r="r" t="t"/>
                <a:pathLst>
                  <a:path extrusionOk="0" h="3158" w="3107">
                    <a:moveTo>
                      <a:pt x="3106" y="0"/>
                    </a:moveTo>
                    <a:cubicBezTo>
                      <a:pt x="3106" y="0"/>
                      <a:pt x="502" y="441"/>
                      <a:pt x="0" y="3127"/>
                    </a:cubicBezTo>
                    <a:cubicBezTo>
                      <a:pt x="0" y="3127"/>
                      <a:pt x="109" y="3158"/>
                      <a:pt x="289" y="3158"/>
                    </a:cubicBezTo>
                    <a:cubicBezTo>
                      <a:pt x="880" y="3158"/>
                      <a:pt x="2243" y="2827"/>
                      <a:pt x="31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42"/>
              <p:cNvSpPr/>
              <p:nvPr/>
            </p:nvSpPr>
            <p:spPr>
              <a:xfrm>
                <a:off x="4209414" y="3533673"/>
                <a:ext cx="157310" cy="169240"/>
              </a:xfrm>
              <a:custGeom>
                <a:rect b="b" l="l" r="r" t="t"/>
                <a:pathLst>
                  <a:path extrusionOk="0" h="2538" w="2359">
                    <a:moveTo>
                      <a:pt x="0" y="1"/>
                    </a:moveTo>
                    <a:lnTo>
                      <a:pt x="0" y="1"/>
                    </a:lnTo>
                    <a:cubicBezTo>
                      <a:pt x="660" y="2272"/>
                      <a:pt x="1694" y="2537"/>
                      <a:pt x="2141" y="2537"/>
                    </a:cubicBezTo>
                    <a:cubicBezTo>
                      <a:pt x="2276" y="2537"/>
                      <a:pt x="2358" y="2513"/>
                      <a:pt x="2358" y="2513"/>
                    </a:cubicBezTo>
                    <a:cubicBezTo>
                      <a:pt x="2153" y="1272"/>
                      <a:pt x="1220" y="278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42"/>
              <p:cNvSpPr/>
              <p:nvPr/>
            </p:nvSpPr>
            <p:spPr>
              <a:xfrm>
                <a:off x="4316709" y="3193921"/>
                <a:ext cx="154576" cy="158704"/>
              </a:xfrm>
              <a:custGeom>
                <a:rect b="b" l="l" r="r" t="t"/>
                <a:pathLst>
                  <a:path extrusionOk="0" h="2380" w="2318">
                    <a:moveTo>
                      <a:pt x="1" y="1"/>
                    </a:moveTo>
                    <a:cubicBezTo>
                      <a:pt x="1" y="1"/>
                      <a:pt x="21" y="1764"/>
                      <a:pt x="1743" y="2379"/>
                    </a:cubicBezTo>
                    <a:cubicBezTo>
                      <a:pt x="1743" y="2379"/>
                      <a:pt x="2318" y="1118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42"/>
              <p:cNvSpPr/>
              <p:nvPr/>
            </p:nvSpPr>
            <p:spPr>
              <a:xfrm>
                <a:off x="4409400" y="3106899"/>
                <a:ext cx="186318" cy="157037"/>
              </a:xfrm>
              <a:custGeom>
                <a:rect b="b" l="l" r="r" t="t"/>
                <a:pathLst>
                  <a:path extrusionOk="0" h="2355" w="2794">
                    <a:moveTo>
                      <a:pt x="1233" y="0"/>
                    </a:moveTo>
                    <a:cubicBezTo>
                      <a:pt x="628" y="0"/>
                      <a:pt x="115" y="466"/>
                      <a:pt x="66" y="1080"/>
                    </a:cubicBezTo>
                    <a:cubicBezTo>
                      <a:pt x="1" y="1819"/>
                      <a:pt x="603" y="2355"/>
                      <a:pt x="1244" y="2355"/>
                    </a:cubicBezTo>
                    <a:cubicBezTo>
                      <a:pt x="1501" y="2355"/>
                      <a:pt x="1765" y="2269"/>
                      <a:pt x="1994" y="2075"/>
                    </a:cubicBezTo>
                    <a:cubicBezTo>
                      <a:pt x="2793" y="1388"/>
                      <a:pt x="2363" y="86"/>
                      <a:pt x="1327" y="4"/>
                    </a:cubicBezTo>
                    <a:cubicBezTo>
                      <a:pt x="1296" y="1"/>
                      <a:pt x="1264" y="0"/>
                      <a:pt x="12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42"/>
              <p:cNvSpPr/>
              <p:nvPr/>
            </p:nvSpPr>
            <p:spPr>
              <a:xfrm>
                <a:off x="4433406" y="3130839"/>
                <a:ext cx="131503" cy="111026"/>
              </a:xfrm>
              <a:custGeom>
                <a:rect b="b" l="l" r="r" t="t"/>
                <a:pathLst>
                  <a:path extrusionOk="0" h="1665" w="1972">
                    <a:moveTo>
                      <a:pt x="862" y="0"/>
                    </a:moveTo>
                    <a:cubicBezTo>
                      <a:pt x="441" y="0"/>
                      <a:pt x="74" y="326"/>
                      <a:pt x="45" y="762"/>
                    </a:cubicBezTo>
                    <a:cubicBezTo>
                      <a:pt x="1" y="1289"/>
                      <a:pt x="427" y="1665"/>
                      <a:pt x="880" y="1665"/>
                    </a:cubicBezTo>
                    <a:cubicBezTo>
                      <a:pt x="1061" y="1665"/>
                      <a:pt x="1247" y="1605"/>
                      <a:pt x="1408" y="1470"/>
                    </a:cubicBezTo>
                    <a:cubicBezTo>
                      <a:pt x="1972" y="988"/>
                      <a:pt x="1675" y="65"/>
                      <a:pt x="937" y="4"/>
                    </a:cubicBezTo>
                    <a:cubicBezTo>
                      <a:pt x="912" y="2"/>
                      <a:pt x="887" y="0"/>
                      <a:pt x="8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42"/>
              <p:cNvSpPr/>
              <p:nvPr/>
            </p:nvSpPr>
            <p:spPr>
              <a:xfrm>
                <a:off x="4214882" y="3662239"/>
                <a:ext cx="320688" cy="66349"/>
              </a:xfrm>
              <a:custGeom>
                <a:rect b="b" l="l" r="r" t="t"/>
                <a:pathLst>
                  <a:path extrusionOk="0" h="995" w="4809">
                    <a:moveTo>
                      <a:pt x="0" y="0"/>
                    </a:moveTo>
                    <a:lnTo>
                      <a:pt x="0" y="995"/>
                    </a:lnTo>
                    <a:lnTo>
                      <a:pt x="4808" y="995"/>
                    </a:lnTo>
                    <a:lnTo>
                      <a:pt x="48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42"/>
              <p:cNvSpPr/>
              <p:nvPr/>
            </p:nvSpPr>
            <p:spPr>
              <a:xfrm>
                <a:off x="4239488" y="3728522"/>
                <a:ext cx="271475" cy="183244"/>
              </a:xfrm>
              <a:custGeom>
                <a:rect b="b" l="l" r="r" t="t"/>
                <a:pathLst>
                  <a:path extrusionOk="0" h="2748" w="4071">
                    <a:moveTo>
                      <a:pt x="0" y="1"/>
                    </a:moveTo>
                    <a:lnTo>
                      <a:pt x="0" y="1364"/>
                    </a:lnTo>
                    <a:cubicBezTo>
                      <a:pt x="0" y="2123"/>
                      <a:pt x="626" y="2748"/>
                      <a:pt x="1384" y="2748"/>
                    </a:cubicBezTo>
                    <a:lnTo>
                      <a:pt x="2686" y="2748"/>
                    </a:lnTo>
                    <a:cubicBezTo>
                      <a:pt x="3455" y="2748"/>
                      <a:pt x="4070" y="2123"/>
                      <a:pt x="4070" y="1364"/>
                    </a:cubicBezTo>
                    <a:lnTo>
                      <a:pt x="40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42"/>
              <p:cNvSpPr/>
              <p:nvPr/>
            </p:nvSpPr>
            <p:spPr>
              <a:xfrm>
                <a:off x="4468482" y="3137240"/>
                <a:ext cx="52014" cy="95023"/>
              </a:xfrm>
              <a:custGeom>
                <a:rect b="b" l="l" r="r" t="t"/>
                <a:pathLst>
                  <a:path extrusionOk="0" h="1425" w="780">
                    <a:moveTo>
                      <a:pt x="493" y="0"/>
                    </a:moveTo>
                    <a:lnTo>
                      <a:pt x="462" y="174"/>
                    </a:lnTo>
                    <a:cubicBezTo>
                      <a:pt x="454" y="174"/>
                      <a:pt x="446" y="174"/>
                      <a:pt x="439" y="174"/>
                    </a:cubicBezTo>
                    <a:cubicBezTo>
                      <a:pt x="295" y="174"/>
                      <a:pt x="173" y="264"/>
                      <a:pt x="144" y="400"/>
                    </a:cubicBezTo>
                    <a:cubicBezTo>
                      <a:pt x="124" y="554"/>
                      <a:pt x="216" y="646"/>
                      <a:pt x="380" y="748"/>
                    </a:cubicBezTo>
                    <a:cubicBezTo>
                      <a:pt x="493" y="820"/>
                      <a:pt x="554" y="892"/>
                      <a:pt x="534" y="984"/>
                    </a:cubicBezTo>
                    <a:cubicBezTo>
                      <a:pt x="508" y="1069"/>
                      <a:pt x="434" y="1125"/>
                      <a:pt x="351" y="1125"/>
                    </a:cubicBezTo>
                    <a:cubicBezTo>
                      <a:pt x="334" y="1125"/>
                      <a:pt x="316" y="1123"/>
                      <a:pt x="298" y="1117"/>
                    </a:cubicBezTo>
                    <a:cubicBezTo>
                      <a:pt x="206" y="1097"/>
                      <a:pt x="134" y="1056"/>
                      <a:pt x="62" y="994"/>
                    </a:cubicBezTo>
                    <a:lnTo>
                      <a:pt x="1" y="1107"/>
                    </a:lnTo>
                    <a:cubicBezTo>
                      <a:pt x="72" y="1169"/>
                      <a:pt x="154" y="1210"/>
                      <a:pt x="247" y="1230"/>
                    </a:cubicBezTo>
                    <a:lnTo>
                      <a:pt x="216" y="1405"/>
                    </a:lnTo>
                    <a:lnTo>
                      <a:pt x="329" y="1425"/>
                    </a:lnTo>
                    <a:lnTo>
                      <a:pt x="359" y="1251"/>
                    </a:lnTo>
                    <a:cubicBezTo>
                      <a:pt x="366" y="1251"/>
                      <a:pt x="373" y="1251"/>
                      <a:pt x="380" y="1251"/>
                    </a:cubicBezTo>
                    <a:cubicBezTo>
                      <a:pt x="526" y="1251"/>
                      <a:pt x="658" y="1151"/>
                      <a:pt x="687" y="1005"/>
                    </a:cubicBezTo>
                    <a:cubicBezTo>
                      <a:pt x="708" y="851"/>
                      <a:pt x="636" y="748"/>
                      <a:pt x="472" y="646"/>
                    </a:cubicBezTo>
                    <a:cubicBezTo>
                      <a:pt x="339" y="554"/>
                      <a:pt x="277" y="502"/>
                      <a:pt x="298" y="410"/>
                    </a:cubicBezTo>
                    <a:cubicBezTo>
                      <a:pt x="307" y="348"/>
                      <a:pt x="362" y="293"/>
                      <a:pt x="457" y="293"/>
                    </a:cubicBezTo>
                    <a:cubicBezTo>
                      <a:pt x="471" y="293"/>
                      <a:pt x="487" y="295"/>
                      <a:pt x="503" y="297"/>
                    </a:cubicBezTo>
                    <a:cubicBezTo>
                      <a:pt x="585" y="308"/>
                      <a:pt x="657" y="338"/>
                      <a:pt x="708" y="390"/>
                    </a:cubicBezTo>
                    <a:lnTo>
                      <a:pt x="780" y="287"/>
                    </a:lnTo>
                    <a:cubicBezTo>
                      <a:pt x="718" y="236"/>
                      <a:pt x="646" y="205"/>
                      <a:pt x="564" y="185"/>
                    </a:cubicBezTo>
                    <a:lnTo>
                      <a:pt x="595" y="21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42"/>
              <p:cNvSpPr/>
              <p:nvPr/>
            </p:nvSpPr>
            <p:spPr>
              <a:xfrm>
                <a:off x="4257227" y="3329222"/>
                <a:ext cx="113098" cy="98090"/>
              </a:xfrm>
              <a:custGeom>
                <a:rect b="b" l="l" r="r" t="t"/>
                <a:pathLst>
                  <a:path extrusionOk="0" h="1471" w="1696">
                    <a:moveTo>
                      <a:pt x="846" y="0"/>
                    </a:moveTo>
                    <a:cubicBezTo>
                      <a:pt x="730" y="0"/>
                      <a:pt x="610" y="29"/>
                      <a:pt x="493" y="94"/>
                    </a:cubicBezTo>
                    <a:cubicBezTo>
                      <a:pt x="134" y="289"/>
                      <a:pt x="1" y="730"/>
                      <a:pt x="196" y="1088"/>
                    </a:cubicBezTo>
                    <a:cubicBezTo>
                      <a:pt x="334" y="1347"/>
                      <a:pt x="586" y="1471"/>
                      <a:pt x="837" y="1471"/>
                    </a:cubicBezTo>
                    <a:cubicBezTo>
                      <a:pt x="1142" y="1471"/>
                      <a:pt x="1447" y="1288"/>
                      <a:pt x="1549" y="945"/>
                    </a:cubicBezTo>
                    <a:cubicBezTo>
                      <a:pt x="1696" y="447"/>
                      <a:pt x="1303" y="0"/>
                      <a:pt x="8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42"/>
              <p:cNvSpPr/>
              <p:nvPr/>
            </p:nvSpPr>
            <p:spPr>
              <a:xfrm>
                <a:off x="4290769" y="3334090"/>
                <a:ext cx="47213" cy="84153"/>
              </a:xfrm>
              <a:custGeom>
                <a:rect b="b" l="l" r="r" t="t"/>
                <a:pathLst>
                  <a:path extrusionOk="0" h="1262" w="708">
                    <a:moveTo>
                      <a:pt x="256" y="0"/>
                    </a:moveTo>
                    <a:lnTo>
                      <a:pt x="164" y="31"/>
                    </a:lnTo>
                    <a:lnTo>
                      <a:pt x="195" y="175"/>
                    </a:lnTo>
                    <a:cubicBezTo>
                      <a:pt x="72" y="216"/>
                      <a:pt x="0" y="349"/>
                      <a:pt x="31" y="472"/>
                    </a:cubicBezTo>
                    <a:cubicBezTo>
                      <a:pt x="62" y="605"/>
                      <a:pt x="174" y="657"/>
                      <a:pt x="338" y="677"/>
                    </a:cubicBezTo>
                    <a:cubicBezTo>
                      <a:pt x="461" y="698"/>
                      <a:pt x="533" y="728"/>
                      <a:pt x="554" y="810"/>
                    </a:cubicBezTo>
                    <a:cubicBezTo>
                      <a:pt x="574" y="903"/>
                      <a:pt x="513" y="974"/>
                      <a:pt x="410" y="1005"/>
                    </a:cubicBezTo>
                    <a:cubicBezTo>
                      <a:pt x="376" y="1009"/>
                      <a:pt x="344" y="1012"/>
                      <a:pt x="312" y="1012"/>
                    </a:cubicBezTo>
                    <a:cubicBezTo>
                      <a:pt x="267" y="1012"/>
                      <a:pt x="222" y="1007"/>
                      <a:pt x="174" y="995"/>
                    </a:cubicBezTo>
                    <a:lnTo>
                      <a:pt x="164" y="1097"/>
                    </a:lnTo>
                    <a:cubicBezTo>
                      <a:pt x="209" y="1114"/>
                      <a:pt x="254" y="1122"/>
                      <a:pt x="300" y="1122"/>
                    </a:cubicBezTo>
                    <a:cubicBezTo>
                      <a:pt x="336" y="1122"/>
                      <a:pt x="373" y="1117"/>
                      <a:pt x="410" y="1108"/>
                    </a:cubicBezTo>
                    <a:lnTo>
                      <a:pt x="451" y="1261"/>
                    </a:lnTo>
                    <a:lnTo>
                      <a:pt x="543" y="1241"/>
                    </a:lnTo>
                    <a:lnTo>
                      <a:pt x="502" y="1087"/>
                    </a:lnTo>
                    <a:cubicBezTo>
                      <a:pt x="636" y="1046"/>
                      <a:pt x="707" y="913"/>
                      <a:pt x="677" y="780"/>
                    </a:cubicBezTo>
                    <a:cubicBezTo>
                      <a:pt x="646" y="646"/>
                      <a:pt x="554" y="585"/>
                      <a:pt x="379" y="554"/>
                    </a:cubicBezTo>
                    <a:cubicBezTo>
                      <a:pt x="236" y="534"/>
                      <a:pt x="164" y="493"/>
                      <a:pt x="154" y="431"/>
                    </a:cubicBezTo>
                    <a:cubicBezTo>
                      <a:pt x="144" y="370"/>
                      <a:pt x="164" y="288"/>
                      <a:pt x="287" y="257"/>
                    </a:cubicBezTo>
                    <a:cubicBezTo>
                      <a:pt x="318" y="247"/>
                      <a:pt x="351" y="241"/>
                      <a:pt x="385" y="241"/>
                    </a:cubicBezTo>
                    <a:cubicBezTo>
                      <a:pt x="418" y="241"/>
                      <a:pt x="451" y="247"/>
                      <a:pt x="482" y="257"/>
                    </a:cubicBezTo>
                    <a:lnTo>
                      <a:pt x="502" y="154"/>
                    </a:lnTo>
                    <a:cubicBezTo>
                      <a:pt x="467" y="144"/>
                      <a:pt x="431" y="139"/>
                      <a:pt x="395" y="139"/>
                    </a:cubicBezTo>
                    <a:cubicBezTo>
                      <a:pt x="359" y="139"/>
                      <a:pt x="323" y="144"/>
                      <a:pt x="287" y="154"/>
                    </a:cubicBezTo>
                    <a:lnTo>
                      <a:pt x="2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42"/>
              <p:cNvSpPr/>
              <p:nvPr/>
            </p:nvSpPr>
            <p:spPr>
              <a:xfrm>
                <a:off x="3715817" y="2780351"/>
                <a:ext cx="434853" cy="961895"/>
              </a:xfrm>
              <a:custGeom>
                <a:rect b="b" l="l" r="r" t="t"/>
                <a:pathLst>
                  <a:path extrusionOk="0" h="14425" w="6521">
                    <a:moveTo>
                      <a:pt x="1" y="1"/>
                    </a:moveTo>
                    <a:lnTo>
                      <a:pt x="1128" y="14425"/>
                    </a:lnTo>
                    <a:lnTo>
                      <a:pt x="2912" y="14425"/>
                    </a:lnTo>
                    <a:lnTo>
                      <a:pt x="2912" y="6223"/>
                    </a:lnTo>
                    <a:lnTo>
                      <a:pt x="4593" y="14425"/>
                    </a:lnTo>
                    <a:lnTo>
                      <a:pt x="6521" y="14425"/>
                    </a:lnTo>
                    <a:lnTo>
                      <a:pt x="5495" y="6193"/>
                    </a:lnTo>
                    <a:lnTo>
                      <a:pt x="48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42"/>
              <p:cNvSpPr/>
              <p:nvPr/>
            </p:nvSpPr>
            <p:spPr>
              <a:xfrm>
                <a:off x="1208367" y="1354379"/>
                <a:ext cx="132625" cy="178057"/>
              </a:xfrm>
              <a:custGeom>
                <a:rect b="b" l="l" r="r" t="t"/>
                <a:pathLst>
                  <a:path extrusionOk="0" h="2328" w="1734">
                    <a:moveTo>
                      <a:pt x="872" y="0"/>
                    </a:moveTo>
                    <a:lnTo>
                      <a:pt x="636" y="913"/>
                    </a:lnTo>
                    <a:lnTo>
                      <a:pt x="1" y="1159"/>
                    </a:lnTo>
                    <a:lnTo>
                      <a:pt x="616" y="1395"/>
                    </a:lnTo>
                    <a:lnTo>
                      <a:pt x="862" y="2328"/>
                    </a:lnTo>
                    <a:lnTo>
                      <a:pt x="1098" y="1405"/>
                    </a:lnTo>
                    <a:lnTo>
                      <a:pt x="1733" y="1169"/>
                    </a:lnTo>
                    <a:lnTo>
                      <a:pt x="1118" y="933"/>
                    </a:lnTo>
                    <a:lnTo>
                      <a:pt x="872" y="0"/>
                    </a:lnTo>
                    <a:close/>
                  </a:path>
                </a:pathLst>
              </a:custGeom>
              <a:solidFill>
                <a:srgbClr val="FFB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42"/>
              <p:cNvSpPr/>
              <p:nvPr/>
            </p:nvSpPr>
            <p:spPr>
              <a:xfrm>
                <a:off x="457198" y="2547788"/>
                <a:ext cx="133390" cy="177216"/>
              </a:xfrm>
              <a:custGeom>
                <a:rect b="b" l="l" r="r" t="t"/>
                <a:pathLst>
                  <a:path extrusionOk="0" h="2317" w="1744">
                    <a:moveTo>
                      <a:pt x="882" y="0"/>
                    </a:moveTo>
                    <a:lnTo>
                      <a:pt x="647" y="913"/>
                    </a:lnTo>
                    <a:lnTo>
                      <a:pt x="1" y="1148"/>
                    </a:lnTo>
                    <a:lnTo>
                      <a:pt x="626" y="1384"/>
                    </a:lnTo>
                    <a:lnTo>
                      <a:pt x="862" y="2317"/>
                    </a:lnTo>
                    <a:lnTo>
                      <a:pt x="1098" y="1405"/>
                    </a:lnTo>
                    <a:lnTo>
                      <a:pt x="1744" y="1169"/>
                    </a:lnTo>
                    <a:lnTo>
                      <a:pt x="1118" y="933"/>
                    </a:ln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B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42"/>
              <p:cNvSpPr/>
              <p:nvPr/>
            </p:nvSpPr>
            <p:spPr>
              <a:xfrm>
                <a:off x="3985286" y="740196"/>
                <a:ext cx="275346" cy="427398"/>
              </a:xfrm>
              <a:custGeom>
                <a:rect b="b" l="l" r="r" t="t"/>
                <a:pathLst>
                  <a:path extrusionOk="0" h="5588" w="3600">
                    <a:moveTo>
                      <a:pt x="1559" y="0"/>
                    </a:moveTo>
                    <a:cubicBezTo>
                      <a:pt x="1467" y="0"/>
                      <a:pt x="1385" y="72"/>
                      <a:pt x="1385" y="164"/>
                    </a:cubicBezTo>
                    <a:lnTo>
                      <a:pt x="1385" y="584"/>
                    </a:lnTo>
                    <a:cubicBezTo>
                      <a:pt x="1211" y="615"/>
                      <a:pt x="1047" y="666"/>
                      <a:pt x="883" y="748"/>
                    </a:cubicBezTo>
                    <a:cubicBezTo>
                      <a:pt x="739" y="810"/>
                      <a:pt x="606" y="902"/>
                      <a:pt x="493" y="1015"/>
                    </a:cubicBezTo>
                    <a:cubicBezTo>
                      <a:pt x="380" y="1128"/>
                      <a:pt x="298" y="1251"/>
                      <a:pt x="237" y="1384"/>
                    </a:cubicBezTo>
                    <a:cubicBezTo>
                      <a:pt x="165" y="1528"/>
                      <a:pt x="134" y="1681"/>
                      <a:pt x="134" y="1835"/>
                    </a:cubicBezTo>
                    <a:cubicBezTo>
                      <a:pt x="134" y="1999"/>
                      <a:pt x="155" y="2163"/>
                      <a:pt x="216" y="2317"/>
                    </a:cubicBezTo>
                    <a:cubicBezTo>
                      <a:pt x="257" y="2450"/>
                      <a:pt x="339" y="2563"/>
                      <a:pt x="431" y="2665"/>
                    </a:cubicBezTo>
                    <a:cubicBezTo>
                      <a:pt x="544" y="2768"/>
                      <a:pt x="678" y="2850"/>
                      <a:pt x="821" y="2922"/>
                    </a:cubicBezTo>
                    <a:cubicBezTo>
                      <a:pt x="995" y="2993"/>
                      <a:pt x="1180" y="3055"/>
                      <a:pt x="1364" y="3096"/>
                    </a:cubicBezTo>
                    <a:cubicBezTo>
                      <a:pt x="1590" y="3147"/>
                      <a:pt x="1795" y="3199"/>
                      <a:pt x="1969" y="3240"/>
                    </a:cubicBezTo>
                    <a:cubicBezTo>
                      <a:pt x="2113" y="3270"/>
                      <a:pt x="2256" y="3301"/>
                      <a:pt x="2400" y="3352"/>
                    </a:cubicBezTo>
                    <a:cubicBezTo>
                      <a:pt x="2502" y="3383"/>
                      <a:pt x="2595" y="3434"/>
                      <a:pt x="2666" y="3506"/>
                    </a:cubicBezTo>
                    <a:cubicBezTo>
                      <a:pt x="2728" y="3568"/>
                      <a:pt x="2759" y="3639"/>
                      <a:pt x="2759" y="3732"/>
                    </a:cubicBezTo>
                    <a:cubicBezTo>
                      <a:pt x="2759" y="3814"/>
                      <a:pt x="2728" y="3896"/>
                      <a:pt x="2677" y="3967"/>
                    </a:cubicBezTo>
                    <a:cubicBezTo>
                      <a:pt x="2615" y="4029"/>
                      <a:pt x="2543" y="4090"/>
                      <a:pt x="2461" y="4131"/>
                    </a:cubicBezTo>
                    <a:cubicBezTo>
                      <a:pt x="2369" y="4172"/>
                      <a:pt x="2266" y="4203"/>
                      <a:pt x="2154" y="4224"/>
                    </a:cubicBezTo>
                    <a:cubicBezTo>
                      <a:pt x="2041" y="4244"/>
                      <a:pt x="1918" y="4254"/>
                      <a:pt x="1795" y="4254"/>
                    </a:cubicBezTo>
                    <a:cubicBezTo>
                      <a:pt x="1662" y="4254"/>
                      <a:pt x="1528" y="4234"/>
                      <a:pt x="1405" y="4213"/>
                    </a:cubicBezTo>
                    <a:cubicBezTo>
                      <a:pt x="1313" y="4183"/>
                      <a:pt x="1221" y="4152"/>
                      <a:pt x="1139" y="4111"/>
                    </a:cubicBezTo>
                    <a:cubicBezTo>
                      <a:pt x="1077" y="4070"/>
                      <a:pt x="1016" y="4019"/>
                      <a:pt x="975" y="3967"/>
                    </a:cubicBezTo>
                    <a:cubicBezTo>
                      <a:pt x="934" y="3916"/>
                      <a:pt x="893" y="3855"/>
                      <a:pt x="862" y="3803"/>
                    </a:cubicBezTo>
                    <a:cubicBezTo>
                      <a:pt x="842" y="3752"/>
                      <a:pt x="811" y="3721"/>
                      <a:pt x="770" y="3691"/>
                    </a:cubicBezTo>
                    <a:cubicBezTo>
                      <a:pt x="719" y="3660"/>
                      <a:pt x="667" y="3650"/>
                      <a:pt x="616" y="3650"/>
                    </a:cubicBezTo>
                    <a:lnTo>
                      <a:pt x="175" y="3650"/>
                    </a:lnTo>
                    <a:cubicBezTo>
                      <a:pt x="134" y="3650"/>
                      <a:pt x="83" y="3670"/>
                      <a:pt x="52" y="3701"/>
                    </a:cubicBezTo>
                    <a:cubicBezTo>
                      <a:pt x="21" y="3732"/>
                      <a:pt x="1" y="3773"/>
                      <a:pt x="11" y="3824"/>
                    </a:cubicBezTo>
                    <a:cubicBezTo>
                      <a:pt x="11" y="3967"/>
                      <a:pt x="62" y="4121"/>
                      <a:pt x="134" y="4254"/>
                    </a:cubicBezTo>
                    <a:cubicBezTo>
                      <a:pt x="216" y="4388"/>
                      <a:pt x="308" y="4500"/>
                      <a:pt x="431" y="4593"/>
                    </a:cubicBezTo>
                    <a:cubicBezTo>
                      <a:pt x="565" y="4705"/>
                      <a:pt x="708" y="4787"/>
                      <a:pt x="862" y="4849"/>
                    </a:cubicBezTo>
                    <a:cubicBezTo>
                      <a:pt x="1026" y="4921"/>
                      <a:pt x="1200" y="4972"/>
                      <a:pt x="1385" y="5003"/>
                    </a:cubicBezTo>
                    <a:lnTo>
                      <a:pt x="1385" y="5423"/>
                    </a:lnTo>
                    <a:cubicBezTo>
                      <a:pt x="1385" y="5464"/>
                      <a:pt x="1405" y="5505"/>
                      <a:pt x="1436" y="5536"/>
                    </a:cubicBezTo>
                    <a:cubicBezTo>
                      <a:pt x="1467" y="5567"/>
                      <a:pt x="1508" y="5587"/>
                      <a:pt x="1549" y="5587"/>
                    </a:cubicBezTo>
                    <a:lnTo>
                      <a:pt x="2061" y="5587"/>
                    </a:lnTo>
                    <a:cubicBezTo>
                      <a:pt x="2143" y="5587"/>
                      <a:pt x="2225" y="5515"/>
                      <a:pt x="2225" y="5423"/>
                    </a:cubicBezTo>
                    <a:lnTo>
                      <a:pt x="2225" y="5003"/>
                    </a:lnTo>
                    <a:cubicBezTo>
                      <a:pt x="2420" y="4972"/>
                      <a:pt x="2615" y="4921"/>
                      <a:pt x="2800" y="4849"/>
                    </a:cubicBezTo>
                    <a:cubicBezTo>
                      <a:pt x="2964" y="4777"/>
                      <a:pt x="3107" y="4685"/>
                      <a:pt x="3230" y="4562"/>
                    </a:cubicBezTo>
                    <a:cubicBezTo>
                      <a:pt x="3353" y="4459"/>
                      <a:pt x="3445" y="4326"/>
                      <a:pt x="3507" y="4183"/>
                    </a:cubicBezTo>
                    <a:cubicBezTo>
                      <a:pt x="3568" y="4039"/>
                      <a:pt x="3599" y="3885"/>
                      <a:pt x="3599" y="3721"/>
                    </a:cubicBezTo>
                    <a:cubicBezTo>
                      <a:pt x="3599" y="3568"/>
                      <a:pt x="3579" y="3414"/>
                      <a:pt x="3527" y="3270"/>
                    </a:cubicBezTo>
                    <a:cubicBezTo>
                      <a:pt x="3476" y="3137"/>
                      <a:pt x="3394" y="3014"/>
                      <a:pt x="3292" y="2922"/>
                    </a:cubicBezTo>
                    <a:cubicBezTo>
                      <a:pt x="3169" y="2809"/>
                      <a:pt x="3025" y="2727"/>
                      <a:pt x="2871" y="2665"/>
                    </a:cubicBezTo>
                    <a:cubicBezTo>
                      <a:pt x="2666" y="2583"/>
                      <a:pt x="2451" y="2522"/>
                      <a:pt x="2236" y="2471"/>
                    </a:cubicBezTo>
                    <a:cubicBezTo>
                      <a:pt x="2010" y="2430"/>
                      <a:pt x="1815" y="2378"/>
                      <a:pt x="1651" y="2348"/>
                    </a:cubicBezTo>
                    <a:cubicBezTo>
                      <a:pt x="1518" y="2317"/>
                      <a:pt x="1385" y="2276"/>
                      <a:pt x="1262" y="2214"/>
                    </a:cubicBezTo>
                    <a:cubicBezTo>
                      <a:pt x="1180" y="2184"/>
                      <a:pt x="1098" y="2132"/>
                      <a:pt x="1047" y="2061"/>
                    </a:cubicBezTo>
                    <a:cubicBezTo>
                      <a:pt x="954" y="1927"/>
                      <a:pt x="954" y="1753"/>
                      <a:pt x="1036" y="1620"/>
                    </a:cubicBezTo>
                    <a:cubicBezTo>
                      <a:pt x="1077" y="1558"/>
                      <a:pt x="1139" y="1497"/>
                      <a:pt x="1211" y="1466"/>
                    </a:cubicBezTo>
                    <a:cubicBezTo>
                      <a:pt x="1293" y="1415"/>
                      <a:pt x="1375" y="1384"/>
                      <a:pt x="1467" y="1363"/>
                    </a:cubicBezTo>
                    <a:cubicBezTo>
                      <a:pt x="1544" y="1340"/>
                      <a:pt x="1621" y="1329"/>
                      <a:pt x="1698" y="1329"/>
                    </a:cubicBezTo>
                    <a:cubicBezTo>
                      <a:pt x="1723" y="1329"/>
                      <a:pt x="1749" y="1330"/>
                      <a:pt x="1774" y="1333"/>
                    </a:cubicBezTo>
                    <a:cubicBezTo>
                      <a:pt x="1807" y="1329"/>
                      <a:pt x="1840" y="1328"/>
                      <a:pt x="1873" y="1328"/>
                    </a:cubicBezTo>
                    <a:cubicBezTo>
                      <a:pt x="2034" y="1328"/>
                      <a:pt x="2193" y="1369"/>
                      <a:pt x="2338" y="1446"/>
                    </a:cubicBezTo>
                    <a:cubicBezTo>
                      <a:pt x="2451" y="1507"/>
                      <a:pt x="2543" y="1599"/>
                      <a:pt x="2615" y="1712"/>
                    </a:cubicBezTo>
                    <a:cubicBezTo>
                      <a:pt x="2646" y="1753"/>
                      <a:pt x="2677" y="1794"/>
                      <a:pt x="2718" y="1825"/>
                    </a:cubicBezTo>
                    <a:cubicBezTo>
                      <a:pt x="2759" y="1856"/>
                      <a:pt x="2820" y="1866"/>
                      <a:pt x="2871" y="1866"/>
                    </a:cubicBezTo>
                    <a:lnTo>
                      <a:pt x="3312" y="1866"/>
                    </a:lnTo>
                    <a:cubicBezTo>
                      <a:pt x="3353" y="1866"/>
                      <a:pt x="3394" y="1845"/>
                      <a:pt x="3425" y="1815"/>
                    </a:cubicBezTo>
                    <a:cubicBezTo>
                      <a:pt x="3466" y="1784"/>
                      <a:pt x="3476" y="1743"/>
                      <a:pt x="3476" y="1692"/>
                    </a:cubicBezTo>
                    <a:cubicBezTo>
                      <a:pt x="3466" y="1579"/>
                      <a:pt x="3435" y="1476"/>
                      <a:pt x="3384" y="1374"/>
                    </a:cubicBezTo>
                    <a:cubicBezTo>
                      <a:pt x="3322" y="1251"/>
                      <a:pt x="3240" y="1138"/>
                      <a:pt x="3148" y="1046"/>
                    </a:cubicBezTo>
                    <a:cubicBezTo>
                      <a:pt x="3035" y="933"/>
                      <a:pt x="2902" y="841"/>
                      <a:pt x="2759" y="769"/>
                    </a:cubicBezTo>
                    <a:cubicBezTo>
                      <a:pt x="2595" y="687"/>
                      <a:pt x="2410" y="625"/>
                      <a:pt x="2225" y="595"/>
                    </a:cubicBezTo>
                    <a:lnTo>
                      <a:pt x="2225" y="164"/>
                    </a:lnTo>
                    <a:cubicBezTo>
                      <a:pt x="2225" y="123"/>
                      <a:pt x="2205" y="72"/>
                      <a:pt x="2174" y="51"/>
                    </a:cubicBezTo>
                    <a:cubicBezTo>
                      <a:pt x="2143" y="10"/>
                      <a:pt x="2102" y="0"/>
                      <a:pt x="2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2"/>
              <p:cNvSpPr/>
              <p:nvPr/>
            </p:nvSpPr>
            <p:spPr>
              <a:xfrm>
                <a:off x="1872864" y="1451368"/>
                <a:ext cx="153735" cy="240775"/>
              </a:xfrm>
              <a:custGeom>
                <a:rect b="b" l="l" r="r" t="t"/>
                <a:pathLst>
                  <a:path extrusionOk="0" h="3148" w="2010">
                    <a:moveTo>
                      <a:pt x="862" y="1"/>
                    </a:moveTo>
                    <a:cubicBezTo>
                      <a:pt x="841" y="1"/>
                      <a:pt x="821" y="11"/>
                      <a:pt x="800" y="31"/>
                    </a:cubicBezTo>
                    <a:cubicBezTo>
                      <a:pt x="780" y="52"/>
                      <a:pt x="769" y="72"/>
                      <a:pt x="769" y="93"/>
                    </a:cubicBezTo>
                    <a:lnTo>
                      <a:pt x="769" y="339"/>
                    </a:lnTo>
                    <a:cubicBezTo>
                      <a:pt x="677" y="349"/>
                      <a:pt x="575" y="380"/>
                      <a:pt x="493" y="421"/>
                    </a:cubicBezTo>
                    <a:cubicBezTo>
                      <a:pt x="411" y="462"/>
                      <a:pt x="329" y="513"/>
                      <a:pt x="267" y="575"/>
                    </a:cubicBezTo>
                    <a:cubicBezTo>
                      <a:pt x="206" y="636"/>
                      <a:pt x="154" y="708"/>
                      <a:pt x="124" y="780"/>
                    </a:cubicBezTo>
                    <a:cubicBezTo>
                      <a:pt x="83" y="862"/>
                      <a:pt x="72" y="954"/>
                      <a:pt x="72" y="1036"/>
                    </a:cubicBezTo>
                    <a:cubicBezTo>
                      <a:pt x="72" y="1128"/>
                      <a:pt x="83" y="1220"/>
                      <a:pt x="113" y="1313"/>
                    </a:cubicBezTo>
                    <a:cubicBezTo>
                      <a:pt x="144" y="1384"/>
                      <a:pt x="185" y="1456"/>
                      <a:pt x="236" y="1507"/>
                    </a:cubicBezTo>
                    <a:cubicBezTo>
                      <a:pt x="298" y="1569"/>
                      <a:pt x="380" y="1610"/>
                      <a:pt x="452" y="1651"/>
                    </a:cubicBezTo>
                    <a:cubicBezTo>
                      <a:pt x="554" y="1692"/>
                      <a:pt x="657" y="1723"/>
                      <a:pt x="759" y="1743"/>
                    </a:cubicBezTo>
                    <a:cubicBezTo>
                      <a:pt x="892" y="1774"/>
                      <a:pt x="1005" y="1805"/>
                      <a:pt x="1097" y="1825"/>
                    </a:cubicBezTo>
                    <a:cubicBezTo>
                      <a:pt x="1180" y="1846"/>
                      <a:pt x="1262" y="1866"/>
                      <a:pt x="1344" y="1897"/>
                    </a:cubicBezTo>
                    <a:cubicBezTo>
                      <a:pt x="1405" y="1907"/>
                      <a:pt x="1446" y="1938"/>
                      <a:pt x="1497" y="1979"/>
                    </a:cubicBezTo>
                    <a:cubicBezTo>
                      <a:pt x="1528" y="2010"/>
                      <a:pt x="1549" y="2061"/>
                      <a:pt x="1538" y="2102"/>
                    </a:cubicBezTo>
                    <a:cubicBezTo>
                      <a:pt x="1538" y="2153"/>
                      <a:pt x="1528" y="2194"/>
                      <a:pt x="1497" y="2235"/>
                    </a:cubicBezTo>
                    <a:cubicBezTo>
                      <a:pt x="1467" y="2276"/>
                      <a:pt x="1426" y="2307"/>
                      <a:pt x="1374" y="2328"/>
                    </a:cubicBezTo>
                    <a:cubicBezTo>
                      <a:pt x="1323" y="2348"/>
                      <a:pt x="1272" y="2369"/>
                      <a:pt x="1210" y="2379"/>
                    </a:cubicBezTo>
                    <a:cubicBezTo>
                      <a:pt x="1138" y="2389"/>
                      <a:pt x="1077" y="2389"/>
                      <a:pt x="1005" y="2389"/>
                    </a:cubicBezTo>
                    <a:cubicBezTo>
                      <a:pt x="986" y="2392"/>
                      <a:pt x="966" y="2393"/>
                      <a:pt x="946" y="2393"/>
                    </a:cubicBezTo>
                    <a:cubicBezTo>
                      <a:pt x="890" y="2393"/>
                      <a:pt x="832" y="2384"/>
                      <a:pt x="780" y="2369"/>
                    </a:cubicBezTo>
                    <a:cubicBezTo>
                      <a:pt x="728" y="2358"/>
                      <a:pt x="677" y="2338"/>
                      <a:pt x="636" y="2317"/>
                    </a:cubicBezTo>
                    <a:cubicBezTo>
                      <a:pt x="595" y="2297"/>
                      <a:pt x="564" y="2266"/>
                      <a:pt x="544" y="2235"/>
                    </a:cubicBezTo>
                    <a:cubicBezTo>
                      <a:pt x="523" y="2205"/>
                      <a:pt x="503" y="2174"/>
                      <a:pt x="482" y="2143"/>
                    </a:cubicBezTo>
                    <a:cubicBezTo>
                      <a:pt x="472" y="2112"/>
                      <a:pt x="452" y="2092"/>
                      <a:pt x="431" y="2082"/>
                    </a:cubicBezTo>
                    <a:cubicBezTo>
                      <a:pt x="400" y="2061"/>
                      <a:pt x="370" y="2061"/>
                      <a:pt x="339" y="2061"/>
                    </a:cubicBezTo>
                    <a:lnTo>
                      <a:pt x="93" y="2061"/>
                    </a:lnTo>
                    <a:cubicBezTo>
                      <a:pt x="72" y="2061"/>
                      <a:pt x="42" y="2071"/>
                      <a:pt x="31" y="2082"/>
                    </a:cubicBezTo>
                    <a:cubicBezTo>
                      <a:pt x="11" y="2102"/>
                      <a:pt x="1" y="2123"/>
                      <a:pt x="1" y="2153"/>
                    </a:cubicBezTo>
                    <a:cubicBezTo>
                      <a:pt x="1" y="2235"/>
                      <a:pt x="31" y="2317"/>
                      <a:pt x="72" y="2399"/>
                    </a:cubicBezTo>
                    <a:cubicBezTo>
                      <a:pt x="113" y="2471"/>
                      <a:pt x="165" y="2533"/>
                      <a:pt x="236" y="2594"/>
                    </a:cubicBezTo>
                    <a:cubicBezTo>
                      <a:pt x="308" y="2645"/>
                      <a:pt x="390" y="2697"/>
                      <a:pt x="482" y="2727"/>
                    </a:cubicBezTo>
                    <a:cubicBezTo>
                      <a:pt x="575" y="2768"/>
                      <a:pt x="667" y="2799"/>
                      <a:pt x="769" y="2809"/>
                    </a:cubicBezTo>
                    <a:lnTo>
                      <a:pt x="769" y="3055"/>
                    </a:lnTo>
                    <a:cubicBezTo>
                      <a:pt x="769" y="3076"/>
                      <a:pt x="780" y="3096"/>
                      <a:pt x="800" y="3117"/>
                    </a:cubicBezTo>
                    <a:cubicBezTo>
                      <a:pt x="821" y="3137"/>
                      <a:pt x="841" y="3148"/>
                      <a:pt x="862" y="3148"/>
                    </a:cubicBezTo>
                    <a:lnTo>
                      <a:pt x="1149" y="3148"/>
                    </a:lnTo>
                    <a:cubicBezTo>
                      <a:pt x="1169" y="3148"/>
                      <a:pt x="1200" y="3137"/>
                      <a:pt x="1210" y="3117"/>
                    </a:cubicBezTo>
                    <a:cubicBezTo>
                      <a:pt x="1231" y="3096"/>
                      <a:pt x="1241" y="3076"/>
                      <a:pt x="1241" y="3055"/>
                    </a:cubicBezTo>
                    <a:lnTo>
                      <a:pt x="1241" y="2820"/>
                    </a:lnTo>
                    <a:cubicBezTo>
                      <a:pt x="1354" y="2799"/>
                      <a:pt x="1467" y="2768"/>
                      <a:pt x="1569" y="2727"/>
                    </a:cubicBezTo>
                    <a:cubicBezTo>
                      <a:pt x="1651" y="2686"/>
                      <a:pt x="1733" y="2635"/>
                      <a:pt x="1805" y="2574"/>
                    </a:cubicBezTo>
                    <a:cubicBezTo>
                      <a:pt x="1877" y="2512"/>
                      <a:pt x="1928" y="2440"/>
                      <a:pt x="1959" y="2358"/>
                    </a:cubicBezTo>
                    <a:cubicBezTo>
                      <a:pt x="2000" y="2276"/>
                      <a:pt x="2010" y="2194"/>
                      <a:pt x="2010" y="2102"/>
                    </a:cubicBezTo>
                    <a:cubicBezTo>
                      <a:pt x="2010" y="2020"/>
                      <a:pt x="2000" y="1928"/>
                      <a:pt x="1969" y="1846"/>
                    </a:cubicBezTo>
                    <a:cubicBezTo>
                      <a:pt x="1948" y="1774"/>
                      <a:pt x="1907" y="1702"/>
                      <a:pt x="1846" y="1651"/>
                    </a:cubicBezTo>
                    <a:cubicBezTo>
                      <a:pt x="1774" y="1589"/>
                      <a:pt x="1692" y="1538"/>
                      <a:pt x="1610" y="1507"/>
                    </a:cubicBezTo>
                    <a:cubicBezTo>
                      <a:pt x="1497" y="1456"/>
                      <a:pt x="1374" y="1425"/>
                      <a:pt x="1251" y="1395"/>
                    </a:cubicBezTo>
                    <a:lnTo>
                      <a:pt x="923" y="1323"/>
                    </a:lnTo>
                    <a:cubicBezTo>
                      <a:pt x="851" y="1302"/>
                      <a:pt x="780" y="1282"/>
                      <a:pt x="708" y="1251"/>
                    </a:cubicBezTo>
                    <a:cubicBezTo>
                      <a:pt x="657" y="1241"/>
                      <a:pt x="616" y="1210"/>
                      <a:pt x="585" y="1169"/>
                    </a:cubicBezTo>
                    <a:cubicBezTo>
                      <a:pt x="534" y="1087"/>
                      <a:pt x="534" y="995"/>
                      <a:pt x="585" y="923"/>
                    </a:cubicBezTo>
                    <a:cubicBezTo>
                      <a:pt x="605" y="882"/>
                      <a:pt x="636" y="851"/>
                      <a:pt x="677" y="831"/>
                    </a:cubicBezTo>
                    <a:cubicBezTo>
                      <a:pt x="718" y="800"/>
                      <a:pt x="769" y="780"/>
                      <a:pt x="821" y="769"/>
                    </a:cubicBezTo>
                    <a:cubicBezTo>
                      <a:pt x="857" y="762"/>
                      <a:pt x="898" y="755"/>
                      <a:pt x="941" y="755"/>
                    </a:cubicBezTo>
                    <a:cubicBezTo>
                      <a:pt x="959" y="755"/>
                      <a:pt x="977" y="756"/>
                      <a:pt x="995" y="759"/>
                    </a:cubicBezTo>
                    <a:cubicBezTo>
                      <a:pt x="1012" y="757"/>
                      <a:pt x="1029" y="757"/>
                      <a:pt x="1047" y="757"/>
                    </a:cubicBezTo>
                    <a:cubicBezTo>
                      <a:pt x="1135" y="757"/>
                      <a:pt x="1227" y="778"/>
                      <a:pt x="1313" y="821"/>
                    </a:cubicBezTo>
                    <a:cubicBezTo>
                      <a:pt x="1374" y="851"/>
                      <a:pt x="1426" y="913"/>
                      <a:pt x="1467" y="974"/>
                    </a:cubicBezTo>
                    <a:cubicBezTo>
                      <a:pt x="1477" y="995"/>
                      <a:pt x="1497" y="1015"/>
                      <a:pt x="1518" y="1036"/>
                    </a:cubicBezTo>
                    <a:cubicBezTo>
                      <a:pt x="1549" y="1046"/>
                      <a:pt x="1579" y="1056"/>
                      <a:pt x="1610" y="1056"/>
                    </a:cubicBezTo>
                    <a:lnTo>
                      <a:pt x="1856" y="1056"/>
                    </a:lnTo>
                    <a:cubicBezTo>
                      <a:pt x="1877" y="1056"/>
                      <a:pt x="1897" y="1046"/>
                      <a:pt x="1918" y="1026"/>
                    </a:cubicBezTo>
                    <a:cubicBezTo>
                      <a:pt x="1938" y="1015"/>
                      <a:pt x="1948" y="985"/>
                      <a:pt x="1948" y="964"/>
                    </a:cubicBezTo>
                    <a:cubicBezTo>
                      <a:pt x="1938" y="903"/>
                      <a:pt x="1918" y="841"/>
                      <a:pt x="1897" y="780"/>
                    </a:cubicBezTo>
                    <a:cubicBezTo>
                      <a:pt x="1866" y="718"/>
                      <a:pt x="1815" y="646"/>
                      <a:pt x="1764" y="595"/>
                    </a:cubicBezTo>
                    <a:cubicBezTo>
                      <a:pt x="1702" y="534"/>
                      <a:pt x="1631" y="482"/>
                      <a:pt x="1549" y="441"/>
                    </a:cubicBezTo>
                    <a:cubicBezTo>
                      <a:pt x="1456" y="390"/>
                      <a:pt x="1354" y="359"/>
                      <a:pt x="1251" y="339"/>
                    </a:cubicBezTo>
                    <a:lnTo>
                      <a:pt x="1241" y="93"/>
                    </a:lnTo>
                    <a:cubicBezTo>
                      <a:pt x="1241" y="72"/>
                      <a:pt x="1231" y="52"/>
                      <a:pt x="1210" y="31"/>
                    </a:cubicBezTo>
                    <a:cubicBezTo>
                      <a:pt x="1200" y="11"/>
                      <a:pt x="1169" y="1"/>
                      <a:pt x="11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3"/>
          <p:cNvSpPr txBox="1"/>
          <p:nvPr>
            <p:ph idx="1" type="subTitle"/>
          </p:nvPr>
        </p:nvSpPr>
        <p:spPr>
          <a:xfrm>
            <a:off x="271675" y="3120750"/>
            <a:ext cx="1217400" cy="30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</a:t>
            </a:r>
            <a:endParaRPr/>
          </a:p>
        </p:txBody>
      </p:sp>
      <p:sp>
        <p:nvSpPr>
          <p:cNvPr id="1039" name="Google Shape;1039;p43"/>
          <p:cNvSpPr txBox="1"/>
          <p:nvPr>
            <p:ph idx="1" type="subTitle"/>
          </p:nvPr>
        </p:nvSpPr>
        <p:spPr>
          <a:xfrm>
            <a:off x="271675" y="3413150"/>
            <a:ext cx="41694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76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Outlining </a:t>
            </a:r>
            <a:r>
              <a:rPr lang="en" sz="1200"/>
              <a:t>the </a:t>
            </a:r>
            <a:r>
              <a:rPr b="1" lang="en" sz="1200"/>
              <a:t>total outstanding loan amounts</a:t>
            </a:r>
            <a:r>
              <a:rPr lang="en" sz="1200"/>
              <a:t>,</a:t>
            </a:r>
            <a:endParaRPr sz="1200"/>
          </a:p>
          <a:p>
            <a:pPr indent="-2476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Highlighting </a:t>
            </a:r>
            <a:r>
              <a:rPr b="1" lang="en" sz="1200"/>
              <a:t>key risk metrics</a:t>
            </a:r>
            <a:r>
              <a:rPr lang="en" sz="1200"/>
              <a:t>, and </a:t>
            </a:r>
            <a:endParaRPr sz="1200"/>
          </a:p>
          <a:p>
            <a:pPr indent="-2476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Examining both </a:t>
            </a:r>
            <a:r>
              <a:rPr b="1" lang="en" sz="1200"/>
              <a:t>loan characteristics </a:t>
            </a:r>
            <a:r>
              <a:rPr lang="en" sz="1200"/>
              <a:t>and </a:t>
            </a:r>
            <a:r>
              <a:rPr b="1" lang="en" sz="1200"/>
              <a:t>customer </a:t>
            </a:r>
            <a:r>
              <a:rPr lang="en" sz="1200"/>
              <a:t>attributes to uncover meaningful patterns or potential risk areas. </a:t>
            </a:r>
            <a:endParaRPr sz="1200"/>
          </a:p>
        </p:txBody>
      </p:sp>
      <p:sp>
        <p:nvSpPr>
          <p:cNvPr id="1040" name="Google Shape;1040;p43"/>
          <p:cNvSpPr txBox="1"/>
          <p:nvPr>
            <p:ph idx="1" type="subTitle"/>
          </p:nvPr>
        </p:nvSpPr>
        <p:spPr>
          <a:xfrm>
            <a:off x="271675" y="476750"/>
            <a:ext cx="1408200" cy="30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ABOUT US</a:t>
            </a:r>
            <a:endParaRPr/>
          </a:p>
        </p:txBody>
      </p:sp>
      <p:sp>
        <p:nvSpPr>
          <p:cNvPr id="1041" name="Google Shape;1041;p43"/>
          <p:cNvSpPr txBox="1"/>
          <p:nvPr>
            <p:ph idx="1" type="subTitle"/>
          </p:nvPr>
        </p:nvSpPr>
        <p:spPr>
          <a:xfrm>
            <a:off x="2851350" y="903922"/>
            <a:ext cx="58458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RevoFin </a:t>
            </a:r>
            <a:r>
              <a:rPr lang="en" sz="1200"/>
              <a:t>is a </a:t>
            </a:r>
            <a:r>
              <a:rPr b="1" lang="en" sz="1200"/>
              <a:t>Fintech company </a:t>
            </a:r>
            <a:r>
              <a:rPr lang="en" sz="1200"/>
              <a:t>that provides innovative lending solutions for </a:t>
            </a:r>
            <a:r>
              <a:rPr b="1" lang="en" sz="1200"/>
              <a:t>individuals </a:t>
            </a:r>
            <a:r>
              <a:rPr lang="en" sz="1200"/>
              <a:t>and </a:t>
            </a:r>
            <a:r>
              <a:rPr b="1" lang="en" sz="1200"/>
              <a:t>small businesses</a:t>
            </a:r>
            <a:r>
              <a:rPr lang="en" sz="1200"/>
              <a:t>. It revolutionizes the borrowing experience using </a:t>
            </a:r>
            <a:r>
              <a:rPr b="1" lang="en" sz="1200"/>
              <a:t>technology </a:t>
            </a:r>
            <a:r>
              <a:rPr lang="en" sz="1200"/>
              <a:t>and </a:t>
            </a:r>
            <a:r>
              <a:rPr b="1" lang="en" sz="1200"/>
              <a:t>data-driven insights</a:t>
            </a:r>
            <a:r>
              <a:rPr lang="en" sz="1200"/>
              <a:t>. Its primary revenue model is based on transaction fees and loan interest.</a:t>
            </a:r>
            <a:endParaRPr sz="1200"/>
          </a:p>
        </p:txBody>
      </p:sp>
      <p:pic>
        <p:nvPicPr>
          <p:cNvPr id="1042" name="Google Shape;10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75" y="903925"/>
            <a:ext cx="2643380" cy="7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43"/>
          <p:cNvSpPr txBox="1"/>
          <p:nvPr>
            <p:ph idx="1" type="subTitle"/>
          </p:nvPr>
        </p:nvSpPr>
        <p:spPr>
          <a:xfrm>
            <a:off x="271675" y="1939350"/>
            <a:ext cx="2121600" cy="30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PROBLEM</a:t>
            </a:r>
            <a:endParaRPr/>
          </a:p>
        </p:txBody>
      </p:sp>
      <p:sp>
        <p:nvSpPr>
          <p:cNvPr id="1044" name="Google Shape;1044;p43"/>
          <p:cNvSpPr txBox="1"/>
          <p:nvPr>
            <p:ph idx="1" type="subTitle"/>
          </p:nvPr>
        </p:nvSpPr>
        <p:spPr>
          <a:xfrm>
            <a:off x="271675" y="2159450"/>
            <a:ext cx="84255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Revofin can optimize its risk-based pricing strategy for a </a:t>
            </a:r>
            <a:r>
              <a:rPr b="1" lang="en" sz="1200"/>
              <a:t>$2.8 billion</a:t>
            </a:r>
            <a:r>
              <a:rPr lang="en" sz="1200"/>
              <a:t> portfolio with </a:t>
            </a:r>
            <a:r>
              <a:rPr b="1" lang="en" sz="1200"/>
              <a:t>176,087 customers</a:t>
            </a:r>
            <a:r>
              <a:rPr lang="en" sz="1200"/>
              <a:t>, where analysis shows that debt consolidation customers (58.96% of low performers) have a distinct risk profile that is not yet reflected in pricing differentiation within 6 months.</a:t>
            </a:r>
            <a:endParaRPr sz="1200"/>
          </a:p>
        </p:txBody>
      </p:sp>
      <p:sp>
        <p:nvSpPr>
          <p:cNvPr id="1045" name="Google Shape;1045;p43"/>
          <p:cNvSpPr txBox="1"/>
          <p:nvPr>
            <p:ph idx="1" type="subTitle"/>
          </p:nvPr>
        </p:nvSpPr>
        <p:spPr>
          <a:xfrm>
            <a:off x="4636275" y="3120750"/>
            <a:ext cx="2121600" cy="30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TOOLS &amp; METHODS</a:t>
            </a:r>
            <a:endParaRPr/>
          </a:p>
        </p:txBody>
      </p:sp>
      <p:sp>
        <p:nvSpPr>
          <p:cNvPr id="1046" name="Google Shape;1046;p43"/>
          <p:cNvSpPr txBox="1"/>
          <p:nvPr>
            <p:ph idx="1" type="subTitle"/>
          </p:nvPr>
        </p:nvSpPr>
        <p:spPr>
          <a:xfrm>
            <a:off x="4636275" y="3508450"/>
            <a:ext cx="4060800" cy="8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1714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Processing - SQL (Cleaning Data &amp; Aggregation)</a:t>
            </a:r>
            <a:endParaRPr sz="1200"/>
          </a:p>
          <a:p>
            <a:pPr indent="-190500" lvl="0" marL="1714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Visualization - Tableau</a:t>
            </a:r>
            <a:endParaRPr sz="1200"/>
          </a:p>
          <a:p>
            <a:pPr indent="-190500" lvl="0" marL="1714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Statistical Analysis - EDA, Cohort, Correlation, Customer Segmentation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4"/>
          <p:cNvSpPr txBox="1"/>
          <p:nvPr>
            <p:ph type="title"/>
          </p:nvPr>
        </p:nvSpPr>
        <p:spPr>
          <a:xfrm>
            <a:off x="457200" y="361675"/>
            <a:ext cx="8229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Cause Analysis</a:t>
            </a:r>
            <a:endParaRPr/>
          </a:p>
        </p:txBody>
      </p:sp>
      <p:pic>
        <p:nvPicPr>
          <p:cNvPr id="1052" name="Google Shape;10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8575"/>
            <a:ext cx="8836788" cy="39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5"/>
          <p:cNvSpPr txBox="1"/>
          <p:nvPr>
            <p:ph type="title"/>
          </p:nvPr>
        </p:nvSpPr>
        <p:spPr>
          <a:xfrm>
            <a:off x="4613475" y="2285400"/>
            <a:ext cx="419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02 </a:t>
            </a:r>
            <a:r>
              <a:rPr lang="en"/>
              <a:t>Analysis</a:t>
            </a:r>
            <a:endParaRPr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8" name="Google Shape;1058;p45"/>
          <p:cNvGrpSpPr/>
          <p:nvPr/>
        </p:nvGrpSpPr>
        <p:grpSpPr>
          <a:xfrm>
            <a:off x="912917" y="1374026"/>
            <a:ext cx="3241497" cy="5393516"/>
            <a:chOff x="3638600" y="1289076"/>
            <a:chExt cx="1875215" cy="3119984"/>
          </a:xfrm>
        </p:grpSpPr>
        <p:sp>
          <p:nvSpPr>
            <p:cNvPr id="1059" name="Google Shape;1059;p45"/>
            <p:cNvSpPr/>
            <p:nvPr/>
          </p:nvSpPr>
          <p:spPr>
            <a:xfrm>
              <a:off x="4289681" y="1795819"/>
              <a:ext cx="264787" cy="434291"/>
            </a:xfrm>
            <a:custGeom>
              <a:rect b="b" l="l" r="r" t="t"/>
              <a:pathLst>
                <a:path extrusionOk="0" h="8022" w="4891">
                  <a:moveTo>
                    <a:pt x="0" y="0"/>
                  </a:moveTo>
                  <a:lnTo>
                    <a:pt x="2445" y="8022"/>
                  </a:lnTo>
                  <a:lnTo>
                    <a:pt x="4890" y="5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97A7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5"/>
            <p:cNvSpPr/>
            <p:nvPr/>
          </p:nvSpPr>
          <p:spPr>
            <a:xfrm>
              <a:off x="4776612" y="1511750"/>
              <a:ext cx="191214" cy="228352"/>
            </a:xfrm>
            <a:custGeom>
              <a:rect b="b" l="l" r="r" t="t"/>
              <a:pathLst>
                <a:path extrusionOk="0" h="4218" w="3532">
                  <a:moveTo>
                    <a:pt x="1509" y="0"/>
                  </a:moveTo>
                  <a:cubicBezTo>
                    <a:pt x="862" y="0"/>
                    <a:pt x="687" y="843"/>
                    <a:pt x="687" y="843"/>
                  </a:cubicBezTo>
                  <a:cubicBezTo>
                    <a:pt x="0" y="1401"/>
                    <a:pt x="687" y="2173"/>
                    <a:pt x="687" y="2173"/>
                  </a:cubicBezTo>
                  <a:lnTo>
                    <a:pt x="672" y="2173"/>
                  </a:lnTo>
                  <a:cubicBezTo>
                    <a:pt x="701" y="2302"/>
                    <a:pt x="701" y="2416"/>
                    <a:pt x="658" y="2545"/>
                  </a:cubicBezTo>
                  <a:lnTo>
                    <a:pt x="215" y="3846"/>
                  </a:lnTo>
                  <a:lnTo>
                    <a:pt x="2159" y="4218"/>
                  </a:lnTo>
                  <a:lnTo>
                    <a:pt x="2274" y="3231"/>
                  </a:lnTo>
                  <a:cubicBezTo>
                    <a:pt x="2302" y="2974"/>
                    <a:pt x="2445" y="2745"/>
                    <a:pt x="2660" y="2602"/>
                  </a:cubicBezTo>
                  <a:cubicBezTo>
                    <a:pt x="3289" y="2173"/>
                    <a:pt x="3461" y="1487"/>
                    <a:pt x="3503" y="1058"/>
                  </a:cubicBezTo>
                  <a:cubicBezTo>
                    <a:pt x="3532" y="857"/>
                    <a:pt x="3403" y="657"/>
                    <a:pt x="3217" y="600"/>
                  </a:cubicBezTo>
                  <a:lnTo>
                    <a:pt x="2159" y="228"/>
                  </a:lnTo>
                  <a:cubicBezTo>
                    <a:pt x="1903" y="64"/>
                    <a:pt x="1688" y="0"/>
                    <a:pt x="1509" y="0"/>
                  </a:cubicBezTo>
                  <a:close/>
                </a:path>
              </a:pathLst>
            </a:custGeom>
            <a:solidFill>
              <a:srgbClr val="F792A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5"/>
            <p:cNvSpPr/>
            <p:nvPr/>
          </p:nvSpPr>
          <p:spPr>
            <a:xfrm>
              <a:off x="3999385" y="1289076"/>
              <a:ext cx="418699" cy="353031"/>
            </a:xfrm>
            <a:custGeom>
              <a:rect b="b" l="l" r="r" t="t"/>
              <a:pathLst>
                <a:path extrusionOk="0" h="6521" w="7734">
                  <a:moveTo>
                    <a:pt x="6513" y="0"/>
                  </a:moveTo>
                  <a:cubicBezTo>
                    <a:pt x="6417" y="0"/>
                    <a:pt x="6323" y="13"/>
                    <a:pt x="6234" y="37"/>
                  </a:cubicBezTo>
                  <a:cubicBezTo>
                    <a:pt x="5934" y="166"/>
                    <a:pt x="5648" y="352"/>
                    <a:pt x="5405" y="581"/>
                  </a:cubicBezTo>
                  <a:cubicBezTo>
                    <a:pt x="5162" y="809"/>
                    <a:pt x="4876" y="967"/>
                    <a:pt x="4547" y="1053"/>
                  </a:cubicBezTo>
                  <a:cubicBezTo>
                    <a:pt x="4487" y="1062"/>
                    <a:pt x="4428" y="1066"/>
                    <a:pt x="4369" y="1066"/>
                  </a:cubicBezTo>
                  <a:cubicBezTo>
                    <a:pt x="3808" y="1066"/>
                    <a:pt x="3285" y="675"/>
                    <a:pt x="2703" y="624"/>
                  </a:cubicBezTo>
                  <a:cubicBezTo>
                    <a:pt x="2684" y="623"/>
                    <a:pt x="2666" y="623"/>
                    <a:pt x="2647" y="623"/>
                  </a:cubicBezTo>
                  <a:cubicBezTo>
                    <a:pt x="1955" y="623"/>
                    <a:pt x="1355" y="1143"/>
                    <a:pt x="1244" y="1839"/>
                  </a:cubicBezTo>
                  <a:cubicBezTo>
                    <a:pt x="1187" y="2196"/>
                    <a:pt x="1273" y="2654"/>
                    <a:pt x="1015" y="2911"/>
                  </a:cubicBezTo>
                  <a:cubicBezTo>
                    <a:pt x="915" y="2997"/>
                    <a:pt x="801" y="3069"/>
                    <a:pt x="686" y="3126"/>
                  </a:cubicBezTo>
                  <a:cubicBezTo>
                    <a:pt x="114" y="3555"/>
                    <a:pt x="0" y="4384"/>
                    <a:pt x="458" y="4942"/>
                  </a:cubicBezTo>
                  <a:cubicBezTo>
                    <a:pt x="615" y="5099"/>
                    <a:pt x="815" y="5228"/>
                    <a:pt x="901" y="5442"/>
                  </a:cubicBezTo>
                  <a:cubicBezTo>
                    <a:pt x="944" y="5571"/>
                    <a:pt x="972" y="5700"/>
                    <a:pt x="972" y="5843"/>
                  </a:cubicBezTo>
                  <a:cubicBezTo>
                    <a:pt x="1030" y="6114"/>
                    <a:pt x="1201" y="6343"/>
                    <a:pt x="1444" y="6458"/>
                  </a:cubicBezTo>
                  <a:cubicBezTo>
                    <a:pt x="1534" y="6500"/>
                    <a:pt x="1632" y="6521"/>
                    <a:pt x="1729" y="6521"/>
                  </a:cubicBezTo>
                  <a:cubicBezTo>
                    <a:pt x="1896" y="6521"/>
                    <a:pt x="2062" y="6460"/>
                    <a:pt x="2188" y="6343"/>
                  </a:cubicBezTo>
                  <a:lnTo>
                    <a:pt x="3332" y="4270"/>
                  </a:lnTo>
                  <a:lnTo>
                    <a:pt x="4061" y="4356"/>
                  </a:lnTo>
                  <a:cubicBezTo>
                    <a:pt x="4192" y="4371"/>
                    <a:pt x="4330" y="4385"/>
                    <a:pt x="4466" y="4385"/>
                  </a:cubicBezTo>
                  <a:cubicBezTo>
                    <a:pt x="4702" y="4385"/>
                    <a:pt x="4932" y="4344"/>
                    <a:pt x="5105" y="4198"/>
                  </a:cubicBezTo>
                  <a:cubicBezTo>
                    <a:pt x="5262" y="4070"/>
                    <a:pt x="5362" y="3869"/>
                    <a:pt x="5548" y="3798"/>
                  </a:cubicBezTo>
                  <a:cubicBezTo>
                    <a:pt x="5634" y="3777"/>
                    <a:pt x="5720" y="3766"/>
                    <a:pt x="5804" y="3766"/>
                  </a:cubicBezTo>
                  <a:cubicBezTo>
                    <a:pt x="5888" y="3766"/>
                    <a:pt x="5970" y="3777"/>
                    <a:pt x="6048" y="3798"/>
                  </a:cubicBezTo>
                  <a:cubicBezTo>
                    <a:pt x="6096" y="3803"/>
                    <a:pt x="6144" y="3805"/>
                    <a:pt x="6190" y="3805"/>
                  </a:cubicBezTo>
                  <a:cubicBezTo>
                    <a:pt x="7090" y="3805"/>
                    <a:pt x="7734" y="2910"/>
                    <a:pt x="7421" y="2053"/>
                  </a:cubicBezTo>
                  <a:cubicBezTo>
                    <a:pt x="7350" y="1896"/>
                    <a:pt x="7292" y="1739"/>
                    <a:pt x="7235" y="1582"/>
                  </a:cubicBezTo>
                  <a:cubicBezTo>
                    <a:pt x="7135" y="1153"/>
                    <a:pt x="7378" y="638"/>
                    <a:pt x="7135" y="280"/>
                  </a:cubicBezTo>
                  <a:cubicBezTo>
                    <a:pt x="7001" y="85"/>
                    <a:pt x="6757" y="0"/>
                    <a:pt x="6513" y="0"/>
                  </a:cubicBezTo>
                  <a:close/>
                </a:path>
              </a:pathLst>
            </a:custGeom>
            <a:solidFill>
              <a:srgbClr val="361A19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5"/>
            <p:cNvSpPr/>
            <p:nvPr/>
          </p:nvSpPr>
          <p:spPr>
            <a:xfrm>
              <a:off x="3638600" y="2546730"/>
              <a:ext cx="1019572" cy="1862330"/>
            </a:xfrm>
            <a:custGeom>
              <a:rect b="b" l="l" r="r" t="t"/>
              <a:pathLst>
                <a:path extrusionOk="0" h="34400" w="18833">
                  <a:moveTo>
                    <a:pt x="15515" y="0"/>
                  </a:moveTo>
                  <a:lnTo>
                    <a:pt x="5020" y="300"/>
                  </a:lnTo>
                  <a:lnTo>
                    <a:pt x="3661" y="15314"/>
                  </a:lnTo>
                  <a:lnTo>
                    <a:pt x="473" y="29685"/>
                  </a:lnTo>
                  <a:cubicBezTo>
                    <a:pt x="573" y="29742"/>
                    <a:pt x="687" y="29785"/>
                    <a:pt x="816" y="29842"/>
                  </a:cubicBezTo>
                  <a:cubicBezTo>
                    <a:pt x="630" y="30514"/>
                    <a:pt x="401" y="31186"/>
                    <a:pt x="115" y="31829"/>
                  </a:cubicBezTo>
                  <a:cubicBezTo>
                    <a:pt x="1" y="32087"/>
                    <a:pt x="115" y="32401"/>
                    <a:pt x="387" y="32501"/>
                  </a:cubicBezTo>
                  <a:cubicBezTo>
                    <a:pt x="577" y="32575"/>
                    <a:pt x="720" y="32672"/>
                    <a:pt x="902" y="32672"/>
                  </a:cubicBezTo>
                  <a:cubicBezTo>
                    <a:pt x="967" y="32672"/>
                    <a:pt x="1037" y="32660"/>
                    <a:pt x="1116" y="32630"/>
                  </a:cubicBezTo>
                  <a:cubicBezTo>
                    <a:pt x="1175" y="32609"/>
                    <a:pt x="1237" y="32599"/>
                    <a:pt x="1302" y="32599"/>
                  </a:cubicBezTo>
                  <a:cubicBezTo>
                    <a:pt x="2065" y="32599"/>
                    <a:pt x="3276" y="33948"/>
                    <a:pt x="4791" y="33974"/>
                  </a:cubicBezTo>
                  <a:cubicBezTo>
                    <a:pt x="4797" y="33975"/>
                    <a:pt x="4804" y="33975"/>
                    <a:pt x="4810" y="33975"/>
                  </a:cubicBezTo>
                  <a:cubicBezTo>
                    <a:pt x="5085" y="33975"/>
                    <a:pt x="5245" y="33683"/>
                    <a:pt x="5105" y="33445"/>
                  </a:cubicBezTo>
                  <a:lnTo>
                    <a:pt x="3390" y="31558"/>
                  </a:lnTo>
                  <a:cubicBezTo>
                    <a:pt x="3075" y="31257"/>
                    <a:pt x="2660" y="30728"/>
                    <a:pt x="2718" y="30428"/>
                  </a:cubicBezTo>
                  <a:lnTo>
                    <a:pt x="2732" y="30357"/>
                  </a:lnTo>
                  <a:cubicBezTo>
                    <a:pt x="2875" y="30385"/>
                    <a:pt x="2961" y="30400"/>
                    <a:pt x="2961" y="30400"/>
                  </a:cubicBezTo>
                  <a:lnTo>
                    <a:pt x="7980" y="16873"/>
                  </a:lnTo>
                  <a:cubicBezTo>
                    <a:pt x="8094" y="16587"/>
                    <a:pt x="8165" y="16301"/>
                    <a:pt x="8237" y="16001"/>
                  </a:cubicBezTo>
                  <a:lnTo>
                    <a:pt x="10196" y="6163"/>
                  </a:lnTo>
                  <a:lnTo>
                    <a:pt x="12241" y="16844"/>
                  </a:lnTo>
                  <a:lnTo>
                    <a:pt x="13113" y="31529"/>
                  </a:lnTo>
                  <a:cubicBezTo>
                    <a:pt x="13227" y="31558"/>
                    <a:pt x="13342" y="31572"/>
                    <a:pt x="13456" y="31586"/>
                  </a:cubicBezTo>
                  <a:cubicBezTo>
                    <a:pt x="13470" y="32258"/>
                    <a:pt x="13442" y="32930"/>
                    <a:pt x="13356" y="33588"/>
                  </a:cubicBezTo>
                  <a:cubicBezTo>
                    <a:pt x="13313" y="33874"/>
                    <a:pt x="13528" y="34146"/>
                    <a:pt x="13828" y="34160"/>
                  </a:cubicBezTo>
                  <a:cubicBezTo>
                    <a:pt x="13952" y="34174"/>
                    <a:pt x="14063" y="34198"/>
                    <a:pt x="14175" y="34198"/>
                  </a:cubicBezTo>
                  <a:cubicBezTo>
                    <a:pt x="14295" y="34198"/>
                    <a:pt x="14417" y="34170"/>
                    <a:pt x="14557" y="34074"/>
                  </a:cubicBezTo>
                  <a:cubicBezTo>
                    <a:pt x="14669" y="33991"/>
                    <a:pt x="14813" y="33958"/>
                    <a:pt x="14985" y="33958"/>
                  </a:cubicBezTo>
                  <a:cubicBezTo>
                    <a:pt x="15614" y="33958"/>
                    <a:pt x="16603" y="34399"/>
                    <a:pt x="17634" y="34399"/>
                  </a:cubicBezTo>
                  <a:cubicBezTo>
                    <a:pt x="17909" y="34399"/>
                    <a:pt x="18186" y="34368"/>
                    <a:pt x="18461" y="34289"/>
                  </a:cubicBezTo>
                  <a:cubicBezTo>
                    <a:pt x="18747" y="34232"/>
                    <a:pt x="18832" y="33874"/>
                    <a:pt x="18604" y="33688"/>
                  </a:cubicBezTo>
                  <a:lnTo>
                    <a:pt x="16416" y="32387"/>
                  </a:lnTo>
                  <a:cubicBezTo>
                    <a:pt x="16058" y="32187"/>
                    <a:pt x="15558" y="31844"/>
                    <a:pt x="15458" y="31558"/>
                  </a:cubicBezTo>
                  <a:cubicBezTo>
                    <a:pt x="15615" y="31543"/>
                    <a:pt x="15715" y="31529"/>
                    <a:pt x="15715" y="31529"/>
                  </a:cubicBezTo>
                  <a:lnTo>
                    <a:pt x="16816" y="17144"/>
                  </a:lnTo>
                  <a:cubicBezTo>
                    <a:pt x="16845" y="16844"/>
                    <a:pt x="16845" y="16544"/>
                    <a:pt x="16816" y="16229"/>
                  </a:cubicBezTo>
                  <a:lnTo>
                    <a:pt x="155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5"/>
            <p:cNvSpPr/>
            <p:nvPr/>
          </p:nvSpPr>
          <p:spPr>
            <a:xfrm>
              <a:off x="4133272" y="2318316"/>
              <a:ext cx="358499" cy="728528"/>
            </a:xfrm>
            <a:custGeom>
              <a:rect b="b" l="l" r="r" t="t"/>
              <a:pathLst>
                <a:path extrusionOk="0" h="13457" w="6622">
                  <a:moveTo>
                    <a:pt x="1617" y="1"/>
                  </a:moveTo>
                  <a:lnTo>
                    <a:pt x="1" y="4791"/>
                  </a:lnTo>
                  <a:lnTo>
                    <a:pt x="1659" y="13456"/>
                  </a:lnTo>
                  <a:cubicBezTo>
                    <a:pt x="2746" y="9624"/>
                    <a:pt x="5334" y="7865"/>
                    <a:pt x="6621" y="7208"/>
                  </a:cubicBezTo>
                  <a:lnTo>
                    <a:pt x="6378" y="4219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5"/>
            <p:cNvSpPr/>
            <p:nvPr/>
          </p:nvSpPr>
          <p:spPr>
            <a:xfrm>
              <a:off x="3723761" y="1713744"/>
              <a:ext cx="781908" cy="1010855"/>
            </a:xfrm>
            <a:custGeom>
              <a:rect b="b" l="l" r="r" t="t"/>
              <a:pathLst>
                <a:path extrusionOk="0" h="18672" w="14443">
                  <a:moveTo>
                    <a:pt x="8023" y="0"/>
                  </a:moveTo>
                  <a:cubicBezTo>
                    <a:pt x="7852" y="0"/>
                    <a:pt x="7679" y="10"/>
                    <a:pt x="7508" y="29"/>
                  </a:cubicBezTo>
                  <a:cubicBezTo>
                    <a:pt x="1" y="930"/>
                    <a:pt x="2460" y="17888"/>
                    <a:pt x="2460" y="17903"/>
                  </a:cubicBezTo>
                  <a:cubicBezTo>
                    <a:pt x="4612" y="18468"/>
                    <a:pt x="6488" y="18671"/>
                    <a:pt x="8074" y="18671"/>
                  </a:cubicBezTo>
                  <a:cubicBezTo>
                    <a:pt x="12144" y="18671"/>
                    <a:pt x="14300" y="17331"/>
                    <a:pt x="14300" y="17331"/>
                  </a:cubicBezTo>
                  <a:cubicBezTo>
                    <a:pt x="14385" y="16973"/>
                    <a:pt x="14428" y="16602"/>
                    <a:pt x="14414" y="16244"/>
                  </a:cubicBezTo>
                  <a:cubicBezTo>
                    <a:pt x="14443" y="14042"/>
                    <a:pt x="14056" y="11840"/>
                    <a:pt x="13942" y="9638"/>
                  </a:cubicBezTo>
                  <a:cubicBezTo>
                    <a:pt x="13856" y="8137"/>
                    <a:pt x="13728" y="6621"/>
                    <a:pt x="13356" y="5177"/>
                  </a:cubicBezTo>
                  <a:cubicBezTo>
                    <a:pt x="12970" y="3733"/>
                    <a:pt x="12312" y="2346"/>
                    <a:pt x="11297" y="1345"/>
                  </a:cubicBezTo>
                  <a:cubicBezTo>
                    <a:pt x="10420" y="480"/>
                    <a:pt x="9236" y="0"/>
                    <a:pt x="80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5"/>
            <p:cNvSpPr/>
            <p:nvPr/>
          </p:nvSpPr>
          <p:spPr>
            <a:xfrm>
              <a:off x="4199106" y="1723814"/>
              <a:ext cx="699078" cy="554639"/>
            </a:xfrm>
            <a:custGeom>
              <a:rect b="b" l="l" r="r" t="t"/>
              <a:pathLst>
                <a:path extrusionOk="0" h="10245" w="12913">
                  <a:moveTo>
                    <a:pt x="10724" y="0"/>
                  </a:moveTo>
                  <a:lnTo>
                    <a:pt x="8851" y="5763"/>
                  </a:lnTo>
                  <a:cubicBezTo>
                    <a:pt x="8732" y="6064"/>
                    <a:pt x="8450" y="6237"/>
                    <a:pt x="8158" y="6237"/>
                  </a:cubicBezTo>
                  <a:cubicBezTo>
                    <a:pt x="7992" y="6237"/>
                    <a:pt x="7823" y="6182"/>
                    <a:pt x="7679" y="6063"/>
                  </a:cubicBezTo>
                  <a:cubicBezTo>
                    <a:pt x="6049" y="4676"/>
                    <a:pt x="2374" y="744"/>
                    <a:pt x="1144" y="229"/>
                  </a:cubicBezTo>
                  <a:lnTo>
                    <a:pt x="0" y="4505"/>
                  </a:lnTo>
                  <a:cubicBezTo>
                    <a:pt x="0" y="4505"/>
                    <a:pt x="3117" y="6978"/>
                    <a:pt x="5091" y="9109"/>
                  </a:cubicBezTo>
                  <a:cubicBezTo>
                    <a:pt x="5829" y="9906"/>
                    <a:pt x="6657" y="10245"/>
                    <a:pt x="7468" y="10245"/>
                  </a:cubicBezTo>
                  <a:cubicBezTo>
                    <a:pt x="9202" y="10245"/>
                    <a:pt x="10856" y="8697"/>
                    <a:pt x="11382" y="6778"/>
                  </a:cubicBezTo>
                  <a:cubicBezTo>
                    <a:pt x="12140" y="3961"/>
                    <a:pt x="12912" y="358"/>
                    <a:pt x="12912" y="358"/>
                  </a:cubicBezTo>
                  <a:lnTo>
                    <a:pt x="1072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5"/>
            <p:cNvSpPr/>
            <p:nvPr/>
          </p:nvSpPr>
          <p:spPr>
            <a:xfrm>
              <a:off x="4072149" y="1798905"/>
              <a:ext cx="356874" cy="927538"/>
            </a:xfrm>
            <a:custGeom>
              <a:rect b="b" l="l" r="r" t="t"/>
              <a:pathLst>
                <a:path extrusionOk="0" h="17133" w="6592">
                  <a:moveTo>
                    <a:pt x="615" y="0"/>
                  </a:moveTo>
                  <a:cubicBezTo>
                    <a:pt x="1573" y="2531"/>
                    <a:pt x="0" y="17002"/>
                    <a:pt x="0" y="17002"/>
                  </a:cubicBezTo>
                  <a:cubicBezTo>
                    <a:pt x="506" y="17096"/>
                    <a:pt x="1041" y="17133"/>
                    <a:pt x="1564" y="17133"/>
                  </a:cubicBezTo>
                  <a:cubicBezTo>
                    <a:pt x="3333" y="17133"/>
                    <a:pt x="4976" y="16716"/>
                    <a:pt x="4976" y="16716"/>
                  </a:cubicBezTo>
                  <a:cubicBezTo>
                    <a:pt x="6592" y="4261"/>
                    <a:pt x="2974" y="0"/>
                    <a:pt x="29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5"/>
            <p:cNvSpPr/>
            <p:nvPr/>
          </p:nvSpPr>
          <p:spPr>
            <a:xfrm>
              <a:off x="4068143" y="1438175"/>
              <a:ext cx="256395" cy="393634"/>
            </a:xfrm>
            <a:custGeom>
              <a:rect b="b" l="l" r="r" t="t"/>
              <a:pathLst>
                <a:path extrusionOk="0" h="7271" w="4736">
                  <a:moveTo>
                    <a:pt x="1347" y="0"/>
                  </a:moveTo>
                  <a:cubicBezTo>
                    <a:pt x="1175" y="329"/>
                    <a:pt x="1104" y="715"/>
                    <a:pt x="1161" y="1087"/>
                  </a:cubicBezTo>
                  <a:cubicBezTo>
                    <a:pt x="1204" y="1430"/>
                    <a:pt x="1161" y="1787"/>
                    <a:pt x="1061" y="2116"/>
                  </a:cubicBezTo>
                  <a:cubicBezTo>
                    <a:pt x="864" y="1897"/>
                    <a:pt x="680" y="1809"/>
                    <a:pt x="526" y="1809"/>
                  </a:cubicBezTo>
                  <a:cubicBezTo>
                    <a:pt x="198" y="1809"/>
                    <a:pt x="1" y="2205"/>
                    <a:pt x="88" y="2574"/>
                  </a:cubicBezTo>
                  <a:cubicBezTo>
                    <a:pt x="203" y="3117"/>
                    <a:pt x="818" y="3246"/>
                    <a:pt x="818" y="3246"/>
                  </a:cubicBezTo>
                  <a:lnTo>
                    <a:pt x="303" y="5262"/>
                  </a:lnTo>
                  <a:cubicBezTo>
                    <a:pt x="146" y="5848"/>
                    <a:pt x="374" y="6463"/>
                    <a:pt x="861" y="6806"/>
                  </a:cubicBezTo>
                  <a:lnTo>
                    <a:pt x="1089" y="6992"/>
                  </a:lnTo>
                  <a:cubicBezTo>
                    <a:pt x="1334" y="7180"/>
                    <a:pt x="1625" y="7271"/>
                    <a:pt x="1914" y="7271"/>
                  </a:cubicBezTo>
                  <a:cubicBezTo>
                    <a:pt x="2349" y="7271"/>
                    <a:pt x="2782" y="7065"/>
                    <a:pt x="3048" y="6678"/>
                  </a:cubicBezTo>
                  <a:cubicBezTo>
                    <a:pt x="3163" y="6492"/>
                    <a:pt x="3234" y="6292"/>
                    <a:pt x="3263" y="6091"/>
                  </a:cubicBezTo>
                  <a:lnTo>
                    <a:pt x="3449" y="4662"/>
                  </a:lnTo>
                  <a:cubicBezTo>
                    <a:pt x="3463" y="4647"/>
                    <a:pt x="3492" y="4647"/>
                    <a:pt x="3506" y="4633"/>
                  </a:cubicBezTo>
                  <a:cubicBezTo>
                    <a:pt x="4264" y="4376"/>
                    <a:pt x="4736" y="3618"/>
                    <a:pt x="4635" y="2817"/>
                  </a:cubicBezTo>
                  <a:lnTo>
                    <a:pt x="4521" y="601"/>
                  </a:lnTo>
                  <a:cubicBezTo>
                    <a:pt x="4521" y="601"/>
                    <a:pt x="4390" y="612"/>
                    <a:pt x="4169" y="612"/>
                  </a:cubicBezTo>
                  <a:cubicBezTo>
                    <a:pt x="3593" y="612"/>
                    <a:pt x="2410" y="537"/>
                    <a:pt x="1347" y="0"/>
                  </a:cubicBezTo>
                  <a:close/>
                </a:path>
              </a:pathLst>
            </a:custGeom>
            <a:solidFill>
              <a:srgbClr val="F792A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5"/>
            <p:cNvSpPr/>
            <p:nvPr/>
          </p:nvSpPr>
          <p:spPr>
            <a:xfrm>
              <a:off x="4160396" y="1653379"/>
              <a:ext cx="94470" cy="57169"/>
            </a:xfrm>
            <a:custGeom>
              <a:rect b="b" l="l" r="r" t="t"/>
              <a:pathLst>
                <a:path extrusionOk="0" h="1056" w="174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56" y="1056"/>
                    <a:pt x="1489" y="1056"/>
                  </a:cubicBezTo>
                  <a:cubicBezTo>
                    <a:pt x="1557" y="1056"/>
                    <a:pt x="1628" y="1052"/>
                    <a:pt x="1702" y="1044"/>
                  </a:cubicBezTo>
                  <a:lnTo>
                    <a:pt x="1745" y="672"/>
                  </a:lnTo>
                  <a:lnTo>
                    <a:pt x="1745" y="672"/>
                  </a:lnTo>
                  <a:cubicBezTo>
                    <a:pt x="1745" y="672"/>
                    <a:pt x="1655" y="687"/>
                    <a:pt x="1511" y="687"/>
                  </a:cubicBezTo>
                  <a:cubicBezTo>
                    <a:pt x="1158" y="687"/>
                    <a:pt x="478" y="600"/>
                    <a:pt x="0" y="0"/>
                  </a:cubicBezTo>
                  <a:close/>
                </a:path>
              </a:pathLst>
            </a:custGeom>
            <a:solidFill>
              <a:srgbClr val="E9697A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5"/>
            <p:cNvSpPr/>
            <p:nvPr/>
          </p:nvSpPr>
          <p:spPr>
            <a:xfrm>
              <a:off x="4768058" y="1673464"/>
              <a:ext cx="147146" cy="92196"/>
            </a:xfrm>
            <a:custGeom>
              <a:rect b="b" l="l" r="r" t="t"/>
              <a:pathLst>
                <a:path extrusionOk="0" h="1703" w="2718">
                  <a:moveTo>
                    <a:pt x="330" y="1"/>
                  </a:moveTo>
                  <a:lnTo>
                    <a:pt x="1" y="988"/>
                  </a:lnTo>
                  <a:lnTo>
                    <a:pt x="2546" y="1703"/>
                  </a:lnTo>
                  <a:lnTo>
                    <a:pt x="2718" y="602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5"/>
            <p:cNvSpPr/>
            <p:nvPr/>
          </p:nvSpPr>
          <p:spPr>
            <a:xfrm>
              <a:off x="4024127" y="1765609"/>
              <a:ext cx="793493" cy="810547"/>
            </a:xfrm>
            <a:custGeom>
              <a:rect b="b" l="l" r="r" t="t"/>
              <a:pathLst>
                <a:path extrusionOk="0" h="14972" w="14657">
                  <a:moveTo>
                    <a:pt x="1" y="1"/>
                  </a:moveTo>
                  <a:lnTo>
                    <a:pt x="1130" y="9910"/>
                  </a:lnTo>
                  <a:cubicBezTo>
                    <a:pt x="2732" y="11640"/>
                    <a:pt x="4719" y="12970"/>
                    <a:pt x="6936" y="13785"/>
                  </a:cubicBezTo>
                  <a:cubicBezTo>
                    <a:pt x="7765" y="14099"/>
                    <a:pt x="8623" y="14342"/>
                    <a:pt x="9495" y="14528"/>
                  </a:cubicBezTo>
                  <a:cubicBezTo>
                    <a:pt x="11282" y="14900"/>
                    <a:pt x="14571" y="14971"/>
                    <a:pt x="14571" y="14971"/>
                  </a:cubicBezTo>
                  <a:cubicBezTo>
                    <a:pt x="14657" y="14271"/>
                    <a:pt x="14628" y="13570"/>
                    <a:pt x="14528" y="12870"/>
                  </a:cubicBezTo>
                  <a:cubicBezTo>
                    <a:pt x="12913" y="12584"/>
                    <a:pt x="11282" y="12312"/>
                    <a:pt x="9767" y="11654"/>
                  </a:cubicBezTo>
                  <a:cubicBezTo>
                    <a:pt x="8337" y="11039"/>
                    <a:pt x="7007" y="10067"/>
                    <a:pt x="6249" y="8723"/>
                  </a:cubicBezTo>
                  <a:cubicBezTo>
                    <a:pt x="6178" y="8580"/>
                    <a:pt x="6106" y="8437"/>
                    <a:pt x="6035" y="8294"/>
                  </a:cubicBezTo>
                  <a:cubicBezTo>
                    <a:pt x="5763" y="7679"/>
                    <a:pt x="4919" y="5820"/>
                    <a:pt x="4061" y="4119"/>
                  </a:cubicBezTo>
                  <a:cubicBezTo>
                    <a:pt x="3618" y="3232"/>
                    <a:pt x="3061" y="2403"/>
                    <a:pt x="2403" y="1659"/>
                  </a:cubicBezTo>
                  <a:cubicBezTo>
                    <a:pt x="1759" y="916"/>
                    <a:pt x="944" y="28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5"/>
            <p:cNvSpPr/>
            <p:nvPr/>
          </p:nvSpPr>
          <p:spPr>
            <a:xfrm>
              <a:off x="4812993" y="2449442"/>
              <a:ext cx="288769" cy="165444"/>
            </a:xfrm>
            <a:custGeom>
              <a:rect b="b" l="l" r="r" t="t"/>
              <a:pathLst>
                <a:path extrusionOk="0" h="3056" w="5334">
                  <a:moveTo>
                    <a:pt x="2564" y="1"/>
                  </a:moveTo>
                  <a:cubicBezTo>
                    <a:pt x="2121" y="1"/>
                    <a:pt x="1773" y="424"/>
                    <a:pt x="1773" y="424"/>
                  </a:cubicBezTo>
                  <a:lnTo>
                    <a:pt x="1773" y="439"/>
                  </a:lnTo>
                  <a:cubicBezTo>
                    <a:pt x="1699" y="466"/>
                    <a:pt x="1620" y="482"/>
                    <a:pt x="1541" y="482"/>
                  </a:cubicBezTo>
                  <a:cubicBezTo>
                    <a:pt x="1499" y="482"/>
                    <a:pt x="1456" y="477"/>
                    <a:pt x="1416" y="467"/>
                  </a:cubicBezTo>
                  <a:lnTo>
                    <a:pt x="57" y="239"/>
                  </a:lnTo>
                  <a:lnTo>
                    <a:pt x="0" y="2212"/>
                  </a:lnTo>
                  <a:lnTo>
                    <a:pt x="973" y="2169"/>
                  </a:lnTo>
                  <a:cubicBezTo>
                    <a:pt x="1244" y="2169"/>
                    <a:pt x="1487" y="2269"/>
                    <a:pt x="1659" y="2469"/>
                  </a:cubicBezTo>
                  <a:cubicBezTo>
                    <a:pt x="2188" y="3013"/>
                    <a:pt x="2889" y="3055"/>
                    <a:pt x="3318" y="3055"/>
                  </a:cubicBezTo>
                  <a:cubicBezTo>
                    <a:pt x="3890" y="3041"/>
                    <a:pt x="4419" y="2769"/>
                    <a:pt x="4776" y="2340"/>
                  </a:cubicBezTo>
                  <a:cubicBezTo>
                    <a:pt x="5334" y="1054"/>
                    <a:pt x="3089" y="224"/>
                    <a:pt x="3089" y="224"/>
                  </a:cubicBezTo>
                  <a:cubicBezTo>
                    <a:pt x="2909" y="60"/>
                    <a:pt x="2730" y="1"/>
                    <a:pt x="2564" y="1"/>
                  </a:cubicBezTo>
                  <a:close/>
                </a:path>
              </a:pathLst>
            </a:custGeom>
            <a:solidFill>
              <a:srgbClr val="F792A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4782026" y="2443757"/>
              <a:ext cx="65831" cy="143248"/>
            </a:xfrm>
            <a:custGeom>
              <a:rect b="b" l="l" r="r" t="t"/>
              <a:pathLst>
                <a:path extrusionOk="0" h="2646" w="1216">
                  <a:moveTo>
                    <a:pt x="186" y="0"/>
                  </a:moveTo>
                  <a:lnTo>
                    <a:pt x="0" y="2646"/>
                  </a:lnTo>
                  <a:lnTo>
                    <a:pt x="1101" y="2588"/>
                  </a:lnTo>
                  <a:lnTo>
                    <a:pt x="1216" y="129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5"/>
            <p:cNvSpPr/>
            <p:nvPr/>
          </p:nvSpPr>
          <p:spPr>
            <a:xfrm>
              <a:off x="4008643" y="2224656"/>
              <a:ext cx="98368" cy="433587"/>
            </a:xfrm>
            <a:custGeom>
              <a:rect b="b" l="l" r="r" t="t"/>
              <a:pathLst>
                <a:path extrusionOk="0" h="8009" w="1817">
                  <a:moveTo>
                    <a:pt x="1" y="1"/>
                  </a:moveTo>
                  <a:lnTo>
                    <a:pt x="1288" y="8008"/>
                  </a:lnTo>
                  <a:lnTo>
                    <a:pt x="1817" y="1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5"/>
            <p:cNvSpPr/>
            <p:nvPr/>
          </p:nvSpPr>
          <p:spPr>
            <a:xfrm>
              <a:off x="4393412" y="1842270"/>
              <a:ext cx="157161" cy="427361"/>
            </a:xfrm>
            <a:custGeom>
              <a:rect b="b" l="l" r="r" t="t"/>
              <a:pathLst>
                <a:path extrusionOk="0" h="7894" w="2903">
                  <a:moveTo>
                    <a:pt x="0" y="0"/>
                  </a:moveTo>
                  <a:lnTo>
                    <a:pt x="0" y="0"/>
                  </a:lnTo>
                  <a:cubicBezTo>
                    <a:pt x="1130" y="1487"/>
                    <a:pt x="1502" y="6907"/>
                    <a:pt x="1502" y="6907"/>
                  </a:cubicBezTo>
                  <a:cubicBezTo>
                    <a:pt x="2331" y="7764"/>
                    <a:pt x="2903" y="7879"/>
                    <a:pt x="2903" y="7893"/>
                  </a:cubicBezTo>
                  <a:cubicBezTo>
                    <a:pt x="2846" y="5691"/>
                    <a:pt x="758" y="715"/>
                    <a:pt x="758" y="7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5"/>
            <p:cNvSpPr/>
            <p:nvPr/>
          </p:nvSpPr>
          <p:spPr>
            <a:xfrm>
              <a:off x="4521750" y="1569950"/>
              <a:ext cx="946247" cy="940662"/>
            </a:xfrm>
            <a:custGeom>
              <a:rect b="b" l="l" r="r" t="t"/>
              <a:pathLst>
                <a:path extrusionOk="0" h="8623" w="8674">
                  <a:moveTo>
                    <a:pt x="4337" y="1"/>
                  </a:moveTo>
                  <a:cubicBezTo>
                    <a:pt x="1938" y="1"/>
                    <a:pt x="0" y="1928"/>
                    <a:pt x="0" y="4306"/>
                  </a:cubicBezTo>
                  <a:cubicBezTo>
                    <a:pt x="0" y="6685"/>
                    <a:pt x="1938" y="8622"/>
                    <a:pt x="4337" y="8622"/>
                  </a:cubicBezTo>
                  <a:cubicBezTo>
                    <a:pt x="6736" y="8622"/>
                    <a:pt x="8673" y="6685"/>
                    <a:pt x="8673" y="4306"/>
                  </a:cubicBezTo>
                  <a:cubicBezTo>
                    <a:pt x="8673" y="1928"/>
                    <a:pt x="6736" y="1"/>
                    <a:pt x="4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4592223" y="1620349"/>
              <a:ext cx="921592" cy="921571"/>
            </a:xfrm>
            <a:custGeom>
              <a:rect b="b" l="l" r="r" t="t"/>
              <a:pathLst>
                <a:path extrusionOk="0" h="8448" w="8448">
                  <a:moveTo>
                    <a:pt x="4224" y="0"/>
                  </a:moveTo>
                  <a:cubicBezTo>
                    <a:pt x="1887" y="0"/>
                    <a:pt x="0" y="1897"/>
                    <a:pt x="0" y="4224"/>
                  </a:cubicBezTo>
                  <a:cubicBezTo>
                    <a:pt x="0" y="6561"/>
                    <a:pt x="1887" y="8447"/>
                    <a:pt x="4224" y="8447"/>
                  </a:cubicBezTo>
                  <a:cubicBezTo>
                    <a:pt x="6551" y="8447"/>
                    <a:pt x="8448" y="6561"/>
                    <a:pt x="8448" y="4224"/>
                  </a:cubicBezTo>
                  <a:cubicBezTo>
                    <a:pt x="8448" y="1897"/>
                    <a:pt x="6551" y="0"/>
                    <a:pt x="42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5"/>
            <p:cNvSpPr/>
            <p:nvPr/>
          </p:nvSpPr>
          <p:spPr>
            <a:xfrm>
              <a:off x="4742112" y="1770127"/>
              <a:ext cx="623013" cy="622999"/>
            </a:xfrm>
            <a:custGeom>
              <a:rect b="b" l="l" r="r" t="t"/>
              <a:pathLst>
                <a:path extrusionOk="0" h="5711" w="5711">
                  <a:moveTo>
                    <a:pt x="2850" y="1"/>
                  </a:moveTo>
                  <a:cubicBezTo>
                    <a:pt x="1281" y="1"/>
                    <a:pt x="0" y="1282"/>
                    <a:pt x="0" y="2851"/>
                  </a:cubicBezTo>
                  <a:cubicBezTo>
                    <a:pt x="0" y="4429"/>
                    <a:pt x="1281" y="5711"/>
                    <a:pt x="2850" y="5711"/>
                  </a:cubicBezTo>
                  <a:cubicBezTo>
                    <a:pt x="4429" y="5711"/>
                    <a:pt x="5710" y="4429"/>
                    <a:pt x="5710" y="2851"/>
                  </a:cubicBezTo>
                  <a:cubicBezTo>
                    <a:pt x="5710" y="1282"/>
                    <a:pt x="4429" y="1"/>
                    <a:pt x="28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5"/>
            <p:cNvSpPr/>
            <p:nvPr/>
          </p:nvSpPr>
          <p:spPr>
            <a:xfrm>
              <a:off x="4948947" y="1818235"/>
              <a:ext cx="222653" cy="505621"/>
            </a:xfrm>
            <a:custGeom>
              <a:rect b="b" l="l" r="r" t="t"/>
              <a:pathLst>
                <a:path extrusionOk="0" h="4635" w="2041">
                  <a:moveTo>
                    <a:pt x="759" y="698"/>
                  </a:moveTo>
                  <a:lnTo>
                    <a:pt x="759" y="1825"/>
                  </a:lnTo>
                  <a:cubicBezTo>
                    <a:pt x="534" y="1661"/>
                    <a:pt x="380" y="1497"/>
                    <a:pt x="380" y="1221"/>
                  </a:cubicBezTo>
                  <a:cubicBezTo>
                    <a:pt x="370" y="975"/>
                    <a:pt x="523" y="759"/>
                    <a:pt x="759" y="698"/>
                  </a:cubicBezTo>
                  <a:close/>
                  <a:moveTo>
                    <a:pt x="926" y="662"/>
                  </a:moveTo>
                  <a:cubicBezTo>
                    <a:pt x="938" y="662"/>
                    <a:pt x="951" y="664"/>
                    <a:pt x="964" y="667"/>
                  </a:cubicBezTo>
                  <a:cubicBezTo>
                    <a:pt x="981" y="664"/>
                    <a:pt x="998" y="663"/>
                    <a:pt x="1015" y="663"/>
                  </a:cubicBezTo>
                  <a:cubicBezTo>
                    <a:pt x="1063" y="663"/>
                    <a:pt x="1114" y="672"/>
                    <a:pt x="1159" y="687"/>
                  </a:cubicBezTo>
                  <a:lnTo>
                    <a:pt x="1159" y="2071"/>
                  </a:lnTo>
                  <a:cubicBezTo>
                    <a:pt x="1046" y="2010"/>
                    <a:pt x="944" y="1948"/>
                    <a:pt x="851" y="1887"/>
                  </a:cubicBezTo>
                  <a:lnTo>
                    <a:pt x="851" y="667"/>
                  </a:lnTo>
                  <a:cubicBezTo>
                    <a:pt x="879" y="667"/>
                    <a:pt x="902" y="662"/>
                    <a:pt x="926" y="662"/>
                  </a:cubicBezTo>
                  <a:close/>
                  <a:moveTo>
                    <a:pt x="1251" y="2717"/>
                  </a:moveTo>
                  <a:cubicBezTo>
                    <a:pt x="1477" y="2892"/>
                    <a:pt x="1620" y="3076"/>
                    <a:pt x="1620" y="3343"/>
                  </a:cubicBezTo>
                  <a:cubicBezTo>
                    <a:pt x="1641" y="3599"/>
                    <a:pt x="1487" y="3835"/>
                    <a:pt x="1251" y="3937"/>
                  </a:cubicBezTo>
                  <a:lnTo>
                    <a:pt x="1251" y="2717"/>
                  </a:lnTo>
                  <a:close/>
                  <a:moveTo>
                    <a:pt x="851" y="2451"/>
                  </a:moveTo>
                  <a:lnTo>
                    <a:pt x="872" y="2471"/>
                  </a:lnTo>
                  <a:cubicBezTo>
                    <a:pt x="974" y="2533"/>
                    <a:pt x="1067" y="2584"/>
                    <a:pt x="1159" y="2646"/>
                  </a:cubicBezTo>
                  <a:lnTo>
                    <a:pt x="1159" y="3958"/>
                  </a:lnTo>
                  <a:cubicBezTo>
                    <a:pt x="1108" y="3968"/>
                    <a:pt x="1056" y="3978"/>
                    <a:pt x="1005" y="3978"/>
                  </a:cubicBezTo>
                  <a:cubicBezTo>
                    <a:pt x="954" y="3978"/>
                    <a:pt x="903" y="3968"/>
                    <a:pt x="851" y="3968"/>
                  </a:cubicBezTo>
                  <a:lnTo>
                    <a:pt x="851" y="2451"/>
                  </a:lnTo>
                  <a:close/>
                  <a:moveTo>
                    <a:pt x="749" y="1"/>
                  </a:moveTo>
                  <a:lnTo>
                    <a:pt x="749" y="585"/>
                  </a:lnTo>
                  <a:cubicBezTo>
                    <a:pt x="349" y="646"/>
                    <a:pt x="21" y="923"/>
                    <a:pt x="21" y="1405"/>
                  </a:cubicBezTo>
                  <a:cubicBezTo>
                    <a:pt x="21" y="1887"/>
                    <a:pt x="349" y="2153"/>
                    <a:pt x="749" y="2399"/>
                  </a:cubicBezTo>
                  <a:lnTo>
                    <a:pt x="749" y="3958"/>
                  </a:lnTo>
                  <a:cubicBezTo>
                    <a:pt x="318" y="3835"/>
                    <a:pt x="154" y="3394"/>
                    <a:pt x="124" y="2902"/>
                  </a:cubicBezTo>
                  <a:lnTo>
                    <a:pt x="11" y="2902"/>
                  </a:lnTo>
                  <a:cubicBezTo>
                    <a:pt x="11" y="3568"/>
                    <a:pt x="11" y="3845"/>
                    <a:pt x="1" y="4040"/>
                  </a:cubicBezTo>
                  <a:lnTo>
                    <a:pt x="103" y="4040"/>
                  </a:lnTo>
                  <a:cubicBezTo>
                    <a:pt x="124" y="3906"/>
                    <a:pt x="154" y="3835"/>
                    <a:pt x="216" y="3835"/>
                  </a:cubicBezTo>
                  <a:cubicBezTo>
                    <a:pt x="267" y="3845"/>
                    <a:pt x="329" y="3865"/>
                    <a:pt x="370" y="3906"/>
                  </a:cubicBezTo>
                  <a:cubicBezTo>
                    <a:pt x="493" y="3978"/>
                    <a:pt x="616" y="4029"/>
                    <a:pt x="749" y="4060"/>
                  </a:cubicBezTo>
                  <a:lnTo>
                    <a:pt x="749" y="4624"/>
                  </a:lnTo>
                  <a:lnTo>
                    <a:pt x="851" y="4624"/>
                  </a:lnTo>
                  <a:lnTo>
                    <a:pt x="851" y="4060"/>
                  </a:lnTo>
                  <a:cubicBezTo>
                    <a:pt x="903" y="4070"/>
                    <a:pt x="964" y="4070"/>
                    <a:pt x="1026" y="4070"/>
                  </a:cubicBezTo>
                  <a:lnTo>
                    <a:pt x="1159" y="4070"/>
                  </a:lnTo>
                  <a:lnTo>
                    <a:pt x="1159" y="4634"/>
                  </a:lnTo>
                  <a:lnTo>
                    <a:pt x="1251" y="4634"/>
                  </a:lnTo>
                  <a:lnTo>
                    <a:pt x="1251" y="4060"/>
                  </a:lnTo>
                  <a:cubicBezTo>
                    <a:pt x="1702" y="3978"/>
                    <a:pt x="2041" y="3681"/>
                    <a:pt x="2041" y="3158"/>
                  </a:cubicBezTo>
                  <a:cubicBezTo>
                    <a:pt x="2041" y="2676"/>
                    <a:pt x="1713" y="2420"/>
                    <a:pt x="1251" y="2133"/>
                  </a:cubicBezTo>
                  <a:lnTo>
                    <a:pt x="1251" y="718"/>
                  </a:lnTo>
                  <a:cubicBezTo>
                    <a:pt x="1579" y="851"/>
                    <a:pt x="1723" y="1221"/>
                    <a:pt x="1743" y="1579"/>
                  </a:cubicBezTo>
                  <a:lnTo>
                    <a:pt x="1856" y="1579"/>
                  </a:lnTo>
                  <a:cubicBezTo>
                    <a:pt x="1856" y="985"/>
                    <a:pt x="1866" y="780"/>
                    <a:pt x="1877" y="605"/>
                  </a:cubicBezTo>
                  <a:lnTo>
                    <a:pt x="1764" y="605"/>
                  </a:lnTo>
                  <a:cubicBezTo>
                    <a:pt x="1754" y="749"/>
                    <a:pt x="1723" y="821"/>
                    <a:pt x="1661" y="821"/>
                  </a:cubicBezTo>
                  <a:cubicBezTo>
                    <a:pt x="1600" y="810"/>
                    <a:pt x="1549" y="790"/>
                    <a:pt x="1508" y="749"/>
                  </a:cubicBezTo>
                  <a:cubicBezTo>
                    <a:pt x="1426" y="698"/>
                    <a:pt x="1333" y="657"/>
                    <a:pt x="1251" y="626"/>
                  </a:cubicBezTo>
                  <a:lnTo>
                    <a:pt x="1251" y="1"/>
                  </a:lnTo>
                  <a:lnTo>
                    <a:pt x="1149" y="1"/>
                  </a:lnTo>
                  <a:lnTo>
                    <a:pt x="1149" y="605"/>
                  </a:lnTo>
                  <a:cubicBezTo>
                    <a:pt x="1096" y="590"/>
                    <a:pt x="1038" y="581"/>
                    <a:pt x="983" y="581"/>
                  </a:cubicBezTo>
                  <a:cubicBezTo>
                    <a:pt x="962" y="581"/>
                    <a:pt x="942" y="582"/>
                    <a:pt x="923" y="585"/>
                  </a:cubicBezTo>
                  <a:lnTo>
                    <a:pt x="851" y="58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58050" lIns="158050" spcFirstLastPara="1" rIns="158050" wrap="square" tIns="1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9" name="Google Shape;1079;p45"/>
          <p:cNvSpPr txBox="1"/>
          <p:nvPr>
            <p:ph idx="1" type="subTitle"/>
          </p:nvPr>
        </p:nvSpPr>
        <p:spPr>
          <a:xfrm>
            <a:off x="5025225" y="2858100"/>
            <a:ext cx="3871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EDA, INSIGHT, DATA VISUALIZATION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6"/>
          <p:cNvSpPr/>
          <p:nvPr/>
        </p:nvSpPr>
        <p:spPr>
          <a:xfrm>
            <a:off x="2329025" y="1218200"/>
            <a:ext cx="4493100" cy="32871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5" name="Google Shape;1085;p46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LOAN OVERVIEW PORTFOLIO</a:t>
            </a:r>
            <a:endParaRPr/>
          </a:p>
        </p:txBody>
      </p:sp>
      <p:sp>
        <p:nvSpPr>
          <p:cNvPr id="1086" name="Google Shape;1086;p46"/>
          <p:cNvSpPr txBox="1"/>
          <p:nvPr>
            <p:ph idx="4294967295" type="title"/>
          </p:nvPr>
        </p:nvSpPr>
        <p:spPr>
          <a:xfrm>
            <a:off x="445525" y="3058095"/>
            <a:ext cx="1816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CUSTOMER</a:t>
            </a:r>
            <a:endParaRPr sz="1600"/>
          </a:p>
        </p:txBody>
      </p:sp>
      <p:sp>
        <p:nvSpPr>
          <p:cNvPr id="1087" name="Google Shape;1087;p46"/>
          <p:cNvSpPr txBox="1"/>
          <p:nvPr>
            <p:ph idx="4294967295" type="title"/>
          </p:nvPr>
        </p:nvSpPr>
        <p:spPr>
          <a:xfrm>
            <a:off x="2610575" y="3088776"/>
            <a:ext cx="1816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OUTSTANDING</a:t>
            </a:r>
            <a:endParaRPr sz="1600"/>
          </a:p>
        </p:txBody>
      </p:sp>
      <p:sp>
        <p:nvSpPr>
          <p:cNvPr id="1088" name="Google Shape;1088;p46"/>
          <p:cNvSpPr txBox="1"/>
          <p:nvPr>
            <p:ph idx="4294967295" type="title"/>
          </p:nvPr>
        </p:nvSpPr>
        <p:spPr>
          <a:xfrm>
            <a:off x="4716250" y="3088778"/>
            <a:ext cx="1816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ENDING NET RECEIVABLES</a:t>
            </a:r>
            <a:endParaRPr sz="1600"/>
          </a:p>
        </p:txBody>
      </p:sp>
      <p:sp>
        <p:nvSpPr>
          <p:cNvPr id="1089" name="Google Shape;1089;p46"/>
          <p:cNvSpPr txBox="1"/>
          <p:nvPr>
            <p:ph idx="4294967295" type="title"/>
          </p:nvPr>
        </p:nvSpPr>
        <p:spPr>
          <a:xfrm>
            <a:off x="6889125" y="3083750"/>
            <a:ext cx="1816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TKB 30</a:t>
            </a:r>
            <a:endParaRPr sz="1600"/>
          </a:p>
        </p:txBody>
      </p:sp>
      <p:grpSp>
        <p:nvGrpSpPr>
          <p:cNvPr id="1090" name="Google Shape;1090;p46"/>
          <p:cNvGrpSpPr/>
          <p:nvPr/>
        </p:nvGrpSpPr>
        <p:grpSpPr>
          <a:xfrm>
            <a:off x="-5100" y="2688211"/>
            <a:ext cx="9154200" cy="395550"/>
            <a:chOff x="-5100" y="2688211"/>
            <a:chExt cx="9154200" cy="395550"/>
          </a:xfrm>
        </p:grpSpPr>
        <p:cxnSp>
          <p:nvCxnSpPr>
            <p:cNvPr id="1091" name="Google Shape;1091;p46"/>
            <p:cNvCxnSpPr/>
            <p:nvPr/>
          </p:nvCxnSpPr>
          <p:spPr>
            <a:xfrm>
              <a:off x="-5100" y="2898800"/>
              <a:ext cx="9154200" cy="0"/>
            </a:xfrm>
            <a:prstGeom prst="straightConnector1">
              <a:avLst/>
            </a:prstGeom>
            <a:noFill/>
            <a:ln cap="flat" cmpd="sng" w="1143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46"/>
            <p:cNvCxnSpPr/>
            <p:nvPr/>
          </p:nvCxnSpPr>
          <p:spPr>
            <a:xfrm>
              <a:off x="1357300" y="2713860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3" name="Google Shape;1093;p46"/>
            <p:cNvCxnSpPr/>
            <p:nvPr/>
          </p:nvCxnSpPr>
          <p:spPr>
            <a:xfrm>
              <a:off x="3498054" y="271386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46"/>
            <p:cNvCxnSpPr/>
            <p:nvPr/>
          </p:nvCxnSpPr>
          <p:spPr>
            <a:xfrm>
              <a:off x="5638354" y="268821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46"/>
            <p:cNvCxnSpPr/>
            <p:nvPr/>
          </p:nvCxnSpPr>
          <p:spPr>
            <a:xfrm>
              <a:off x="7828629" y="2688211"/>
              <a:ext cx="0" cy="3699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96" name="Google Shape;1096;p46" title="money-currency_35329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864" y="1381227"/>
            <a:ext cx="821149" cy="82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46" title="money-currency_35329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789" y="1381227"/>
            <a:ext cx="821149" cy="82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46" title="client_600986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207" y="1381250"/>
            <a:ext cx="821137" cy="82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46" title="coupon_90206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5525" y="1381225"/>
            <a:ext cx="821149" cy="82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46"/>
          <p:cNvSpPr txBox="1"/>
          <p:nvPr>
            <p:ph idx="4294967295" type="subTitle"/>
          </p:nvPr>
        </p:nvSpPr>
        <p:spPr>
          <a:xfrm>
            <a:off x="513475" y="2202196"/>
            <a:ext cx="1638600" cy="4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176.087</a:t>
            </a:r>
            <a:endParaRPr sz="2100"/>
          </a:p>
        </p:txBody>
      </p:sp>
      <p:sp>
        <p:nvSpPr>
          <p:cNvPr id="1101" name="Google Shape;1101;p46"/>
          <p:cNvSpPr txBox="1"/>
          <p:nvPr>
            <p:ph idx="4294967295" type="subTitle"/>
          </p:nvPr>
        </p:nvSpPr>
        <p:spPr>
          <a:xfrm>
            <a:off x="4335851" y="2165300"/>
            <a:ext cx="2655000" cy="5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$</a:t>
            </a:r>
            <a:r>
              <a:rPr b="1" lang="en" sz="2100"/>
              <a:t>2.800.883.575</a:t>
            </a:r>
            <a:endParaRPr sz="2100"/>
          </a:p>
        </p:txBody>
      </p:sp>
      <p:sp>
        <p:nvSpPr>
          <p:cNvPr id="1102" name="Google Shape;1102;p46"/>
          <p:cNvSpPr txBox="1"/>
          <p:nvPr>
            <p:ph idx="4294967295" type="subTitle"/>
          </p:nvPr>
        </p:nvSpPr>
        <p:spPr>
          <a:xfrm>
            <a:off x="2395875" y="2165300"/>
            <a:ext cx="2225400" cy="5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$</a:t>
            </a:r>
            <a:r>
              <a:rPr b="1" lang="en" sz="2100"/>
              <a:t>2.801.078.85</a:t>
            </a:r>
            <a:r>
              <a:rPr b="1" lang="en" sz="2100"/>
              <a:t>0 </a:t>
            </a:r>
            <a:endParaRPr sz="2100"/>
          </a:p>
        </p:txBody>
      </p:sp>
      <p:sp>
        <p:nvSpPr>
          <p:cNvPr id="1103" name="Google Shape;1103;p46"/>
          <p:cNvSpPr txBox="1"/>
          <p:nvPr>
            <p:ph idx="4294967295" type="subTitle"/>
          </p:nvPr>
        </p:nvSpPr>
        <p:spPr>
          <a:xfrm>
            <a:off x="6986800" y="2202196"/>
            <a:ext cx="1638600" cy="4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98.11% </a:t>
            </a:r>
            <a:endParaRPr sz="2100"/>
          </a:p>
        </p:txBody>
      </p:sp>
      <p:sp>
        <p:nvSpPr>
          <p:cNvPr id="1104" name="Google Shape;1104;p46"/>
          <p:cNvSpPr txBox="1"/>
          <p:nvPr>
            <p:ph idx="4294967295" type="subTitle"/>
          </p:nvPr>
        </p:nvSpPr>
        <p:spPr>
          <a:xfrm>
            <a:off x="3566028" y="3755450"/>
            <a:ext cx="192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12 = $195.275</a:t>
            </a:r>
            <a:br>
              <a:rPr b="1" lang="en">
                <a:solidFill>
                  <a:srgbClr val="FF0000"/>
                </a:solidFill>
              </a:rPr>
            </a:br>
            <a:r>
              <a:rPr b="1"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rgbClr val="FF0000"/>
                </a:solidFill>
              </a:rPr>
              <a:t>Default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7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Growth</a:t>
            </a:r>
            <a:endParaRPr/>
          </a:p>
        </p:txBody>
      </p:sp>
      <p:pic>
        <p:nvPicPr>
          <p:cNvPr id="1110" name="Google Shape;1110;p47" title="Business Grow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7300"/>
            <a:ext cx="8839201" cy="3460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1" name="Google Shape;1111;p47"/>
          <p:cNvCxnSpPr/>
          <p:nvPr/>
        </p:nvCxnSpPr>
        <p:spPr>
          <a:xfrm>
            <a:off x="3886550" y="2421650"/>
            <a:ext cx="0" cy="21795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47"/>
          <p:cNvCxnSpPr/>
          <p:nvPr/>
        </p:nvCxnSpPr>
        <p:spPr>
          <a:xfrm>
            <a:off x="5759350" y="2421650"/>
            <a:ext cx="0" cy="21795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48" title="Map Customer.png"/>
          <p:cNvPicPr preferRelativeResize="0"/>
          <p:nvPr/>
        </p:nvPicPr>
        <p:blipFill rotWithShape="1">
          <a:blip r:embed="rId3">
            <a:alphaModFix/>
          </a:blip>
          <a:srcRect b="0" l="21802" r="0" t="0"/>
          <a:stretch/>
        </p:blipFill>
        <p:spPr>
          <a:xfrm>
            <a:off x="418600" y="598575"/>
            <a:ext cx="4909123" cy="245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48" title="Cohort (Heatmap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75" y="1599475"/>
            <a:ext cx="4067924" cy="337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48"/>
          <p:cNvSpPr txBox="1"/>
          <p:nvPr>
            <p:ph type="title"/>
          </p:nvPr>
        </p:nvSpPr>
        <p:spPr>
          <a:xfrm>
            <a:off x="317500" y="3955850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/>
              <a:t>Portfolio Health Overview</a:t>
            </a:r>
            <a:r>
              <a:rPr lang="en" sz="1900"/>
              <a:t>: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Strong but Needs Attention</a:t>
            </a:r>
            <a:endParaRPr sz="2300"/>
          </a:p>
        </p:txBody>
      </p:sp>
      <p:pic>
        <p:nvPicPr>
          <p:cNvPr id="1120" name="Google Shape;112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4875" y="267450"/>
            <a:ext cx="2643380" cy="7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48" title="flags_953119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325" y="2713225"/>
            <a:ext cx="512650" cy="5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48"/>
          <p:cNvSpPr txBox="1"/>
          <p:nvPr>
            <p:ph type="title"/>
          </p:nvPr>
        </p:nvSpPr>
        <p:spPr>
          <a:xfrm>
            <a:off x="418600" y="2182475"/>
            <a:ext cx="77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49" title="Anomaly Proportion.png"/>
          <p:cNvPicPr preferRelativeResize="0"/>
          <p:nvPr/>
        </p:nvPicPr>
        <p:blipFill rotWithShape="1">
          <a:blip r:embed="rId3">
            <a:alphaModFix/>
          </a:blip>
          <a:srcRect b="9343" l="14170" r="0" t="7539"/>
          <a:stretch/>
        </p:blipFill>
        <p:spPr>
          <a:xfrm>
            <a:off x="3717000" y="1928475"/>
            <a:ext cx="4613599" cy="293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49"/>
          <p:cNvSpPr txBox="1"/>
          <p:nvPr>
            <p:ph type="title"/>
          </p:nvPr>
        </p:nvSpPr>
        <p:spPr>
          <a:xfrm>
            <a:off x="201700" y="1238025"/>
            <a:ext cx="587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Anomaly vs Normal Customer</a:t>
            </a:r>
            <a:endParaRPr sz="2600"/>
          </a:p>
        </p:txBody>
      </p:sp>
      <p:sp>
        <p:nvSpPr>
          <p:cNvPr id="1129" name="Google Shape;1129;p49"/>
          <p:cNvSpPr txBox="1"/>
          <p:nvPr>
            <p:ph idx="1" type="subTitle"/>
          </p:nvPr>
        </p:nvSpPr>
        <p:spPr>
          <a:xfrm>
            <a:off x="201700" y="1810725"/>
            <a:ext cx="52521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 terms of quantity, this Anomaly group is indeed small (a minority), but the financial impact of its losses is significant because its TKB30 has plummeted.</a:t>
            </a:r>
            <a:endParaRPr/>
          </a:p>
        </p:txBody>
      </p:sp>
      <p:pic>
        <p:nvPicPr>
          <p:cNvPr id="1130" name="Google Shape;113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875" y="267450"/>
            <a:ext cx="2643380" cy="7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50"/>
          <p:cNvSpPr txBox="1"/>
          <p:nvPr>
            <p:ph type="title"/>
          </p:nvPr>
        </p:nvSpPr>
        <p:spPr>
          <a:xfrm>
            <a:off x="4536400" y="130047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The Mortgage Trap</a:t>
            </a:r>
            <a:endParaRPr sz="1500"/>
          </a:p>
        </p:txBody>
      </p:sp>
      <p:sp>
        <p:nvSpPr>
          <p:cNvPr id="1136" name="Google Shape;1136;p50"/>
          <p:cNvSpPr txBox="1"/>
          <p:nvPr>
            <p:ph idx="1" type="subTitle"/>
          </p:nvPr>
        </p:nvSpPr>
        <p:spPr>
          <a:xfrm>
            <a:off x="4715925" y="1604175"/>
            <a:ext cx="41406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these customers take out new loans (debt consolidation), their cash flow immediately becomes </a:t>
            </a:r>
            <a:r>
              <a:rPr b="1" lang="en" sz="1100"/>
              <a:t>negative</a:t>
            </a:r>
            <a:r>
              <a:rPr lang="en" sz="1100"/>
              <a:t>. Their entire </a:t>
            </a:r>
            <a:r>
              <a:rPr b="1" lang="en" sz="1100"/>
              <a:t>salary </a:t>
            </a:r>
            <a:r>
              <a:rPr lang="en" sz="1100"/>
              <a:t>goes toward </a:t>
            </a:r>
            <a:r>
              <a:rPr b="1" lang="en" sz="1100"/>
              <a:t>mortgage payments</a:t>
            </a:r>
            <a:r>
              <a:rPr lang="en" sz="1100"/>
              <a:t> &amp; </a:t>
            </a:r>
            <a:r>
              <a:rPr b="1" lang="en" sz="1100"/>
              <a:t>new debt payments</a:t>
            </a:r>
            <a:r>
              <a:rPr lang="en" sz="1100"/>
              <a:t>.</a:t>
            </a:r>
            <a:endParaRPr sz="1100"/>
          </a:p>
        </p:txBody>
      </p:sp>
      <p:pic>
        <p:nvPicPr>
          <p:cNvPr id="1137" name="Google Shape;1137;p50" title="Home Ownership Profile.png"/>
          <p:cNvPicPr preferRelativeResize="0"/>
          <p:nvPr/>
        </p:nvPicPr>
        <p:blipFill rotWithShape="1">
          <a:blip r:embed="rId3">
            <a:alphaModFix/>
          </a:blip>
          <a:srcRect b="0" l="0" r="0" t="6472"/>
          <a:stretch/>
        </p:blipFill>
        <p:spPr>
          <a:xfrm>
            <a:off x="196275" y="1379700"/>
            <a:ext cx="4411224" cy="302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50"/>
          <p:cNvSpPr txBox="1"/>
          <p:nvPr>
            <p:ph type="title"/>
          </p:nvPr>
        </p:nvSpPr>
        <p:spPr>
          <a:xfrm>
            <a:off x="196275" y="353675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Home Ownership Profile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chemeClr val="dk1"/>
                </a:solidFill>
              </a:rPr>
              <a:t>Anomaly vs Normal Customer</a:t>
            </a:r>
            <a:endParaRPr sz="2300"/>
          </a:p>
        </p:txBody>
      </p:sp>
      <p:sp>
        <p:nvSpPr>
          <p:cNvPr id="1139" name="Google Shape;1139;p50"/>
          <p:cNvSpPr txBox="1"/>
          <p:nvPr>
            <p:ph type="title"/>
          </p:nvPr>
        </p:nvSpPr>
        <p:spPr>
          <a:xfrm>
            <a:off x="4536400" y="243037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Renters aren't the villain</a:t>
            </a:r>
            <a:endParaRPr sz="1500"/>
          </a:p>
        </p:txBody>
      </p:sp>
      <p:sp>
        <p:nvSpPr>
          <p:cNvPr id="1140" name="Google Shape;1140;p50"/>
          <p:cNvSpPr txBox="1"/>
          <p:nvPr>
            <p:ph idx="1" type="subTitle"/>
          </p:nvPr>
        </p:nvSpPr>
        <p:spPr>
          <a:xfrm>
            <a:off x="4715925" y="2734075"/>
            <a:ext cx="41406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Rejecting a loan application simply because the applicant is “</a:t>
            </a:r>
            <a:r>
              <a:rPr b="1" lang="en" sz="1100"/>
              <a:t>still renting</a:t>
            </a:r>
            <a:r>
              <a:rPr lang="en" sz="1100"/>
              <a:t>” is the </a:t>
            </a:r>
            <a:r>
              <a:rPr b="1" lang="en" sz="1100"/>
              <a:t>wrong strategy.</a:t>
            </a:r>
            <a:r>
              <a:rPr lang="en" sz="1100"/>
              <a:t> The problem is </a:t>
            </a:r>
            <a:r>
              <a:rPr b="1" lang="en" sz="1100"/>
              <a:t>not the status</a:t>
            </a:r>
            <a:r>
              <a:rPr lang="en" sz="1100"/>
              <a:t> of the house, </a:t>
            </a:r>
            <a:r>
              <a:rPr b="1" lang="en" sz="1100"/>
              <a:t>but </a:t>
            </a:r>
            <a:r>
              <a:rPr lang="en" sz="1100"/>
              <a:t>the </a:t>
            </a:r>
            <a:r>
              <a:rPr b="1" lang="en" sz="1100"/>
              <a:t>amount of money left.</a:t>
            </a:r>
            <a:endParaRPr b="1" sz="1100"/>
          </a:p>
        </p:txBody>
      </p:sp>
      <p:sp>
        <p:nvSpPr>
          <p:cNvPr id="1141" name="Google Shape;1141;p50"/>
          <p:cNvSpPr txBox="1"/>
          <p:nvPr>
            <p:ph type="title"/>
          </p:nvPr>
        </p:nvSpPr>
        <p:spPr>
          <a:xfrm>
            <a:off x="4536400" y="3560275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</a:t>
            </a:r>
            <a:r>
              <a:rPr lang="en" sz="1500"/>
              <a:t>The "OWN" is Safety Net</a:t>
            </a:r>
            <a:endParaRPr sz="1500"/>
          </a:p>
        </p:txBody>
      </p:sp>
      <p:sp>
        <p:nvSpPr>
          <p:cNvPr id="1142" name="Google Shape;1142;p50"/>
          <p:cNvSpPr txBox="1"/>
          <p:nvPr>
            <p:ph idx="1" type="subTitle"/>
          </p:nvPr>
        </p:nvSpPr>
        <p:spPr>
          <a:xfrm>
            <a:off x="4715925" y="3863975"/>
            <a:ext cx="41406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Customers who have paid off their mortgages are the safest. They have more disposable income to pay off their debts to RevoFin.</a:t>
            </a:r>
            <a:endParaRPr b="1" sz="1100"/>
          </a:p>
        </p:txBody>
      </p:sp>
      <p:pic>
        <p:nvPicPr>
          <p:cNvPr id="1143" name="Google Shape;114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875" y="267450"/>
            <a:ext cx="2643380" cy="7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Google Shape;1148;p51" title="Income Analysis.png"/>
          <p:cNvPicPr preferRelativeResize="0"/>
          <p:nvPr/>
        </p:nvPicPr>
        <p:blipFill rotWithShape="1">
          <a:blip r:embed="rId3">
            <a:alphaModFix/>
          </a:blip>
          <a:srcRect b="0" l="0" r="0" t="6227"/>
          <a:stretch/>
        </p:blipFill>
        <p:spPr>
          <a:xfrm>
            <a:off x="266125" y="1503124"/>
            <a:ext cx="4875376" cy="30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51"/>
          <p:cNvSpPr txBox="1"/>
          <p:nvPr>
            <p:ph type="title"/>
          </p:nvPr>
        </p:nvSpPr>
        <p:spPr>
          <a:xfrm>
            <a:off x="196275" y="556325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Income Analyst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chemeClr val="dk1"/>
                </a:solidFill>
              </a:rPr>
              <a:t>Anomaly vs Normal Customer</a:t>
            </a:r>
            <a:endParaRPr sz="2300"/>
          </a:p>
        </p:txBody>
      </p:sp>
      <p:sp>
        <p:nvSpPr>
          <p:cNvPr id="1150" name="Google Shape;1150;p51"/>
          <p:cNvSpPr txBox="1"/>
          <p:nvPr>
            <p:ph type="title"/>
          </p:nvPr>
        </p:nvSpPr>
        <p:spPr>
          <a:xfrm>
            <a:off x="4251325" y="2260525"/>
            <a:ext cx="466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r>
              <a:rPr lang="en" sz="1400"/>
              <a:t>Income is not the main reason for low TKB30</a:t>
            </a:r>
            <a:endParaRPr sz="1400"/>
          </a:p>
        </p:txBody>
      </p:sp>
      <p:sp>
        <p:nvSpPr>
          <p:cNvPr id="1151" name="Google Shape;1151;p51"/>
          <p:cNvSpPr txBox="1"/>
          <p:nvPr>
            <p:ph idx="1" type="subTitle"/>
          </p:nvPr>
        </p:nvSpPr>
        <p:spPr>
          <a:xfrm>
            <a:off x="4362450" y="2516600"/>
            <a:ext cx="42270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The anomaly cohort (those with </a:t>
            </a:r>
            <a:r>
              <a:rPr b="1" lang="en" sz="1100"/>
              <a:t>low TKB30</a:t>
            </a:r>
            <a:r>
              <a:rPr lang="en" sz="1100"/>
              <a:t>) actually </a:t>
            </a:r>
            <a:r>
              <a:rPr b="1" lang="en" sz="1100"/>
              <a:t>had a higher median income</a:t>
            </a:r>
            <a:r>
              <a:rPr lang="en" sz="1100"/>
              <a:t>, meaning that the problem </a:t>
            </a:r>
            <a:r>
              <a:rPr b="1" lang="en" sz="1100"/>
              <a:t>was not affordability</a:t>
            </a:r>
            <a:r>
              <a:rPr lang="en" sz="1100"/>
              <a:t>.</a:t>
            </a:r>
            <a:endParaRPr sz="1100"/>
          </a:p>
        </p:txBody>
      </p:sp>
      <p:sp>
        <p:nvSpPr>
          <p:cNvPr id="1152" name="Google Shape;1152;p51"/>
          <p:cNvSpPr txBox="1"/>
          <p:nvPr>
            <p:ph type="title"/>
          </p:nvPr>
        </p:nvSpPr>
        <p:spPr>
          <a:xfrm>
            <a:off x="4314825" y="3282475"/>
            <a:ext cx="46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problem may lie in non-income factors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52" title="Employ Length Analysis.png"/>
          <p:cNvPicPr preferRelativeResize="0"/>
          <p:nvPr/>
        </p:nvPicPr>
        <p:blipFill rotWithShape="1">
          <a:blip r:embed="rId3">
            <a:alphaModFix/>
          </a:blip>
          <a:srcRect b="0" l="0" r="0" t="6165"/>
          <a:stretch/>
        </p:blipFill>
        <p:spPr>
          <a:xfrm>
            <a:off x="161650" y="1750863"/>
            <a:ext cx="4591324" cy="28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52"/>
          <p:cNvSpPr txBox="1"/>
          <p:nvPr>
            <p:ph type="title"/>
          </p:nvPr>
        </p:nvSpPr>
        <p:spPr>
          <a:xfrm>
            <a:off x="196275" y="500113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Employment Length</a:t>
            </a:r>
            <a:r>
              <a:rPr lang="en" sz="2600"/>
              <a:t> Analyst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chemeClr val="dk1"/>
                </a:solidFill>
              </a:rPr>
              <a:t>Anomaly vs Normal Customer</a:t>
            </a:r>
            <a:endParaRPr sz="2300"/>
          </a:p>
        </p:txBody>
      </p:sp>
      <p:sp>
        <p:nvSpPr>
          <p:cNvPr id="1159" name="Google Shape;1159;p52"/>
          <p:cNvSpPr txBox="1"/>
          <p:nvPr>
            <p:ph type="title"/>
          </p:nvPr>
        </p:nvSpPr>
        <p:spPr>
          <a:xfrm>
            <a:off x="4640300" y="2065788"/>
            <a:ext cx="432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S</a:t>
            </a:r>
            <a:r>
              <a:rPr lang="en" sz="1400"/>
              <a:t>tability does not guarantee ability to pay</a:t>
            </a:r>
            <a:endParaRPr sz="1400"/>
          </a:p>
        </p:txBody>
      </p:sp>
      <p:sp>
        <p:nvSpPr>
          <p:cNvPr id="1160" name="Google Shape;1160;p52"/>
          <p:cNvSpPr txBox="1"/>
          <p:nvPr>
            <p:ph idx="1" type="subTitle"/>
          </p:nvPr>
        </p:nvSpPr>
        <p:spPr>
          <a:xfrm>
            <a:off x="4919125" y="2369488"/>
            <a:ext cx="4041300" cy="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It turns out that many senior employees are also trapped in debt (over-leveraged), perhaps because they feel secure and therefore dare to take on a lot of debt.</a:t>
            </a:r>
            <a:endParaRPr sz="1100"/>
          </a:p>
        </p:txBody>
      </p:sp>
      <p:sp>
        <p:nvSpPr>
          <p:cNvPr id="1161" name="Google Shape;1161;p52"/>
          <p:cNvSpPr txBox="1"/>
          <p:nvPr>
            <p:ph type="title"/>
          </p:nvPr>
        </p:nvSpPr>
        <p:spPr>
          <a:xfrm>
            <a:off x="4676775" y="3282763"/>
            <a:ext cx="459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The anomaly cohort appears heterogeneous</a:t>
            </a:r>
            <a:endParaRPr sz="1400"/>
          </a:p>
        </p:txBody>
      </p:sp>
      <p:sp>
        <p:nvSpPr>
          <p:cNvPr id="1162" name="Google Shape;1162;p52"/>
          <p:cNvSpPr txBox="1"/>
          <p:nvPr>
            <p:ph idx="1" type="subTitle"/>
          </p:nvPr>
        </p:nvSpPr>
        <p:spPr>
          <a:xfrm>
            <a:off x="4923725" y="3581088"/>
            <a:ext cx="40413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The presence of many borrowers with 10+ years alongside performance issues indicates that other factors override job stability</a:t>
            </a:r>
            <a:endParaRPr b="1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oogle Shape;1167;p53" title="Screenshot 2025-12-08 165626.png"/>
          <p:cNvPicPr preferRelativeResize="0"/>
          <p:nvPr/>
        </p:nvPicPr>
        <p:blipFill rotWithShape="1">
          <a:blip r:embed="rId3">
            <a:alphaModFix/>
          </a:blip>
          <a:srcRect b="0" l="0" r="0" t="9132"/>
          <a:stretch/>
        </p:blipFill>
        <p:spPr>
          <a:xfrm>
            <a:off x="300200" y="941687"/>
            <a:ext cx="6050225" cy="27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53"/>
          <p:cNvSpPr txBox="1"/>
          <p:nvPr>
            <p:ph type="title"/>
          </p:nvPr>
        </p:nvSpPr>
        <p:spPr>
          <a:xfrm>
            <a:off x="196275" y="176838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State </a:t>
            </a:r>
            <a:r>
              <a:rPr lang="en" sz="2600"/>
              <a:t>Analyst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chemeClr val="dk1"/>
                </a:solidFill>
              </a:rPr>
              <a:t>Anomaly vs Normal Customer</a:t>
            </a:r>
            <a:endParaRPr sz="2300"/>
          </a:p>
        </p:txBody>
      </p:sp>
      <p:sp>
        <p:nvSpPr>
          <p:cNvPr id="1169" name="Google Shape;1169;p53"/>
          <p:cNvSpPr txBox="1"/>
          <p:nvPr>
            <p:ph type="title"/>
          </p:nvPr>
        </p:nvSpPr>
        <p:spPr>
          <a:xfrm>
            <a:off x="490700" y="3771163"/>
            <a:ext cx="387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</a:t>
            </a:r>
            <a:r>
              <a:rPr lang="en" sz="1500"/>
              <a:t>Interstate distribution is similar</a:t>
            </a:r>
            <a:endParaRPr sz="1500"/>
          </a:p>
        </p:txBody>
      </p:sp>
      <p:sp>
        <p:nvSpPr>
          <p:cNvPr id="1170" name="Google Shape;1170;p53"/>
          <p:cNvSpPr txBox="1"/>
          <p:nvPr>
            <p:ph idx="1" type="subTitle"/>
          </p:nvPr>
        </p:nvSpPr>
        <p:spPr>
          <a:xfrm>
            <a:off x="600950" y="4062163"/>
            <a:ext cx="78108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No single state is clearly the source of the anomaly. The percentages for California, Florida, New York, and Texas differ only by a few points between the Anomaly (Low TKB30) and Normal Cohort. This means that the poor pattern is not concentrated in one large state it is </a:t>
            </a:r>
            <a:r>
              <a:rPr b="1" lang="en" sz="1100"/>
              <a:t>not </a:t>
            </a:r>
            <a:r>
              <a:rPr lang="en" sz="1100"/>
              <a:t>a single </a:t>
            </a:r>
            <a:r>
              <a:rPr b="1" lang="en" sz="1100"/>
              <a:t>geographical issue</a:t>
            </a:r>
            <a:r>
              <a:rPr lang="en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54" title="Purpose Analysis.png"/>
          <p:cNvPicPr preferRelativeResize="0"/>
          <p:nvPr/>
        </p:nvPicPr>
        <p:blipFill rotWithShape="1">
          <a:blip r:embed="rId3">
            <a:alphaModFix/>
          </a:blip>
          <a:srcRect b="0" l="5704" r="6546" t="6279"/>
          <a:stretch/>
        </p:blipFill>
        <p:spPr>
          <a:xfrm>
            <a:off x="674900" y="878950"/>
            <a:ext cx="7489174" cy="31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54"/>
          <p:cNvSpPr txBox="1"/>
          <p:nvPr>
            <p:ph type="title"/>
          </p:nvPr>
        </p:nvSpPr>
        <p:spPr>
          <a:xfrm>
            <a:off x="196275" y="246050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Purpose </a:t>
            </a:r>
            <a:r>
              <a:rPr lang="en" sz="2600"/>
              <a:t>Analyst</a:t>
            </a:r>
            <a:endParaRPr sz="2300"/>
          </a:p>
        </p:txBody>
      </p:sp>
      <p:sp>
        <p:nvSpPr>
          <p:cNvPr id="1177" name="Google Shape;1177;p54"/>
          <p:cNvSpPr txBox="1"/>
          <p:nvPr>
            <p:ph type="title"/>
          </p:nvPr>
        </p:nvSpPr>
        <p:spPr>
          <a:xfrm>
            <a:off x="801900" y="4049650"/>
            <a:ext cx="59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</a:t>
            </a:r>
            <a:r>
              <a:rPr lang="en" sz="1500"/>
              <a:t>Debt Consolidation dominates the Anomaly Cohort</a:t>
            </a:r>
            <a:endParaRPr sz="1500"/>
          </a:p>
        </p:txBody>
      </p:sp>
      <p:sp>
        <p:nvSpPr>
          <p:cNvPr id="1178" name="Google Shape;1178;p54"/>
          <p:cNvSpPr txBox="1"/>
          <p:nvPr>
            <p:ph idx="1" type="subTitle"/>
          </p:nvPr>
        </p:nvSpPr>
        <p:spPr>
          <a:xfrm>
            <a:off x="882825" y="4326650"/>
            <a:ext cx="74892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Borrowers who take out loans to “</a:t>
            </a:r>
            <a:r>
              <a:rPr b="1" lang="en" sz="1100"/>
              <a:t>tidy up</a:t>
            </a:r>
            <a:r>
              <a:rPr lang="en" sz="1100"/>
              <a:t>” their debts are more likely to </a:t>
            </a:r>
            <a:r>
              <a:rPr b="1" lang="en" sz="1100"/>
              <a:t>fall </a:t>
            </a:r>
            <a:r>
              <a:rPr lang="en" sz="1100"/>
              <a:t>into </a:t>
            </a:r>
            <a:r>
              <a:rPr b="1" lang="en" sz="1100"/>
              <a:t>the Low TKB30 category.</a:t>
            </a:r>
            <a:endParaRPr b="1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 title="Interest Rate Analysis.png"/>
          <p:cNvPicPr preferRelativeResize="0"/>
          <p:nvPr/>
        </p:nvPicPr>
        <p:blipFill rotWithShape="1">
          <a:blip r:embed="rId3">
            <a:alphaModFix/>
          </a:blip>
          <a:srcRect b="0" l="0" r="0" t="7270"/>
          <a:stretch/>
        </p:blipFill>
        <p:spPr>
          <a:xfrm>
            <a:off x="196275" y="1592187"/>
            <a:ext cx="4884050" cy="290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55"/>
          <p:cNvSpPr txBox="1"/>
          <p:nvPr>
            <p:ph type="title"/>
          </p:nvPr>
        </p:nvSpPr>
        <p:spPr>
          <a:xfrm>
            <a:off x="196275" y="645388"/>
            <a:ext cx="55824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Interest Rate </a:t>
            </a:r>
            <a:r>
              <a:rPr lang="en" sz="2600"/>
              <a:t>Analyst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chemeClr val="dk1"/>
                </a:solidFill>
              </a:rPr>
              <a:t>Anomaly vs Normal Customer</a:t>
            </a:r>
            <a:endParaRPr sz="2300"/>
          </a:p>
        </p:txBody>
      </p:sp>
      <p:sp>
        <p:nvSpPr>
          <p:cNvPr id="1185" name="Google Shape;1185;p55"/>
          <p:cNvSpPr txBox="1"/>
          <p:nvPr>
            <p:ph type="title"/>
          </p:nvPr>
        </p:nvSpPr>
        <p:spPr>
          <a:xfrm>
            <a:off x="4439525" y="2160013"/>
            <a:ext cx="432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</a:t>
            </a:r>
            <a:r>
              <a:rPr lang="en" sz="1400"/>
              <a:t>Borrowers with higher interest rates are 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much riskier.</a:t>
            </a:r>
            <a:endParaRPr sz="1400"/>
          </a:p>
        </p:txBody>
      </p:sp>
      <p:sp>
        <p:nvSpPr>
          <p:cNvPr id="1186" name="Google Shape;1186;p55"/>
          <p:cNvSpPr txBox="1"/>
          <p:nvPr>
            <p:ph idx="1" type="subTitle"/>
          </p:nvPr>
        </p:nvSpPr>
        <p:spPr>
          <a:xfrm>
            <a:off x="4684850" y="2603413"/>
            <a:ext cx="40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"/>
              <a:t>The Anomaly</a:t>
            </a:r>
            <a:r>
              <a:rPr lang="en" sz="1100"/>
              <a:t> Cohort has a </a:t>
            </a:r>
            <a:r>
              <a:rPr b="1" lang="en" sz="1100"/>
              <a:t>much higher</a:t>
            </a:r>
            <a:r>
              <a:rPr lang="en" sz="1100"/>
              <a:t> median interest rate (16.24%) than the Normal Cohort (12.40%).</a:t>
            </a:r>
            <a:endParaRPr sz="1100"/>
          </a:p>
        </p:txBody>
      </p:sp>
      <p:sp>
        <p:nvSpPr>
          <p:cNvPr id="1187" name="Google Shape;1187;p55"/>
          <p:cNvSpPr txBox="1"/>
          <p:nvPr>
            <p:ph idx="1" type="subTitle"/>
          </p:nvPr>
        </p:nvSpPr>
        <p:spPr>
          <a:xfrm>
            <a:off x="4697550" y="3022113"/>
            <a:ext cx="40746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/>
              <a:t>High interest rates increase </a:t>
            </a:r>
            <a:r>
              <a:rPr b="1" lang="en" sz="1100"/>
              <a:t>installment burdens,</a:t>
            </a:r>
            <a:r>
              <a:rPr lang="en" sz="1100"/>
              <a:t> making borrowers more prone to </a:t>
            </a:r>
            <a:r>
              <a:rPr b="1" lang="en" sz="1100"/>
              <a:t>delinquency </a:t>
            </a:r>
            <a:r>
              <a:rPr lang="en" sz="1100"/>
              <a:t>and </a:t>
            </a:r>
            <a:r>
              <a:rPr b="1" lang="en" sz="1100"/>
              <a:t>falling </a:t>
            </a:r>
            <a:r>
              <a:rPr lang="en" sz="1100"/>
              <a:t>into the Low TKB30 category</a:t>
            </a:r>
            <a:r>
              <a:rPr lang="en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6"/>
          <p:cNvSpPr txBox="1"/>
          <p:nvPr>
            <p:ph type="title"/>
          </p:nvPr>
        </p:nvSpPr>
        <p:spPr>
          <a:xfrm>
            <a:off x="4972800" y="1871700"/>
            <a:ext cx="44472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Insight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56"/>
          <p:cNvSpPr/>
          <p:nvPr/>
        </p:nvSpPr>
        <p:spPr>
          <a:xfrm>
            <a:off x="696136" y="3909893"/>
            <a:ext cx="4079314" cy="53"/>
          </a:xfrm>
          <a:custGeom>
            <a:rect b="b" l="l" r="r" t="t"/>
            <a:pathLst>
              <a:path extrusionOk="0" fill="none" h="1" w="77399">
                <a:moveTo>
                  <a:pt x="0" y="1"/>
                </a:moveTo>
                <a:lnTo>
                  <a:pt x="77399" y="1"/>
                </a:lnTo>
              </a:path>
            </a:pathLst>
          </a:custGeom>
          <a:noFill/>
          <a:ln cap="flat" cmpd="sng" w="3325">
            <a:solidFill>
              <a:schemeClr val="accent4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56"/>
          <p:cNvSpPr/>
          <p:nvPr/>
        </p:nvSpPr>
        <p:spPr>
          <a:xfrm>
            <a:off x="1485520" y="1337440"/>
            <a:ext cx="2500062" cy="1543223"/>
          </a:xfrm>
          <a:custGeom>
            <a:rect b="b" l="l" r="r" t="t"/>
            <a:pathLst>
              <a:path extrusionOk="0" h="29279" w="47435">
                <a:moveTo>
                  <a:pt x="2399" y="1"/>
                </a:moveTo>
                <a:cubicBezTo>
                  <a:pt x="1067" y="1"/>
                  <a:pt x="1" y="1067"/>
                  <a:pt x="1" y="2389"/>
                </a:cubicBezTo>
                <a:lnTo>
                  <a:pt x="1" y="26880"/>
                </a:lnTo>
                <a:cubicBezTo>
                  <a:pt x="1" y="28213"/>
                  <a:pt x="1067" y="29279"/>
                  <a:pt x="2399" y="29279"/>
                </a:cubicBezTo>
                <a:lnTo>
                  <a:pt x="45046" y="29279"/>
                </a:lnTo>
                <a:cubicBezTo>
                  <a:pt x="46368" y="29279"/>
                  <a:pt x="47434" y="28213"/>
                  <a:pt x="47434" y="26880"/>
                </a:cubicBezTo>
                <a:lnTo>
                  <a:pt x="47434" y="2389"/>
                </a:lnTo>
                <a:cubicBezTo>
                  <a:pt x="47434" y="1067"/>
                  <a:pt x="46368" y="1"/>
                  <a:pt x="450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56"/>
          <p:cNvSpPr/>
          <p:nvPr/>
        </p:nvSpPr>
        <p:spPr>
          <a:xfrm>
            <a:off x="1512558" y="1364478"/>
            <a:ext cx="2445986" cy="1489198"/>
          </a:xfrm>
          <a:custGeom>
            <a:rect b="b" l="l" r="r" t="t"/>
            <a:pathLst>
              <a:path extrusionOk="0" h="28254" w="46409">
                <a:moveTo>
                  <a:pt x="1927" y="0"/>
                </a:moveTo>
                <a:cubicBezTo>
                  <a:pt x="861" y="0"/>
                  <a:pt x="0" y="862"/>
                  <a:pt x="0" y="1917"/>
                </a:cubicBezTo>
                <a:lnTo>
                  <a:pt x="0" y="26244"/>
                </a:lnTo>
                <a:cubicBezTo>
                  <a:pt x="0" y="27351"/>
                  <a:pt x="902" y="28253"/>
                  <a:pt x="2009" y="28253"/>
                </a:cubicBezTo>
                <a:lnTo>
                  <a:pt x="44399" y="28253"/>
                </a:lnTo>
                <a:cubicBezTo>
                  <a:pt x="45507" y="28253"/>
                  <a:pt x="46409" y="27351"/>
                  <a:pt x="46409" y="26244"/>
                </a:cubicBezTo>
                <a:lnTo>
                  <a:pt x="46409" y="1917"/>
                </a:lnTo>
                <a:cubicBezTo>
                  <a:pt x="46409" y="862"/>
                  <a:pt x="45548" y="0"/>
                  <a:pt x="444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6"/>
          <p:cNvSpPr/>
          <p:nvPr/>
        </p:nvSpPr>
        <p:spPr>
          <a:xfrm>
            <a:off x="1507657" y="1364478"/>
            <a:ext cx="2450888" cy="182684"/>
          </a:xfrm>
          <a:custGeom>
            <a:rect b="b" l="l" r="r" t="t"/>
            <a:pathLst>
              <a:path extrusionOk="0" h="3466" w="46502">
                <a:moveTo>
                  <a:pt x="1918" y="0"/>
                </a:moveTo>
                <a:cubicBezTo>
                  <a:pt x="852" y="0"/>
                  <a:pt x="1" y="862"/>
                  <a:pt x="1" y="1917"/>
                </a:cubicBezTo>
                <a:lnTo>
                  <a:pt x="1" y="3465"/>
                </a:lnTo>
                <a:lnTo>
                  <a:pt x="46502" y="3465"/>
                </a:lnTo>
                <a:lnTo>
                  <a:pt x="46502" y="1917"/>
                </a:lnTo>
                <a:cubicBezTo>
                  <a:pt x="46502" y="862"/>
                  <a:pt x="45641" y="0"/>
                  <a:pt x="445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6"/>
          <p:cNvSpPr/>
          <p:nvPr/>
        </p:nvSpPr>
        <p:spPr>
          <a:xfrm>
            <a:off x="1621660" y="1432575"/>
            <a:ext cx="47066" cy="46488"/>
          </a:xfrm>
          <a:custGeom>
            <a:rect b="b" l="l" r="r" t="t"/>
            <a:pathLst>
              <a:path extrusionOk="0" h="882" w="893">
                <a:moveTo>
                  <a:pt x="452" y="0"/>
                </a:moveTo>
                <a:cubicBezTo>
                  <a:pt x="206" y="0"/>
                  <a:pt x="1" y="195"/>
                  <a:pt x="1" y="441"/>
                </a:cubicBezTo>
                <a:cubicBezTo>
                  <a:pt x="1" y="687"/>
                  <a:pt x="206" y="882"/>
                  <a:pt x="452" y="882"/>
                </a:cubicBezTo>
                <a:cubicBezTo>
                  <a:pt x="688" y="882"/>
                  <a:pt x="893" y="687"/>
                  <a:pt x="893" y="441"/>
                </a:cubicBezTo>
                <a:cubicBezTo>
                  <a:pt x="893" y="195"/>
                  <a:pt x="688" y="0"/>
                  <a:pt x="452" y="0"/>
                </a:cubicBezTo>
                <a:close/>
              </a:path>
            </a:pathLst>
          </a:custGeom>
          <a:solidFill>
            <a:srgbClr val="D5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6"/>
          <p:cNvSpPr/>
          <p:nvPr/>
        </p:nvSpPr>
        <p:spPr>
          <a:xfrm>
            <a:off x="1761069" y="1432575"/>
            <a:ext cx="46539" cy="46488"/>
          </a:xfrm>
          <a:custGeom>
            <a:rect b="b" l="l" r="r" t="t"/>
            <a:pathLst>
              <a:path extrusionOk="0" h="882" w="883">
                <a:moveTo>
                  <a:pt x="442" y="0"/>
                </a:moveTo>
                <a:cubicBezTo>
                  <a:pt x="196" y="0"/>
                  <a:pt x="1" y="195"/>
                  <a:pt x="1" y="441"/>
                </a:cubicBezTo>
                <a:cubicBezTo>
                  <a:pt x="1" y="687"/>
                  <a:pt x="196" y="882"/>
                  <a:pt x="442" y="882"/>
                </a:cubicBezTo>
                <a:cubicBezTo>
                  <a:pt x="688" y="882"/>
                  <a:pt x="882" y="687"/>
                  <a:pt x="882" y="441"/>
                </a:cubicBezTo>
                <a:cubicBezTo>
                  <a:pt x="882" y="195"/>
                  <a:pt x="688" y="0"/>
                  <a:pt x="442" y="0"/>
                </a:cubicBezTo>
                <a:close/>
              </a:path>
            </a:pathLst>
          </a:custGeom>
          <a:solidFill>
            <a:srgbClr val="D5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6"/>
          <p:cNvSpPr/>
          <p:nvPr/>
        </p:nvSpPr>
        <p:spPr>
          <a:xfrm>
            <a:off x="1892361" y="1432575"/>
            <a:ext cx="54655" cy="46857"/>
          </a:xfrm>
          <a:custGeom>
            <a:rect b="b" l="l" r="r" t="t"/>
            <a:pathLst>
              <a:path extrusionOk="0" h="889" w="1037">
                <a:moveTo>
                  <a:pt x="596" y="0"/>
                </a:moveTo>
                <a:cubicBezTo>
                  <a:pt x="196" y="0"/>
                  <a:pt x="1" y="472"/>
                  <a:pt x="278" y="759"/>
                </a:cubicBezTo>
                <a:cubicBezTo>
                  <a:pt x="370" y="848"/>
                  <a:pt x="482" y="888"/>
                  <a:pt x="591" y="888"/>
                </a:cubicBezTo>
                <a:cubicBezTo>
                  <a:pt x="820" y="888"/>
                  <a:pt x="1036" y="712"/>
                  <a:pt x="1036" y="441"/>
                </a:cubicBezTo>
                <a:cubicBezTo>
                  <a:pt x="1036" y="195"/>
                  <a:pt x="842" y="0"/>
                  <a:pt x="596" y="0"/>
                </a:cubicBezTo>
                <a:close/>
              </a:path>
            </a:pathLst>
          </a:custGeom>
          <a:solidFill>
            <a:srgbClr val="D5E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6"/>
          <p:cNvSpPr/>
          <p:nvPr/>
        </p:nvSpPr>
        <p:spPr>
          <a:xfrm>
            <a:off x="1639001" y="2608303"/>
            <a:ext cx="1394574" cy="53"/>
          </a:xfrm>
          <a:custGeom>
            <a:rect b="b" l="l" r="r" t="t"/>
            <a:pathLst>
              <a:path extrusionOk="0" fill="none" h="1" w="26460">
                <a:moveTo>
                  <a:pt x="0" y="0"/>
                </a:moveTo>
                <a:lnTo>
                  <a:pt x="26459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6"/>
          <p:cNvSpPr/>
          <p:nvPr/>
        </p:nvSpPr>
        <p:spPr>
          <a:xfrm>
            <a:off x="1639001" y="2688786"/>
            <a:ext cx="1089834" cy="53"/>
          </a:xfrm>
          <a:custGeom>
            <a:rect b="b" l="l" r="r" t="t"/>
            <a:pathLst>
              <a:path extrusionOk="0" fill="none" h="1" w="20678">
                <a:moveTo>
                  <a:pt x="0" y="1"/>
                </a:moveTo>
                <a:lnTo>
                  <a:pt x="20677" y="1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56"/>
          <p:cNvSpPr/>
          <p:nvPr/>
        </p:nvSpPr>
        <p:spPr>
          <a:xfrm>
            <a:off x="1639001" y="2769321"/>
            <a:ext cx="678630" cy="53"/>
          </a:xfrm>
          <a:custGeom>
            <a:rect b="b" l="l" r="r" t="t"/>
            <a:pathLst>
              <a:path extrusionOk="0" fill="none" h="1" w="12876">
                <a:moveTo>
                  <a:pt x="0" y="0"/>
                </a:moveTo>
                <a:lnTo>
                  <a:pt x="12876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56"/>
          <p:cNvSpPr/>
          <p:nvPr/>
        </p:nvSpPr>
        <p:spPr>
          <a:xfrm>
            <a:off x="3229680" y="2608303"/>
            <a:ext cx="129180" cy="53"/>
          </a:xfrm>
          <a:custGeom>
            <a:rect b="b" l="l" r="r" t="t"/>
            <a:pathLst>
              <a:path extrusionOk="0" fill="none" h="1" w="2451">
                <a:moveTo>
                  <a:pt x="0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6"/>
          <p:cNvSpPr/>
          <p:nvPr/>
        </p:nvSpPr>
        <p:spPr>
          <a:xfrm>
            <a:off x="3229680" y="2688786"/>
            <a:ext cx="129180" cy="53"/>
          </a:xfrm>
          <a:custGeom>
            <a:rect b="b" l="l" r="r" t="t"/>
            <a:pathLst>
              <a:path extrusionOk="0" fill="none" h="1" w="2451">
                <a:moveTo>
                  <a:pt x="0" y="1"/>
                </a:moveTo>
                <a:lnTo>
                  <a:pt x="2451" y="1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6"/>
          <p:cNvSpPr/>
          <p:nvPr/>
        </p:nvSpPr>
        <p:spPr>
          <a:xfrm>
            <a:off x="3229680" y="2769321"/>
            <a:ext cx="129180" cy="53"/>
          </a:xfrm>
          <a:custGeom>
            <a:rect b="b" l="l" r="r" t="t"/>
            <a:pathLst>
              <a:path extrusionOk="0" fill="none" h="1" w="2451">
                <a:moveTo>
                  <a:pt x="0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6"/>
          <p:cNvSpPr/>
          <p:nvPr/>
        </p:nvSpPr>
        <p:spPr>
          <a:xfrm>
            <a:off x="3466332" y="2608303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6"/>
          <p:cNvSpPr/>
          <p:nvPr/>
        </p:nvSpPr>
        <p:spPr>
          <a:xfrm>
            <a:off x="3466332" y="2688786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1"/>
                </a:moveTo>
                <a:lnTo>
                  <a:pt x="2451" y="1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6"/>
          <p:cNvSpPr/>
          <p:nvPr/>
        </p:nvSpPr>
        <p:spPr>
          <a:xfrm>
            <a:off x="3466332" y="2769321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rgbClr val="B9D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6"/>
          <p:cNvSpPr/>
          <p:nvPr/>
        </p:nvSpPr>
        <p:spPr>
          <a:xfrm>
            <a:off x="3702983" y="2608303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6"/>
          <p:cNvSpPr/>
          <p:nvPr/>
        </p:nvSpPr>
        <p:spPr>
          <a:xfrm>
            <a:off x="3702983" y="2688786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1"/>
                </a:moveTo>
                <a:lnTo>
                  <a:pt x="2451" y="1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6"/>
          <p:cNvSpPr/>
          <p:nvPr/>
        </p:nvSpPr>
        <p:spPr>
          <a:xfrm>
            <a:off x="3702983" y="2769321"/>
            <a:ext cx="129180" cy="53"/>
          </a:xfrm>
          <a:custGeom>
            <a:rect b="b" l="l" r="r" t="t"/>
            <a:pathLst>
              <a:path extrusionOk="0" fill="none" h="1" w="2451">
                <a:moveTo>
                  <a:pt x="1" y="0"/>
                </a:moveTo>
                <a:lnTo>
                  <a:pt x="2451" y="0"/>
                </a:lnTo>
              </a:path>
            </a:pathLst>
          </a:custGeom>
          <a:noFill/>
          <a:ln cap="rnd" cmpd="sng" w="97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6"/>
          <p:cNvSpPr/>
          <p:nvPr/>
        </p:nvSpPr>
        <p:spPr>
          <a:xfrm>
            <a:off x="3822943" y="1592487"/>
            <a:ext cx="53" cy="309657"/>
          </a:xfrm>
          <a:custGeom>
            <a:rect b="b" l="l" r="r" t="t"/>
            <a:pathLst>
              <a:path extrusionOk="0" fill="none" h="5875" w="1">
                <a:moveTo>
                  <a:pt x="1" y="1"/>
                </a:moveTo>
                <a:lnTo>
                  <a:pt x="1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6"/>
          <p:cNvSpPr/>
          <p:nvPr/>
        </p:nvSpPr>
        <p:spPr>
          <a:xfrm>
            <a:off x="3822943" y="1688677"/>
            <a:ext cx="53" cy="140518"/>
          </a:xfrm>
          <a:custGeom>
            <a:rect b="b" l="l" r="r" t="t"/>
            <a:pathLst>
              <a:path extrusionOk="0" fill="none" h="2666" w="1">
                <a:moveTo>
                  <a:pt x="1" y="0"/>
                </a:moveTo>
                <a:lnTo>
                  <a:pt x="1" y="2666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6"/>
          <p:cNvSpPr/>
          <p:nvPr/>
        </p:nvSpPr>
        <p:spPr>
          <a:xfrm>
            <a:off x="3753792" y="1644878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1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6"/>
          <p:cNvSpPr/>
          <p:nvPr/>
        </p:nvSpPr>
        <p:spPr>
          <a:xfrm>
            <a:off x="3753792" y="1789189"/>
            <a:ext cx="53" cy="92449"/>
          </a:xfrm>
          <a:custGeom>
            <a:rect b="b" l="l" r="r" t="t"/>
            <a:pathLst>
              <a:path extrusionOk="0" fill="none" h="1754" w="1">
                <a:moveTo>
                  <a:pt x="0" y="0"/>
                </a:moveTo>
                <a:lnTo>
                  <a:pt x="0" y="1753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6"/>
          <p:cNvSpPr/>
          <p:nvPr/>
        </p:nvSpPr>
        <p:spPr>
          <a:xfrm>
            <a:off x="3685169" y="1671916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56"/>
          <p:cNvSpPr/>
          <p:nvPr/>
        </p:nvSpPr>
        <p:spPr>
          <a:xfrm>
            <a:off x="3685169" y="1829667"/>
            <a:ext cx="53" cy="145420"/>
          </a:xfrm>
          <a:custGeom>
            <a:rect b="b" l="l" r="r" t="t"/>
            <a:pathLst>
              <a:path extrusionOk="0" fill="none" h="2759" w="1">
                <a:moveTo>
                  <a:pt x="0" y="1"/>
                </a:moveTo>
                <a:lnTo>
                  <a:pt x="0" y="2759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56"/>
          <p:cNvSpPr/>
          <p:nvPr/>
        </p:nvSpPr>
        <p:spPr>
          <a:xfrm>
            <a:off x="3616545" y="1656790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6"/>
          <p:cNvSpPr/>
          <p:nvPr/>
        </p:nvSpPr>
        <p:spPr>
          <a:xfrm>
            <a:off x="3616545" y="1702170"/>
            <a:ext cx="53" cy="191328"/>
          </a:xfrm>
          <a:custGeom>
            <a:rect b="b" l="l" r="r" t="t"/>
            <a:pathLst>
              <a:path extrusionOk="0" fill="none" h="3630" w="1">
                <a:moveTo>
                  <a:pt x="0" y="1"/>
                </a:moveTo>
                <a:lnTo>
                  <a:pt x="0" y="3630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6"/>
          <p:cNvSpPr/>
          <p:nvPr/>
        </p:nvSpPr>
        <p:spPr>
          <a:xfrm>
            <a:off x="3547394" y="1762677"/>
            <a:ext cx="53" cy="232387"/>
          </a:xfrm>
          <a:custGeom>
            <a:rect b="b" l="l" r="r" t="t"/>
            <a:pathLst>
              <a:path extrusionOk="0" fill="none" h="4409" w="1">
                <a:moveTo>
                  <a:pt x="0" y="1"/>
                </a:moveTo>
                <a:lnTo>
                  <a:pt x="0" y="4409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6"/>
          <p:cNvSpPr/>
          <p:nvPr/>
        </p:nvSpPr>
        <p:spPr>
          <a:xfrm>
            <a:off x="3547394" y="1822657"/>
            <a:ext cx="53" cy="102200"/>
          </a:xfrm>
          <a:custGeom>
            <a:rect b="b" l="l" r="r" t="t"/>
            <a:pathLst>
              <a:path extrusionOk="0" fill="none" h="1939" w="1">
                <a:moveTo>
                  <a:pt x="0" y="1"/>
                </a:moveTo>
                <a:lnTo>
                  <a:pt x="0" y="1938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6"/>
          <p:cNvSpPr/>
          <p:nvPr/>
        </p:nvSpPr>
        <p:spPr>
          <a:xfrm>
            <a:off x="3478770" y="1796199"/>
            <a:ext cx="53" cy="276135"/>
          </a:xfrm>
          <a:custGeom>
            <a:rect b="b" l="l" r="r" t="t"/>
            <a:pathLst>
              <a:path extrusionOk="0" fill="none" h="5239" w="1">
                <a:moveTo>
                  <a:pt x="0" y="0"/>
                </a:moveTo>
                <a:lnTo>
                  <a:pt x="0" y="5239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6"/>
          <p:cNvSpPr/>
          <p:nvPr/>
        </p:nvSpPr>
        <p:spPr>
          <a:xfrm>
            <a:off x="3478770" y="1868618"/>
            <a:ext cx="53" cy="164289"/>
          </a:xfrm>
          <a:custGeom>
            <a:rect b="b" l="l" r="r" t="t"/>
            <a:pathLst>
              <a:path extrusionOk="0" fill="none" h="3117" w="1">
                <a:moveTo>
                  <a:pt x="0" y="0"/>
                </a:moveTo>
                <a:lnTo>
                  <a:pt x="0" y="3116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56"/>
          <p:cNvSpPr/>
          <p:nvPr/>
        </p:nvSpPr>
        <p:spPr>
          <a:xfrm>
            <a:off x="3410147" y="1747023"/>
            <a:ext cx="53" cy="240504"/>
          </a:xfrm>
          <a:custGeom>
            <a:rect b="b" l="l" r="r" t="t"/>
            <a:pathLst>
              <a:path extrusionOk="0" fill="none" h="4563" w="1">
                <a:moveTo>
                  <a:pt x="0" y="0"/>
                </a:moveTo>
                <a:lnTo>
                  <a:pt x="0" y="4562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56"/>
          <p:cNvSpPr/>
          <p:nvPr/>
        </p:nvSpPr>
        <p:spPr>
          <a:xfrm>
            <a:off x="3410147" y="1803736"/>
            <a:ext cx="53" cy="136249"/>
          </a:xfrm>
          <a:custGeom>
            <a:rect b="b" l="l" r="r" t="t"/>
            <a:pathLst>
              <a:path extrusionOk="0" fill="none" h="2585" w="1">
                <a:moveTo>
                  <a:pt x="0" y="1"/>
                </a:moveTo>
                <a:lnTo>
                  <a:pt x="0" y="2584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56"/>
          <p:cNvSpPr/>
          <p:nvPr/>
        </p:nvSpPr>
        <p:spPr>
          <a:xfrm>
            <a:off x="3341523" y="1650834"/>
            <a:ext cx="53" cy="288046"/>
          </a:xfrm>
          <a:custGeom>
            <a:rect b="b" l="l" r="r" t="t"/>
            <a:pathLst>
              <a:path extrusionOk="0" fill="none" h="5465" w="1">
                <a:moveTo>
                  <a:pt x="0" y="1"/>
                </a:moveTo>
                <a:lnTo>
                  <a:pt x="0" y="546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56"/>
          <p:cNvSpPr/>
          <p:nvPr/>
        </p:nvSpPr>
        <p:spPr>
          <a:xfrm>
            <a:off x="3341523" y="1706492"/>
            <a:ext cx="53" cy="181050"/>
          </a:xfrm>
          <a:custGeom>
            <a:rect b="b" l="l" r="r" t="t"/>
            <a:pathLst>
              <a:path extrusionOk="0" fill="none" h="3435" w="1">
                <a:moveTo>
                  <a:pt x="0" y="1"/>
                </a:moveTo>
                <a:lnTo>
                  <a:pt x="0" y="3435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56"/>
          <p:cNvSpPr/>
          <p:nvPr/>
        </p:nvSpPr>
        <p:spPr>
          <a:xfrm>
            <a:off x="3272372" y="1787028"/>
            <a:ext cx="53" cy="228592"/>
          </a:xfrm>
          <a:custGeom>
            <a:rect b="b" l="l" r="r" t="t"/>
            <a:pathLst>
              <a:path extrusionOk="0" fill="none" h="4337" w="1">
                <a:moveTo>
                  <a:pt x="0" y="0"/>
                </a:moveTo>
                <a:lnTo>
                  <a:pt x="0" y="4336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6"/>
          <p:cNvSpPr/>
          <p:nvPr/>
        </p:nvSpPr>
        <p:spPr>
          <a:xfrm>
            <a:off x="3272372" y="1841579"/>
            <a:ext cx="53" cy="110791"/>
          </a:xfrm>
          <a:custGeom>
            <a:rect b="b" l="l" r="r" t="t"/>
            <a:pathLst>
              <a:path extrusionOk="0" fill="none" h="2102" w="1">
                <a:moveTo>
                  <a:pt x="0" y="0"/>
                </a:moveTo>
                <a:lnTo>
                  <a:pt x="0" y="2102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6"/>
          <p:cNvSpPr/>
          <p:nvPr/>
        </p:nvSpPr>
        <p:spPr>
          <a:xfrm>
            <a:off x="3203748" y="1880477"/>
            <a:ext cx="53" cy="230226"/>
          </a:xfrm>
          <a:custGeom>
            <a:rect b="b" l="l" r="r" t="t"/>
            <a:pathLst>
              <a:path extrusionOk="0" fill="none" h="4368" w="1">
                <a:moveTo>
                  <a:pt x="0" y="1"/>
                </a:moveTo>
                <a:lnTo>
                  <a:pt x="0" y="4368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6"/>
          <p:cNvSpPr/>
          <p:nvPr/>
        </p:nvSpPr>
        <p:spPr>
          <a:xfrm>
            <a:off x="3203748" y="1953422"/>
            <a:ext cx="53" cy="84332"/>
          </a:xfrm>
          <a:custGeom>
            <a:rect b="b" l="l" r="r" t="t"/>
            <a:pathLst>
              <a:path extrusionOk="0" fill="none" h="1600" w="1">
                <a:moveTo>
                  <a:pt x="0" y="0"/>
                </a:moveTo>
                <a:lnTo>
                  <a:pt x="0" y="1600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6"/>
          <p:cNvSpPr/>
          <p:nvPr/>
        </p:nvSpPr>
        <p:spPr>
          <a:xfrm>
            <a:off x="3135125" y="1821023"/>
            <a:ext cx="53" cy="234548"/>
          </a:xfrm>
          <a:custGeom>
            <a:rect b="b" l="l" r="r" t="t"/>
            <a:pathLst>
              <a:path extrusionOk="0" fill="none" h="4450" w="1">
                <a:moveTo>
                  <a:pt x="0" y="1"/>
                </a:moveTo>
                <a:lnTo>
                  <a:pt x="0" y="4450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6"/>
          <p:cNvSpPr/>
          <p:nvPr/>
        </p:nvSpPr>
        <p:spPr>
          <a:xfrm>
            <a:off x="3135125" y="1893442"/>
            <a:ext cx="53" cy="88654"/>
          </a:xfrm>
          <a:custGeom>
            <a:rect b="b" l="l" r="r" t="t"/>
            <a:pathLst>
              <a:path extrusionOk="0" fill="none" h="1682" w="1">
                <a:moveTo>
                  <a:pt x="0" y="1"/>
                </a:moveTo>
                <a:lnTo>
                  <a:pt x="0" y="1682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56"/>
          <p:cNvSpPr/>
          <p:nvPr/>
        </p:nvSpPr>
        <p:spPr>
          <a:xfrm>
            <a:off x="3066501" y="1880477"/>
            <a:ext cx="53" cy="284831"/>
          </a:xfrm>
          <a:custGeom>
            <a:rect b="b" l="l" r="r" t="t"/>
            <a:pathLst>
              <a:path extrusionOk="0" fill="none" h="5404" w="1">
                <a:moveTo>
                  <a:pt x="0" y="1"/>
                </a:moveTo>
                <a:lnTo>
                  <a:pt x="0" y="5403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6"/>
          <p:cNvSpPr/>
          <p:nvPr/>
        </p:nvSpPr>
        <p:spPr>
          <a:xfrm>
            <a:off x="3066501" y="1953422"/>
            <a:ext cx="53" cy="164289"/>
          </a:xfrm>
          <a:custGeom>
            <a:rect b="b" l="l" r="r" t="t"/>
            <a:pathLst>
              <a:path extrusionOk="0" fill="none" h="3117" w="1">
                <a:moveTo>
                  <a:pt x="0" y="0"/>
                </a:moveTo>
                <a:lnTo>
                  <a:pt x="0" y="3117"/>
                </a:lnTo>
              </a:path>
            </a:pathLst>
          </a:custGeom>
          <a:noFill/>
          <a:ln cap="flat" cmpd="sng" w="20250">
            <a:solidFill>
              <a:schemeClr val="accent1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6"/>
          <p:cNvSpPr/>
          <p:nvPr/>
        </p:nvSpPr>
        <p:spPr>
          <a:xfrm>
            <a:off x="2997350" y="1880477"/>
            <a:ext cx="53" cy="197284"/>
          </a:xfrm>
          <a:custGeom>
            <a:rect b="b" l="l" r="r" t="t"/>
            <a:pathLst>
              <a:path extrusionOk="0" fill="none" h="3743" w="1">
                <a:moveTo>
                  <a:pt x="0" y="1"/>
                </a:moveTo>
                <a:lnTo>
                  <a:pt x="0" y="3742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6"/>
          <p:cNvSpPr/>
          <p:nvPr/>
        </p:nvSpPr>
        <p:spPr>
          <a:xfrm>
            <a:off x="2997350" y="1953422"/>
            <a:ext cx="53" cy="80010"/>
          </a:xfrm>
          <a:custGeom>
            <a:rect b="b" l="l" r="r" t="t"/>
            <a:pathLst>
              <a:path extrusionOk="0" fill="none" h="1518" w="1">
                <a:moveTo>
                  <a:pt x="0" y="0"/>
                </a:moveTo>
                <a:lnTo>
                  <a:pt x="0" y="1518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6"/>
          <p:cNvSpPr/>
          <p:nvPr/>
        </p:nvSpPr>
        <p:spPr>
          <a:xfrm>
            <a:off x="2928726" y="1849696"/>
            <a:ext cx="53" cy="205875"/>
          </a:xfrm>
          <a:custGeom>
            <a:rect b="b" l="l" r="r" t="t"/>
            <a:pathLst>
              <a:path extrusionOk="0" fill="none" h="3906" w="1">
                <a:moveTo>
                  <a:pt x="0" y="0"/>
                </a:moveTo>
                <a:lnTo>
                  <a:pt x="0" y="3906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6"/>
          <p:cNvSpPr/>
          <p:nvPr/>
        </p:nvSpPr>
        <p:spPr>
          <a:xfrm>
            <a:off x="2928726" y="1922062"/>
            <a:ext cx="53" cy="60034"/>
          </a:xfrm>
          <a:custGeom>
            <a:rect b="b" l="l" r="r" t="t"/>
            <a:pathLst>
              <a:path extrusionOk="0" fill="none" h="1139" w="1">
                <a:moveTo>
                  <a:pt x="0" y="1"/>
                </a:moveTo>
                <a:lnTo>
                  <a:pt x="0" y="1139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6"/>
          <p:cNvSpPr/>
          <p:nvPr/>
        </p:nvSpPr>
        <p:spPr>
          <a:xfrm>
            <a:off x="2859576" y="1880477"/>
            <a:ext cx="53" cy="394516"/>
          </a:xfrm>
          <a:custGeom>
            <a:rect b="b" l="l" r="r" t="t"/>
            <a:pathLst>
              <a:path extrusionOk="0" fill="none" h="7485" w="1">
                <a:moveTo>
                  <a:pt x="0" y="1"/>
                </a:moveTo>
                <a:lnTo>
                  <a:pt x="0" y="748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6"/>
          <p:cNvSpPr/>
          <p:nvPr/>
        </p:nvSpPr>
        <p:spPr>
          <a:xfrm>
            <a:off x="2859576" y="1953422"/>
            <a:ext cx="53" cy="278296"/>
          </a:xfrm>
          <a:custGeom>
            <a:rect b="b" l="l" r="r" t="t"/>
            <a:pathLst>
              <a:path extrusionOk="0" fill="none" h="5280" w="1">
                <a:moveTo>
                  <a:pt x="0" y="0"/>
                </a:moveTo>
                <a:lnTo>
                  <a:pt x="0" y="5280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6"/>
          <p:cNvSpPr/>
          <p:nvPr/>
        </p:nvSpPr>
        <p:spPr>
          <a:xfrm>
            <a:off x="2790952" y="1991266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6"/>
          <p:cNvSpPr/>
          <p:nvPr/>
        </p:nvSpPr>
        <p:spPr>
          <a:xfrm>
            <a:off x="2790952" y="2064212"/>
            <a:ext cx="53" cy="164289"/>
          </a:xfrm>
          <a:custGeom>
            <a:rect b="b" l="l" r="r" t="t"/>
            <a:pathLst>
              <a:path extrusionOk="0" fill="none" h="3117" w="1">
                <a:moveTo>
                  <a:pt x="0" y="0"/>
                </a:moveTo>
                <a:lnTo>
                  <a:pt x="0" y="3116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6"/>
          <p:cNvSpPr/>
          <p:nvPr/>
        </p:nvSpPr>
        <p:spPr>
          <a:xfrm>
            <a:off x="2722328" y="2004232"/>
            <a:ext cx="53" cy="352877"/>
          </a:xfrm>
          <a:custGeom>
            <a:rect b="b" l="l" r="r" t="t"/>
            <a:pathLst>
              <a:path extrusionOk="0" fill="none" h="6695" w="1">
                <a:moveTo>
                  <a:pt x="0" y="0"/>
                </a:moveTo>
                <a:lnTo>
                  <a:pt x="0" y="669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6"/>
          <p:cNvSpPr/>
          <p:nvPr/>
        </p:nvSpPr>
        <p:spPr>
          <a:xfrm>
            <a:off x="2722328" y="2071222"/>
            <a:ext cx="53" cy="212938"/>
          </a:xfrm>
          <a:custGeom>
            <a:rect b="b" l="l" r="r" t="t"/>
            <a:pathLst>
              <a:path extrusionOk="0" fill="none" h="4040" w="1">
                <a:moveTo>
                  <a:pt x="0" y="0"/>
                </a:moveTo>
                <a:lnTo>
                  <a:pt x="0" y="4039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56"/>
          <p:cNvSpPr/>
          <p:nvPr/>
        </p:nvSpPr>
        <p:spPr>
          <a:xfrm>
            <a:off x="2653704" y="2206836"/>
            <a:ext cx="53" cy="285885"/>
          </a:xfrm>
          <a:custGeom>
            <a:rect b="b" l="l" r="r" t="t"/>
            <a:pathLst>
              <a:path extrusionOk="0" fill="none" h="5424" w="1">
                <a:moveTo>
                  <a:pt x="0" y="0"/>
                </a:moveTo>
                <a:lnTo>
                  <a:pt x="0" y="5423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6"/>
          <p:cNvSpPr/>
          <p:nvPr/>
        </p:nvSpPr>
        <p:spPr>
          <a:xfrm>
            <a:off x="2653704" y="2256011"/>
            <a:ext cx="53" cy="164289"/>
          </a:xfrm>
          <a:custGeom>
            <a:rect b="b" l="l" r="r" t="t"/>
            <a:pathLst>
              <a:path extrusionOk="0" fill="none" h="3117" w="1">
                <a:moveTo>
                  <a:pt x="0" y="0"/>
                </a:moveTo>
                <a:lnTo>
                  <a:pt x="0" y="3117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6"/>
          <p:cNvSpPr/>
          <p:nvPr/>
        </p:nvSpPr>
        <p:spPr>
          <a:xfrm>
            <a:off x="2584554" y="1931286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6"/>
          <p:cNvSpPr/>
          <p:nvPr/>
        </p:nvSpPr>
        <p:spPr>
          <a:xfrm>
            <a:off x="2584554" y="2004232"/>
            <a:ext cx="53" cy="202660"/>
          </a:xfrm>
          <a:custGeom>
            <a:rect b="b" l="l" r="r" t="t"/>
            <a:pathLst>
              <a:path extrusionOk="0" fill="none" h="3845" w="1">
                <a:moveTo>
                  <a:pt x="0" y="0"/>
                </a:moveTo>
                <a:lnTo>
                  <a:pt x="0" y="3844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56"/>
          <p:cNvSpPr/>
          <p:nvPr/>
        </p:nvSpPr>
        <p:spPr>
          <a:xfrm>
            <a:off x="2515930" y="1956638"/>
            <a:ext cx="53" cy="309709"/>
          </a:xfrm>
          <a:custGeom>
            <a:rect b="b" l="l" r="r" t="t"/>
            <a:pathLst>
              <a:path extrusionOk="0" fill="none" h="5876" w="1">
                <a:moveTo>
                  <a:pt x="0" y="1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6"/>
          <p:cNvSpPr/>
          <p:nvPr/>
        </p:nvSpPr>
        <p:spPr>
          <a:xfrm>
            <a:off x="2515930" y="2073383"/>
            <a:ext cx="53" cy="120542"/>
          </a:xfrm>
          <a:custGeom>
            <a:rect b="b" l="l" r="r" t="t"/>
            <a:pathLst>
              <a:path extrusionOk="0" fill="none" h="2287" w="1">
                <a:moveTo>
                  <a:pt x="0" y="0"/>
                </a:moveTo>
                <a:lnTo>
                  <a:pt x="0" y="2286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56"/>
          <p:cNvSpPr/>
          <p:nvPr/>
        </p:nvSpPr>
        <p:spPr>
          <a:xfrm>
            <a:off x="2447306" y="2073383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56"/>
          <p:cNvSpPr/>
          <p:nvPr/>
        </p:nvSpPr>
        <p:spPr>
          <a:xfrm>
            <a:off x="2447306" y="2205729"/>
            <a:ext cx="53" cy="104888"/>
          </a:xfrm>
          <a:custGeom>
            <a:rect b="b" l="l" r="r" t="t"/>
            <a:pathLst>
              <a:path extrusionOk="0" fill="none" h="1990" w="1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cap="flat" cmpd="sng" w="20250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6"/>
          <p:cNvSpPr/>
          <p:nvPr/>
        </p:nvSpPr>
        <p:spPr>
          <a:xfrm>
            <a:off x="2378155" y="2146329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56"/>
          <p:cNvSpPr/>
          <p:nvPr/>
        </p:nvSpPr>
        <p:spPr>
          <a:xfrm>
            <a:off x="2378155" y="2300865"/>
            <a:ext cx="53" cy="82171"/>
          </a:xfrm>
          <a:custGeom>
            <a:rect b="b" l="l" r="r" t="t"/>
            <a:pathLst>
              <a:path extrusionOk="0" fill="none" h="1559" w="1">
                <a:moveTo>
                  <a:pt x="0" y="0"/>
                </a:moveTo>
                <a:lnTo>
                  <a:pt x="0" y="1558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56"/>
          <p:cNvSpPr/>
          <p:nvPr/>
        </p:nvSpPr>
        <p:spPr>
          <a:xfrm>
            <a:off x="2309532" y="2103109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56"/>
          <p:cNvSpPr/>
          <p:nvPr/>
        </p:nvSpPr>
        <p:spPr>
          <a:xfrm>
            <a:off x="2309532" y="2240305"/>
            <a:ext cx="53" cy="100039"/>
          </a:xfrm>
          <a:custGeom>
            <a:rect b="b" l="l" r="r" t="t"/>
            <a:pathLst>
              <a:path extrusionOk="0" fill="none" h="1898" w="1">
                <a:moveTo>
                  <a:pt x="0" y="1"/>
                </a:moveTo>
                <a:lnTo>
                  <a:pt x="0" y="1898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56"/>
          <p:cNvSpPr/>
          <p:nvPr/>
        </p:nvSpPr>
        <p:spPr>
          <a:xfrm>
            <a:off x="2240908" y="2073383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56"/>
          <p:cNvSpPr/>
          <p:nvPr/>
        </p:nvSpPr>
        <p:spPr>
          <a:xfrm>
            <a:off x="2240908" y="2185226"/>
            <a:ext cx="53" cy="125391"/>
          </a:xfrm>
          <a:custGeom>
            <a:rect b="b" l="l" r="r" t="t"/>
            <a:pathLst>
              <a:path extrusionOk="0" fill="none" h="2379" w="1">
                <a:moveTo>
                  <a:pt x="0" y="0"/>
                </a:moveTo>
                <a:lnTo>
                  <a:pt x="0" y="2379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6"/>
          <p:cNvSpPr/>
          <p:nvPr/>
        </p:nvSpPr>
        <p:spPr>
          <a:xfrm>
            <a:off x="2172284" y="2149544"/>
            <a:ext cx="53" cy="310236"/>
          </a:xfrm>
          <a:custGeom>
            <a:rect b="b" l="l" r="r" t="t"/>
            <a:pathLst>
              <a:path extrusionOk="0" fill="none" h="5886" w="1">
                <a:moveTo>
                  <a:pt x="0" y="1"/>
                </a:moveTo>
                <a:lnTo>
                  <a:pt x="0" y="588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56"/>
          <p:cNvSpPr/>
          <p:nvPr/>
        </p:nvSpPr>
        <p:spPr>
          <a:xfrm>
            <a:off x="2172284" y="2193870"/>
            <a:ext cx="53" cy="192962"/>
          </a:xfrm>
          <a:custGeom>
            <a:rect b="b" l="l" r="r" t="t"/>
            <a:pathLst>
              <a:path extrusionOk="0" fill="none" h="3661" w="1">
                <a:moveTo>
                  <a:pt x="0" y="0"/>
                </a:moveTo>
                <a:lnTo>
                  <a:pt x="0" y="3660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6"/>
          <p:cNvSpPr/>
          <p:nvPr/>
        </p:nvSpPr>
        <p:spPr>
          <a:xfrm>
            <a:off x="2103133" y="2020940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1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6"/>
          <p:cNvSpPr/>
          <p:nvPr/>
        </p:nvSpPr>
        <p:spPr>
          <a:xfrm>
            <a:off x="2103133" y="2093886"/>
            <a:ext cx="53" cy="187006"/>
          </a:xfrm>
          <a:custGeom>
            <a:rect b="b" l="l" r="r" t="t"/>
            <a:pathLst>
              <a:path extrusionOk="0" fill="none" h="3548" w="1">
                <a:moveTo>
                  <a:pt x="0" y="1"/>
                </a:moveTo>
                <a:lnTo>
                  <a:pt x="0" y="3548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56"/>
          <p:cNvSpPr/>
          <p:nvPr/>
        </p:nvSpPr>
        <p:spPr>
          <a:xfrm>
            <a:off x="2034510" y="1893442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1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6"/>
          <p:cNvSpPr/>
          <p:nvPr/>
        </p:nvSpPr>
        <p:spPr>
          <a:xfrm>
            <a:off x="2034510" y="1966388"/>
            <a:ext cx="53" cy="189167"/>
          </a:xfrm>
          <a:custGeom>
            <a:rect b="b" l="l" r="r" t="t"/>
            <a:pathLst>
              <a:path extrusionOk="0" fill="none" h="3589" w="1">
                <a:moveTo>
                  <a:pt x="0" y="1"/>
                </a:moveTo>
                <a:lnTo>
                  <a:pt x="0" y="3589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6"/>
          <p:cNvSpPr/>
          <p:nvPr/>
        </p:nvSpPr>
        <p:spPr>
          <a:xfrm>
            <a:off x="1965886" y="1945833"/>
            <a:ext cx="53" cy="309709"/>
          </a:xfrm>
          <a:custGeom>
            <a:rect b="b" l="l" r="r" t="t"/>
            <a:pathLst>
              <a:path extrusionOk="0" fill="none" h="5876" w="1">
                <a:moveTo>
                  <a:pt x="0" y="1"/>
                </a:moveTo>
                <a:lnTo>
                  <a:pt x="0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6"/>
          <p:cNvSpPr/>
          <p:nvPr/>
        </p:nvSpPr>
        <p:spPr>
          <a:xfrm>
            <a:off x="1965886" y="1998276"/>
            <a:ext cx="53" cy="184845"/>
          </a:xfrm>
          <a:custGeom>
            <a:rect b="b" l="l" r="r" t="t"/>
            <a:pathLst>
              <a:path extrusionOk="0" fill="none" h="3507" w="1">
                <a:moveTo>
                  <a:pt x="0" y="0"/>
                </a:moveTo>
                <a:lnTo>
                  <a:pt x="0" y="3506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6"/>
          <p:cNvSpPr/>
          <p:nvPr/>
        </p:nvSpPr>
        <p:spPr>
          <a:xfrm>
            <a:off x="1897262" y="1881583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56"/>
          <p:cNvSpPr/>
          <p:nvPr/>
        </p:nvSpPr>
        <p:spPr>
          <a:xfrm>
            <a:off x="1897262" y="1954477"/>
            <a:ext cx="53" cy="51390"/>
          </a:xfrm>
          <a:custGeom>
            <a:rect b="b" l="l" r="r" t="t"/>
            <a:pathLst>
              <a:path extrusionOk="0" fill="none" h="975" w="1">
                <a:moveTo>
                  <a:pt x="0" y="1"/>
                </a:moveTo>
                <a:lnTo>
                  <a:pt x="0" y="975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6"/>
          <p:cNvSpPr/>
          <p:nvPr/>
        </p:nvSpPr>
        <p:spPr>
          <a:xfrm>
            <a:off x="1828111" y="1811325"/>
            <a:ext cx="53" cy="309657"/>
          </a:xfrm>
          <a:custGeom>
            <a:rect b="b" l="l" r="r" t="t"/>
            <a:pathLst>
              <a:path extrusionOk="0" fill="none" h="5875" w="1">
                <a:moveTo>
                  <a:pt x="0" y="0"/>
                </a:moveTo>
                <a:lnTo>
                  <a:pt x="0" y="5874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56"/>
          <p:cNvSpPr/>
          <p:nvPr/>
        </p:nvSpPr>
        <p:spPr>
          <a:xfrm>
            <a:off x="1828111" y="1884271"/>
            <a:ext cx="53" cy="82171"/>
          </a:xfrm>
          <a:custGeom>
            <a:rect b="b" l="l" r="r" t="t"/>
            <a:pathLst>
              <a:path extrusionOk="0" fill="none" h="1559" w="1">
                <a:moveTo>
                  <a:pt x="0" y="0"/>
                </a:moveTo>
                <a:lnTo>
                  <a:pt x="0" y="1559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56"/>
          <p:cNvSpPr/>
          <p:nvPr/>
        </p:nvSpPr>
        <p:spPr>
          <a:xfrm>
            <a:off x="1759488" y="1960960"/>
            <a:ext cx="53" cy="367477"/>
          </a:xfrm>
          <a:custGeom>
            <a:rect b="b" l="l" r="r" t="t"/>
            <a:pathLst>
              <a:path extrusionOk="0" fill="none" h="6972" w="1">
                <a:moveTo>
                  <a:pt x="0" y="1"/>
                </a:moveTo>
                <a:lnTo>
                  <a:pt x="0" y="6972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6"/>
          <p:cNvSpPr/>
          <p:nvPr/>
        </p:nvSpPr>
        <p:spPr>
          <a:xfrm>
            <a:off x="1759488" y="1999330"/>
            <a:ext cx="53" cy="256738"/>
          </a:xfrm>
          <a:custGeom>
            <a:rect b="b" l="l" r="r" t="t"/>
            <a:pathLst>
              <a:path extrusionOk="0" fill="none" h="4871" w="1">
                <a:moveTo>
                  <a:pt x="0" y="1"/>
                </a:moveTo>
                <a:lnTo>
                  <a:pt x="0" y="4870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6"/>
          <p:cNvSpPr/>
          <p:nvPr/>
        </p:nvSpPr>
        <p:spPr>
          <a:xfrm>
            <a:off x="1690284" y="2171154"/>
            <a:ext cx="53" cy="309657"/>
          </a:xfrm>
          <a:custGeom>
            <a:rect b="b" l="l" r="r" t="t"/>
            <a:pathLst>
              <a:path extrusionOk="0" fill="none" h="5875" w="1">
                <a:moveTo>
                  <a:pt x="1" y="1"/>
                </a:moveTo>
                <a:lnTo>
                  <a:pt x="1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6"/>
          <p:cNvSpPr/>
          <p:nvPr/>
        </p:nvSpPr>
        <p:spPr>
          <a:xfrm>
            <a:off x="1690284" y="2092832"/>
            <a:ext cx="53" cy="138884"/>
          </a:xfrm>
          <a:custGeom>
            <a:rect b="b" l="l" r="r" t="t"/>
            <a:pathLst>
              <a:path extrusionOk="0" fill="none" h="2635" w="1">
                <a:moveTo>
                  <a:pt x="1" y="0"/>
                </a:moveTo>
                <a:lnTo>
                  <a:pt x="1" y="2635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56"/>
          <p:cNvSpPr/>
          <p:nvPr/>
        </p:nvSpPr>
        <p:spPr>
          <a:xfrm>
            <a:off x="1621660" y="2149544"/>
            <a:ext cx="53" cy="309657"/>
          </a:xfrm>
          <a:custGeom>
            <a:rect b="b" l="l" r="r" t="t"/>
            <a:pathLst>
              <a:path extrusionOk="0" fill="none" h="5875" w="1">
                <a:moveTo>
                  <a:pt x="1" y="1"/>
                </a:moveTo>
                <a:lnTo>
                  <a:pt x="1" y="5875"/>
                </a:lnTo>
              </a:path>
            </a:pathLst>
          </a:custGeom>
          <a:noFill/>
          <a:ln cap="flat" cmpd="sng" w="2575">
            <a:solidFill>
              <a:srgbClr val="B9DBE6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56"/>
          <p:cNvSpPr/>
          <p:nvPr/>
        </p:nvSpPr>
        <p:spPr>
          <a:xfrm>
            <a:off x="1621660" y="2205729"/>
            <a:ext cx="53" cy="181103"/>
          </a:xfrm>
          <a:custGeom>
            <a:rect b="b" l="l" r="r" t="t"/>
            <a:pathLst>
              <a:path extrusionOk="0" fill="none" h="3436" w="1">
                <a:moveTo>
                  <a:pt x="1" y="1"/>
                </a:moveTo>
                <a:lnTo>
                  <a:pt x="1" y="3435"/>
                </a:lnTo>
              </a:path>
            </a:pathLst>
          </a:custGeom>
          <a:noFill/>
          <a:ln cap="flat" cmpd="sng" w="20250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56"/>
          <p:cNvSpPr/>
          <p:nvPr/>
        </p:nvSpPr>
        <p:spPr>
          <a:xfrm>
            <a:off x="918663" y="1440067"/>
            <a:ext cx="258887" cy="163499"/>
          </a:xfrm>
          <a:custGeom>
            <a:rect b="b" l="l" r="r" t="t"/>
            <a:pathLst>
              <a:path extrusionOk="0" h="3102" w="4912">
                <a:moveTo>
                  <a:pt x="3293" y="0"/>
                </a:moveTo>
                <a:cubicBezTo>
                  <a:pt x="1641" y="0"/>
                  <a:pt x="109" y="1272"/>
                  <a:pt x="1" y="3101"/>
                </a:cubicBezTo>
                <a:lnTo>
                  <a:pt x="3179" y="3101"/>
                </a:lnTo>
                <a:lnTo>
                  <a:pt x="4911" y="436"/>
                </a:lnTo>
                <a:cubicBezTo>
                  <a:pt x="4389" y="137"/>
                  <a:pt x="3835" y="0"/>
                  <a:pt x="329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56"/>
          <p:cNvSpPr/>
          <p:nvPr/>
        </p:nvSpPr>
        <p:spPr>
          <a:xfrm>
            <a:off x="1105613" y="1474379"/>
            <a:ext cx="160012" cy="229120"/>
          </a:xfrm>
          <a:custGeom>
            <a:rect b="b" l="l" r="r" t="t"/>
            <a:pathLst>
              <a:path extrusionOk="0" h="4347" w="3036">
                <a:moveTo>
                  <a:pt x="1692" y="0"/>
                </a:moveTo>
                <a:lnTo>
                  <a:pt x="1" y="2594"/>
                </a:lnTo>
                <a:lnTo>
                  <a:pt x="2553" y="4347"/>
                </a:lnTo>
                <a:cubicBezTo>
                  <a:pt x="2861" y="3834"/>
                  <a:pt x="3035" y="3250"/>
                  <a:pt x="3025" y="2645"/>
                </a:cubicBezTo>
                <a:cubicBezTo>
                  <a:pt x="3025" y="1599"/>
                  <a:pt x="2533" y="615"/>
                  <a:pt x="16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56"/>
          <p:cNvSpPr/>
          <p:nvPr/>
        </p:nvSpPr>
        <p:spPr>
          <a:xfrm>
            <a:off x="918663" y="1624013"/>
            <a:ext cx="310169" cy="163604"/>
          </a:xfrm>
          <a:custGeom>
            <a:rect b="b" l="l" r="r" t="t"/>
            <a:pathLst>
              <a:path extrusionOk="0" h="3104" w="5885">
                <a:moveTo>
                  <a:pt x="1" y="1"/>
                </a:moveTo>
                <a:cubicBezTo>
                  <a:pt x="83" y="1375"/>
                  <a:pt x="995" y="2543"/>
                  <a:pt x="2307" y="2953"/>
                </a:cubicBezTo>
                <a:cubicBezTo>
                  <a:pt x="2631" y="3054"/>
                  <a:pt x="2961" y="3103"/>
                  <a:pt x="3287" y="3103"/>
                </a:cubicBezTo>
                <a:cubicBezTo>
                  <a:pt x="4286" y="3103"/>
                  <a:pt x="5251" y="2647"/>
                  <a:pt x="5885" y="1836"/>
                </a:cubicBezTo>
                <a:lnTo>
                  <a:pt x="323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56"/>
          <p:cNvSpPr/>
          <p:nvPr/>
        </p:nvSpPr>
        <p:spPr>
          <a:xfrm>
            <a:off x="4456210" y="3117818"/>
            <a:ext cx="268585" cy="622528"/>
          </a:xfrm>
          <a:custGeom>
            <a:rect b="b" l="l" r="r" t="t"/>
            <a:pathLst>
              <a:path extrusionOk="0" h="11811" w="5096">
                <a:moveTo>
                  <a:pt x="3645" y="1"/>
                </a:moveTo>
                <a:cubicBezTo>
                  <a:pt x="3334" y="1"/>
                  <a:pt x="3014" y="99"/>
                  <a:pt x="2748" y="287"/>
                </a:cubicBezTo>
                <a:cubicBezTo>
                  <a:pt x="1928" y="872"/>
                  <a:pt x="2502" y="1887"/>
                  <a:pt x="2174" y="2676"/>
                </a:cubicBezTo>
                <a:cubicBezTo>
                  <a:pt x="1856" y="3476"/>
                  <a:pt x="677" y="3742"/>
                  <a:pt x="472" y="4726"/>
                </a:cubicBezTo>
                <a:cubicBezTo>
                  <a:pt x="277" y="5721"/>
                  <a:pt x="1343" y="6541"/>
                  <a:pt x="1353" y="7258"/>
                </a:cubicBezTo>
                <a:cubicBezTo>
                  <a:pt x="1364" y="7976"/>
                  <a:pt x="0" y="8776"/>
                  <a:pt x="0" y="9831"/>
                </a:cubicBezTo>
                <a:cubicBezTo>
                  <a:pt x="0" y="10898"/>
                  <a:pt x="1999" y="11800"/>
                  <a:pt x="2461" y="11810"/>
                </a:cubicBezTo>
                <a:cubicBezTo>
                  <a:pt x="2461" y="11810"/>
                  <a:pt x="4829" y="11144"/>
                  <a:pt x="4675" y="9626"/>
                </a:cubicBezTo>
                <a:cubicBezTo>
                  <a:pt x="4521" y="8119"/>
                  <a:pt x="2707" y="7822"/>
                  <a:pt x="3763" y="6490"/>
                </a:cubicBezTo>
                <a:cubicBezTo>
                  <a:pt x="4808" y="5157"/>
                  <a:pt x="5095" y="4470"/>
                  <a:pt x="4367" y="3763"/>
                </a:cubicBezTo>
                <a:cubicBezTo>
                  <a:pt x="3629" y="3066"/>
                  <a:pt x="4972" y="2584"/>
                  <a:pt x="4911" y="1282"/>
                </a:cubicBezTo>
                <a:cubicBezTo>
                  <a:pt x="4876" y="408"/>
                  <a:pt x="4279" y="1"/>
                  <a:pt x="364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56"/>
          <p:cNvSpPr/>
          <p:nvPr/>
        </p:nvSpPr>
        <p:spPr>
          <a:xfrm>
            <a:off x="4571268" y="3195613"/>
            <a:ext cx="85962" cy="570084"/>
          </a:xfrm>
          <a:custGeom>
            <a:rect b="b" l="l" r="r" t="t"/>
            <a:pathLst>
              <a:path extrusionOk="0" h="10816" w="1631">
                <a:moveTo>
                  <a:pt x="1631" y="1"/>
                </a:moveTo>
                <a:cubicBezTo>
                  <a:pt x="1211" y="821"/>
                  <a:pt x="882" y="1682"/>
                  <a:pt x="647" y="2574"/>
                </a:cubicBezTo>
                <a:cubicBezTo>
                  <a:pt x="411" y="3466"/>
                  <a:pt x="247" y="4378"/>
                  <a:pt x="144" y="5290"/>
                </a:cubicBezTo>
                <a:cubicBezTo>
                  <a:pt x="42" y="6203"/>
                  <a:pt x="1" y="7125"/>
                  <a:pt x="11" y="8048"/>
                </a:cubicBezTo>
                <a:cubicBezTo>
                  <a:pt x="11" y="8981"/>
                  <a:pt x="73" y="9903"/>
                  <a:pt x="196" y="10816"/>
                </a:cubicBezTo>
                <a:lnTo>
                  <a:pt x="483" y="10775"/>
                </a:lnTo>
                <a:cubicBezTo>
                  <a:pt x="349" y="9873"/>
                  <a:pt x="257" y="8960"/>
                  <a:pt x="226" y="8048"/>
                </a:cubicBezTo>
                <a:cubicBezTo>
                  <a:pt x="196" y="7136"/>
                  <a:pt x="216" y="6213"/>
                  <a:pt x="288" y="5301"/>
                </a:cubicBezTo>
                <a:cubicBezTo>
                  <a:pt x="360" y="4388"/>
                  <a:pt x="503" y="3486"/>
                  <a:pt x="718" y="2594"/>
                </a:cubicBezTo>
                <a:cubicBezTo>
                  <a:pt x="934" y="1702"/>
                  <a:pt x="1241" y="831"/>
                  <a:pt x="1631" y="1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56"/>
          <p:cNvSpPr/>
          <p:nvPr/>
        </p:nvSpPr>
        <p:spPr>
          <a:xfrm>
            <a:off x="4481035" y="3403593"/>
            <a:ext cx="457163" cy="449648"/>
          </a:xfrm>
          <a:custGeom>
            <a:rect b="b" l="l" r="r" t="t"/>
            <a:pathLst>
              <a:path extrusionOk="0" h="8531" w="8674">
                <a:moveTo>
                  <a:pt x="7495" y="0"/>
                </a:moveTo>
                <a:cubicBezTo>
                  <a:pt x="7273" y="0"/>
                  <a:pt x="7018" y="45"/>
                  <a:pt x="6736" y="135"/>
                </a:cubicBezTo>
                <a:cubicBezTo>
                  <a:pt x="5865" y="401"/>
                  <a:pt x="5168" y="1027"/>
                  <a:pt x="3456" y="1191"/>
                </a:cubicBezTo>
                <a:cubicBezTo>
                  <a:pt x="1744" y="1365"/>
                  <a:pt x="1170" y="2277"/>
                  <a:pt x="1200" y="3856"/>
                </a:cubicBezTo>
                <a:cubicBezTo>
                  <a:pt x="1231" y="5424"/>
                  <a:pt x="852" y="5178"/>
                  <a:pt x="431" y="6316"/>
                </a:cubicBezTo>
                <a:cubicBezTo>
                  <a:pt x="1" y="7454"/>
                  <a:pt x="1569" y="8531"/>
                  <a:pt x="1569" y="8531"/>
                </a:cubicBezTo>
                <a:cubicBezTo>
                  <a:pt x="4060" y="8213"/>
                  <a:pt x="2830" y="5660"/>
                  <a:pt x="3855" y="5465"/>
                </a:cubicBezTo>
                <a:cubicBezTo>
                  <a:pt x="4881" y="5271"/>
                  <a:pt x="5403" y="4973"/>
                  <a:pt x="5516" y="3825"/>
                </a:cubicBezTo>
                <a:cubicBezTo>
                  <a:pt x="5629" y="2667"/>
                  <a:pt x="6213" y="2328"/>
                  <a:pt x="7331" y="2175"/>
                </a:cubicBezTo>
                <a:cubicBezTo>
                  <a:pt x="8438" y="2021"/>
                  <a:pt x="8674" y="1139"/>
                  <a:pt x="8438" y="575"/>
                </a:cubicBezTo>
                <a:cubicBezTo>
                  <a:pt x="8285" y="194"/>
                  <a:pt x="7959" y="0"/>
                  <a:pt x="74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6"/>
          <p:cNvSpPr/>
          <p:nvPr/>
        </p:nvSpPr>
        <p:spPr>
          <a:xfrm>
            <a:off x="4561571" y="3457670"/>
            <a:ext cx="266424" cy="384238"/>
          </a:xfrm>
          <a:custGeom>
            <a:rect b="b" l="l" r="r" t="t"/>
            <a:pathLst>
              <a:path extrusionOk="0" h="7290" w="5055">
                <a:moveTo>
                  <a:pt x="5054" y="1"/>
                </a:moveTo>
                <a:lnTo>
                  <a:pt x="5054" y="1"/>
                </a:lnTo>
                <a:cubicBezTo>
                  <a:pt x="3588" y="554"/>
                  <a:pt x="2327" y="1559"/>
                  <a:pt x="1456" y="2861"/>
                </a:cubicBezTo>
                <a:cubicBezTo>
                  <a:pt x="574" y="4173"/>
                  <a:pt x="72" y="5700"/>
                  <a:pt x="0" y="7279"/>
                </a:cubicBezTo>
                <a:lnTo>
                  <a:pt x="257" y="7289"/>
                </a:lnTo>
                <a:cubicBezTo>
                  <a:pt x="298" y="5752"/>
                  <a:pt x="749" y="4245"/>
                  <a:pt x="1569" y="2932"/>
                </a:cubicBezTo>
                <a:cubicBezTo>
                  <a:pt x="2399" y="1620"/>
                  <a:pt x="3619" y="595"/>
                  <a:pt x="5054" y="1"/>
                </a:cubicBezTo>
                <a:close/>
              </a:path>
            </a:pathLst>
          </a:custGeom>
          <a:solidFill>
            <a:srgbClr val="F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6"/>
          <p:cNvSpPr/>
          <p:nvPr/>
        </p:nvSpPr>
        <p:spPr>
          <a:xfrm>
            <a:off x="4172703" y="3349832"/>
            <a:ext cx="442933" cy="415968"/>
          </a:xfrm>
          <a:custGeom>
            <a:rect b="b" l="l" r="r" t="t"/>
            <a:pathLst>
              <a:path extrusionOk="0" h="7892" w="8404">
                <a:moveTo>
                  <a:pt x="1113" y="0"/>
                </a:moveTo>
                <a:cubicBezTo>
                  <a:pt x="420" y="0"/>
                  <a:pt x="1" y="924"/>
                  <a:pt x="705" y="1298"/>
                </a:cubicBezTo>
                <a:cubicBezTo>
                  <a:pt x="1514" y="1729"/>
                  <a:pt x="1832" y="2436"/>
                  <a:pt x="2037" y="3461"/>
                </a:cubicBezTo>
                <a:cubicBezTo>
                  <a:pt x="2242" y="4486"/>
                  <a:pt x="3001" y="4353"/>
                  <a:pt x="4026" y="4743"/>
                </a:cubicBezTo>
                <a:cubicBezTo>
                  <a:pt x="5051" y="5132"/>
                  <a:pt x="4323" y="5522"/>
                  <a:pt x="4631" y="6578"/>
                </a:cubicBezTo>
                <a:cubicBezTo>
                  <a:pt x="4938" y="7644"/>
                  <a:pt x="6763" y="7890"/>
                  <a:pt x="6763" y="7890"/>
                </a:cubicBezTo>
                <a:cubicBezTo>
                  <a:pt x="6763" y="7890"/>
                  <a:pt x="6770" y="7891"/>
                  <a:pt x="6782" y="7891"/>
                </a:cubicBezTo>
                <a:cubicBezTo>
                  <a:pt x="6862" y="7891"/>
                  <a:pt x="7188" y="7830"/>
                  <a:pt x="7614" y="6916"/>
                </a:cubicBezTo>
                <a:cubicBezTo>
                  <a:pt x="8106" y="5860"/>
                  <a:pt x="8403" y="4281"/>
                  <a:pt x="6866" y="3635"/>
                </a:cubicBezTo>
                <a:cubicBezTo>
                  <a:pt x="5964" y="3266"/>
                  <a:pt x="5759" y="3154"/>
                  <a:pt x="5861" y="2313"/>
                </a:cubicBezTo>
                <a:cubicBezTo>
                  <a:pt x="5970" y="1364"/>
                  <a:pt x="5369" y="981"/>
                  <a:pt x="4276" y="981"/>
                </a:cubicBezTo>
                <a:cubicBezTo>
                  <a:pt x="4130" y="981"/>
                  <a:pt x="3974" y="988"/>
                  <a:pt x="3811" y="1001"/>
                </a:cubicBezTo>
                <a:cubicBezTo>
                  <a:pt x="3719" y="1009"/>
                  <a:pt x="3633" y="1013"/>
                  <a:pt x="3551" y="1013"/>
                </a:cubicBezTo>
                <a:cubicBezTo>
                  <a:pt x="2536" y="1013"/>
                  <a:pt x="2240" y="400"/>
                  <a:pt x="1443" y="68"/>
                </a:cubicBezTo>
                <a:cubicBezTo>
                  <a:pt x="1329" y="21"/>
                  <a:pt x="1218" y="0"/>
                  <a:pt x="111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56"/>
          <p:cNvSpPr/>
          <p:nvPr/>
        </p:nvSpPr>
        <p:spPr>
          <a:xfrm>
            <a:off x="4246544" y="3394475"/>
            <a:ext cx="277755" cy="357199"/>
          </a:xfrm>
          <a:custGeom>
            <a:rect b="b" l="l" r="r" t="t"/>
            <a:pathLst>
              <a:path extrusionOk="0" h="6777" w="5270">
                <a:moveTo>
                  <a:pt x="1" y="0"/>
                </a:moveTo>
                <a:lnTo>
                  <a:pt x="1" y="0"/>
                </a:lnTo>
                <a:cubicBezTo>
                  <a:pt x="667" y="338"/>
                  <a:pt x="1303" y="738"/>
                  <a:pt x="1887" y="1200"/>
                </a:cubicBezTo>
                <a:cubicBezTo>
                  <a:pt x="2471" y="1651"/>
                  <a:pt x="3004" y="2163"/>
                  <a:pt x="3476" y="2737"/>
                </a:cubicBezTo>
                <a:cubicBezTo>
                  <a:pt x="3948" y="3301"/>
                  <a:pt x="4337" y="3937"/>
                  <a:pt x="4624" y="4613"/>
                </a:cubicBezTo>
                <a:cubicBezTo>
                  <a:pt x="4921" y="5290"/>
                  <a:pt x="5044" y="6018"/>
                  <a:pt x="5003" y="6746"/>
                </a:cubicBezTo>
                <a:lnTo>
                  <a:pt x="5249" y="6776"/>
                </a:lnTo>
                <a:cubicBezTo>
                  <a:pt x="5270" y="6007"/>
                  <a:pt x="5116" y="5249"/>
                  <a:pt x="4798" y="4562"/>
                </a:cubicBezTo>
                <a:cubicBezTo>
                  <a:pt x="4481" y="3875"/>
                  <a:pt x="4071" y="3229"/>
                  <a:pt x="3578" y="2665"/>
                </a:cubicBezTo>
                <a:cubicBezTo>
                  <a:pt x="3086" y="2102"/>
                  <a:pt x="2533" y="1599"/>
                  <a:pt x="1928" y="1148"/>
                </a:cubicBezTo>
                <a:cubicBezTo>
                  <a:pt x="1323" y="707"/>
                  <a:pt x="677" y="318"/>
                  <a:pt x="1" y="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6"/>
          <p:cNvSpPr/>
          <p:nvPr/>
        </p:nvSpPr>
        <p:spPr>
          <a:xfrm>
            <a:off x="4436762" y="3733800"/>
            <a:ext cx="243181" cy="176148"/>
          </a:xfrm>
          <a:custGeom>
            <a:rect b="b" l="l" r="r" t="t"/>
            <a:pathLst>
              <a:path extrusionOk="0" h="3342" w="4614">
                <a:moveTo>
                  <a:pt x="328" y="0"/>
                </a:moveTo>
                <a:cubicBezTo>
                  <a:pt x="328" y="0"/>
                  <a:pt x="0" y="1722"/>
                  <a:pt x="913" y="3342"/>
                </a:cubicBezTo>
                <a:lnTo>
                  <a:pt x="3701" y="3342"/>
                </a:lnTo>
                <a:cubicBezTo>
                  <a:pt x="4613" y="1722"/>
                  <a:pt x="4285" y="0"/>
                  <a:pt x="42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6"/>
          <p:cNvSpPr/>
          <p:nvPr/>
        </p:nvSpPr>
        <p:spPr>
          <a:xfrm>
            <a:off x="4439977" y="3733800"/>
            <a:ext cx="236698" cy="37317"/>
          </a:xfrm>
          <a:custGeom>
            <a:rect b="b" l="l" r="r" t="t"/>
            <a:pathLst>
              <a:path extrusionOk="0" h="708" w="4491">
                <a:moveTo>
                  <a:pt x="62" y="0"/>
                </a:moveTo>
                <a:cubicBezTo>
                  <a:pt x="62" y="0"/>
                  <a:pt x="21" y="267"/>
                  <a:pt x="1" y="707"/>
                </a:cubicBezTo>
                <a:lnTo>
                  <a:pt x="4491" y="707"/>
                </a:lnTo>
                <a:cubicBezTo>
                  <a:pt x="4481" y="267"/>
                  <a:pt x="4440" y="0"/>
                  <a:pt x="44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6"/>
          <p:cNvSpPr/>
          <p:nvPr/>
        </p:nvSpPr>
        <p:spPr>
          <a:xfrm>
            <a:off x="482675" y="3346828"/>
            <a:ext cx="469602" cy="430778"/>
          </a:xfrm>
          <a:custGeom>
            <a:rect b="b" l="l" r="r" t="t"/>
            <a:pathLst>
              <a:path extrusionOk="0" h="8173" w="8910">
                <a:moveTo>
                  <a:pt x="1234" y="1"/>
                </a:moveTo>
                <a:cubicBezTo>
                  <a:pt x="693" y="1"/>
                  <a:pt x="330" y="225"/>
                  <a:pt x="185" y="658"/>
                </a:cubicBezTo>
                <a:cubicBezTo>
                  <a:pt x="1" y="1242"/>
                  <a:pt x="288" y="2104"/>
                  <a:pt x="1426" y="2186"/>
                </a:cubicBezTo>
                <a:cubicBezTo>
                  <a:pt x="2553" y="2257"/>
                  <a:pt x="2963" y="2462"/>
                  <a:pt x="3158" y="3621"/>
                </a:cubicBezTo>
                <a:cubicBezTo>
                  <a:pt x="3353" y="4769"/>
                  <a:pt x="4327" y="4092"/>
                  <a:pt x="5178" y="4707"/>
                </a:cubicBezTo>
                <a:cubicBezTo>
                  <a:pt x="5875" y="5199"/>
                  <a:pt x="4799" y="5671"/>
                  <a:pt x="5485" y="6563"/>
                </a:cubicBezTo>
                <a:cubicBezTo>
                  <a:pt x="5906" y="7116"/>
                  <a:pt x="7351" y="7239"/>
                  <a:pt x="7689" y="8172"/>
                </a:cubicBezTo>
                <a:cubicBezTo>
                  <a:pt x="7689" y="7537"/>
                  <a:pt x="8909" y="5774"/>
                  <a:pt x="8725" y="5066"/>
                </a:cubicBezTo>
                <a:cubicBezTo>
                  <a:pt x="8346" y="3651"/>
                  <a:pt x="7003" y="4072"/>
                  <a:pt x="7136" y="2483"/>
                </a:cubicBezTo>
                <a:cubicBezTo>
                  <a:pt x="7203" y="1631"/>
                  <a:pt x="6706" y="841"/>
                  <a:pt x="5228" y="841"/>
                </a:cubicBezTo>
                <a:cubicBezTo>
                  <a:pt x="5124" y="841"/>
                  <a:pt x="5015" y="845"/>
                  <a:pt x="4901" y="853"/>
                </a:cubicBezTo>
                <a:cubicBezTo>
                  <a:pt x="4757" y="863"/>
                  <a:pt x="4622" y="868"/>
                  <a:pt x="4495" y="868"/>
                </a:cubicBezTo>
                <a:cubicBezTo>
                  <a:pt x="3082" y="868"/>
                  <a:pt x="2695" y="282"/>
                  <a:pt x="1867" y="84"/>
                </a:cubicBezTo>
                <a:cubicBezTo>
                  <a:pt x="1635" y="28"/>
                  <a:pt x="1424" y="1"/>
                  <a:pt x="12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6"/>
          <p:cNvSpPr/>
          <p:nvPr/>
        </p:nvSpPr>
        <p:spPr>
          <a:xfrm>
            <a:off x="592937" y="3397690"/>
            <a:ext cx="296097" cy="369111"/>
          </a:xfrm>
          <a:custGeom>
            <a:rect b="b" l="l" r="r" t="t"/>
            <a:pathLst>
              <a:path extrusionOk="0" h="7003" w="5618">
                <a:moveTo>
                  <a:pt x="0" y="1"/>
                </a:moveTo>
                <a:lnTo>
                  <a:pt x="0" y="1"/>
                </a:lnTo>
                <a:cubicBezTo>
                  <a:pt x="1497" y="503"/>
                  <a:pt x="2799" y="1446"/>
                  <a:pt x="3732" y="2707"/>
                </a:cubicBezTo>
                <a:cubicBezTo>
                  <a:pt x="4644" y="3968"/>
                  <a:pt x="5218" y="5454"/>
                  <a:pt x="5362" y="7002"/>
                </a:cubicBezTo>
                <a:lnTo>
                  <a:pt x="5618" y="6972"/>
                </a:lnTo>
                <a:cubicBezTo>
                  <a:pt x="5423" y="5393"/>
                  <a:pt x="4808" y="3896"/>
                  <a:pt x="3834" y="2635"/>
                </a:cubicBezTo>
                <a:cubicBezTo>
                  <a:pt x="2850" y="1385"/>
                  <a:pt x="1517" y="462"/>
                  <a:pt x="0" y="1"/>
                </a:cubicBezTo>
                <a:close/>
              </a:path>
            </a:pathLst>
          </a:custGeom>
          <a:solidFill>
            <a:srgbClr val="F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6"/>
          <p:cNvSpPr/>
          <p:nvPr/>
        </p:nvSpPr>
        <p:spPr>
          <a:xfrm>
            <a:off x="755589" y="3126831"/>
            <a:ext cx="342003" cy="636707"/>
          </a:xfrm>
          <a:custGeom>
            <a:rect b="b" l="l" r="r" t="t"/>
            <a:pathLst>
              <a:path extrusionOk="0" h="12080" w="6489">
                <a:moveTo>
                  <a:pt x="1439" y="1"/>
                </a:moveTo>
                <a:cubicBezTo>
                  <a:pt x="697" y="1"/>
                  <a:pt x="1" y="508"/>
                  <a:pt x="92" y="1511"/>
                </a:cubicBezTo>
                <a:cubicBezTo>
                  <a:pt x="205" y="2864"/>
                  <a:pt x="1661" y="3182"/>
                  <a:pt x="994" y="4012"/>
                </a:cubicBezTo>
                <a:cubicBezTo>
                  <a:pt x="328" y="4842"/>
                  <a:pt x="328" y="5560"/>
                  <a:pt x="1589" y="6800"/>
                </a:cubicBezTo>
                <a:cubicBezTo>
                  <a:pt x="2850" y="8041"/>
                  <a:pt x="1425" y="8553"/>
                  <a:pt x="1466" y="10132"/>
                </a:cubicBezTo>
                <a:cubicBezTo>
                  <a:pt x="1497" y="11711"/>
                  <a:pt x="4059" y="12080"/>
                  <a:pt x="4059" y="12080"/>
                </a:cubicBezTo>
                <a:cubicBezTo>
                  <a:pt x="4521" y="12008"/>
                  <a:pt x="6489" y="10819"/>
                  <a:pt x="6345" y="9712"/>
                </a:cubicBezTo>
                <a:cubicBezTo>
                  <a:pt x="6202" y="8605"/>
                  <a:pt x="5269" y="7815"/>
                  <a:pt x="5187" y="7067"/>
                </a:cubicBezTo>
                <a:cubicBezTo>
                  <a:pt x="5105" y="6329"/>
                  <a:pt x="5495" y="5478"/>
                  <a:pt x="5156" y="4484"/>
                </a:cubicBezTo>
                <a:cubicBezTo>
                  <a:pt x="4818" y="3489"/>
                  <a:pt x="3557" y="3366"/>
                  <a:pt x="3116" y="2587"/>
                </a:cubicBezTo>
                <a:cubicBezTo>
                  <a:pt x="2665" y="1808"/>
                  <a:pt x="3127" y="680"/>
                  <a:pt x="2204" y="188"/>
                </a:cubicBezTo>
                <a:cubicBezTo>
                  <a:pt x="1965" y="63"/>
                  <a:pt x="1699" y="1"/>
                  <a:pt x="14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6"/>
          <p:cNvSpPr/>
          <p:nvPr/>
        </p:nvSpPr>
        <p:spPr>
          <a:xfrm>
            <a:off x="821472" y="3209106"/>
            <a:ext cx="154057" cy="580942"/>
          </a:xfrm>
          <a:custGeom>
            <a:rect b="b" l="l" r="r" t="t"/>
            <a:pathLst>
              <a:path extrusionOk="0" h="11022" w="2923">
                <a:moveTo>
                  <a:pt x="1" y="1"/>
                </a:moveTo>
                <a:cubicBezTo>
                  <a:pt x="513" y="800"/>
                  <a:pt x="954" y="1662"/>
                  <a:pt x="1302" y="2564"/>
                </a:cubicBezTo>
                <a:cubicBezTo>
                  <a:pt x="1641" y="3456"/>
                  <a:pt x="1907" y="4378"/>
                  <a:pt x="2112" y="5311"/>
                </a:cubicBezTo>
                <a:cubicBezTo>
                  <a:pt x="2317" y="6244"/>
                  <a:pt x="2461" y="7197"/>
                  <a:pt x="2553" y="8151"/>
                </a:cubicBezTo>
                <a:cubicBezTo>
                  <a:pt x="2645" y="9094"/>
                  <a:pt x="2686" y="10058"/>
                  <a:pt x="2666" y="11011"/>
                </a:cubicBezTo>
                <a:lnTo>
                  <a:pt x="2922" y="11021"/>
                </a:lnTo>
                <a:cubicBezTo>
                  <a:pt x="2922" y="10047"/>
                  <a:pt x="2861" y="9084"/>
                  <a:pt x="2738" y="8130"/>
                </a:cubicBezTo>
                <a:cubicBezTo>
                  <a:pt x="2625" y="7167"/>
                  <a:pt x="2461" y="6223"/>
                  <a:pt x="2235" y="5280"/>
                </a:cubicBezTo>
                <a:cubicBezTo>
                  <a:pt x="2010" y="4347"/>
                  <a:pt x="1713" y="3425"/>
                  <a:pt x="1354" y="2533"/>
                </a:cubicBezTo>
                <a:cubicBezTo>
                  <a:pt x="985" y="1641"/>
                  <a:pt x="534" y="790"/>
                  <a:pt x="1" y="1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6"/>
          <p:cNvSpPr/>
          <p:nvPr/>
        </p:nvSpPr>
        <p:spPr>
          <a:xfrm>
            <a:off x="881452" y="3340240"/>
            <a:ext cx="466228" cy="461138"/>
          </a:xfrm>
          <a:custGeom>
            <a:rect b="b" l="l" r="r" t="t"/>
            <a:pathLst>
              <a:path extrusionOk="0" h="8749" w="8846">
                <a:moveTo>
                  <a:pt x="7664" y="1"/>
                </a:moveTo>
                <a:cubicBezTo>
                  <a:pt x="7538" y="1"/>
                  <a:pt x="7404" y="30"/>
                  <a:pt x="7269" y="96"/>
                </a:cubicBezTo>
                <a:cubicBezTo>
                  <a:pt x="6384" y="528"/>
                  <a:pt x="6121" y="1266"/>
                  <a:pt x="4865" y="1266"/>
                </a:cubicBezTo>
                <a:cubicBezTo>
                  <a:pt x="4840" y="1266"/>
                  <a:pt x="4814" y="1265"/>
                  <a:pt x="4788" y="1265"/>
                </a:cubicBezTo>
                <a:cubicBezTo>
                  <a:pt x="4724" y="1263"/>
                  <a:pt x="4661" y="1262"/>
                  <a:pt x="4600" y="1262"/>
                </a:cubicBezTo>
                <a:cubicBezTo>
                  <a:pt x="3231" y="1262"/>
                  <a:pt x="2470" y="1704"/>
                  <a:pt x="2676" y="2803"/>
                </a:cubicBezTo>
                <a:cubicBezTo>
                  <a:pt x="2850" y="3694"/>
                  <a:pt x="2553" y="4453"/>
                  <a:pt x="1610" y="4914"/>
                </a:cubicBezTo>
                <a:cubicBezTo>
                  <a:pt x="0" y="5694"/>
                  <a:pt x="1682" y="7159"/>
                  <a:pt x="2174" y="8748"/>
                </a:cubicBezTo>
                <a:cubicBezTo>
                  <a:pt x="3035" y="6565"/>
                  <a:pt x="4644" y="7898"/>
                  <a:pt x="4901" y="6729"/>
                </a:cubicBezTo>
                <a:cubicBezTo>
                  <a:pt x="5157" y="5570"/>
                  <a:pt x="4245" y="5888"/>
                  <a:pt x="5321" y="5396"/>
                </a:cubicBezTo>
                <a:cubicBezTo>
                  <a:pt x="6397" y="4914"/>
                  <a:pt x="6705" y="4884"/>
                  <a:pt x="6859" y="3776"/>
                </a:cubicBezTo>
                <a:cubicBezTo>
                  <a:pt x="7012" y="2659"/>
                  <a:pt x="7310" y="1880"/>
                  <a:pt x="8140" y="1367"/>
                </a:cubicBezTo>
                <a:cubicBezTo>
                  <a:pt x="8846" y="932"/>
                  <a:pt x="8375" y="1"/>
                  <a:pt x="76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6"/>
          <p:cNvSpPr/>
          <p:nvPr/>
        </p:nvSpPr>
        <p:spPr>
          <a:xfrm>
            <a:off x="993295" y="3388519"/>
            <a:ext cx="276121" cy="401526"/>
          </a:xfrm>
          <a:custGeom>
            <a:rect b="b" l="l" r="r" t="t"/>
            <a:pathLst>
              <a:path extrusionOk="0" h="7618" w="5239">
                <a:moveTo>
                  <a:pt x="5239" y="0"/>
                </a:moveTo>
                <a:cubicBezTo>
                  <a:pt x="4542" y="390"/>
                  <a:pt x="3876" y="851"/>
                  <a:pt x="3260" y="1364"/>
                </a:cubicBezTo>
                <a:cubicBezTo>
                  <a:pt x="2645" y="1876"/>
                  <a:pt x="2082" y="2461"/>
                  <a:pt x="1600" y="3096"/>
                </a:cubicBezTo>
                <a:cubicBezTo>
                  <a:pt x="1097" y="3742"/>
                  <a:pt x="698" y="4449"/>
                  <a:pt x="411" y="5208"/>
                </a:cubicBezTo>
                <a:cubicBezTo>
                  <a:pt x="113" y="5967"/>
                  <a:pt x="0" y="6797"/>
                  <a:pt x="72" y="7617"/>
                </a:cubicBezTo>
                <a:lnTo>
                  <a:pt x="329" y="7576"/>
                </a:lnTo>
                <a:cubicBezTo>
                  <a:pt x="236" y="6797"/>
                  <a:pt x="318" y="6008"/>
                  <a:pt x="585" y="5270"/>
                </a:cubicBezTo>
                <a:cubicBezTo>
                  <a:pt x="851" y="4521"/>
                  <a:pt x="1220" y="3814"/>
                  <a:pt x="1692" y="3178"/>
                </a:cubicBezTo>
                <a:cubicBezTo>
                  <a:pt x="2164" y="2532"/>
                  <a:pt x="2707" y="1938"/>
                  <a:pt x="3301" y="1415"/>
                </a:cubicBezTo>
                <a:cubicBezTo>
                  <a:pt x="3896" y="882"/>
                  <a:pt x="4552" y="410"/>
                  <a:pt x="5239" y="0"/>
                </a:cubicBezTo>
                <a:close/>
              </a:path>
            </a:pathLst>
          </a:custGeom>
          <a:solidFill>
            <a:srgbClr val="F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6"/>
          <p:cNvSpPr/>
          <p:nvPr/>
        </p:nvSpPr>
        <p:spPr>
          <a:xfrm>
            <a:off x="833384" y="3733800"/>
            <a:ext cx="243181" cy="176148"/>
          </a:xfrm>
          <a:custGeom>
            <a:rect b="b" l="l" r="r" t="t"/>
            <a:pathLst>
              <a:path extrusionOk="0" h="3342" w="4614">
                <a:moveTo>
                  <a:pt x="328" y="0"/>
                </a:moveTo>
                <a:cubicBezTo>
                  <a:pt x="328" y="0"/>
                  <a:pt x="0" y="1722"/>
                  <a:pt x="912" y="3342"/>
                </a:cubicBezTo>
                <a:lnTo>
                  <a:pt x="3701" y="3342"/>
                </a:lnTo>
                <a:cubicBezTo>
                  <a:pt x="4613" y="1722"/>
                  <a:pt x="4285" y="0"/>
                  <a:pt x="428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6"/>
          <p:cNvSpPr/>
          <p:nvPr/>
        </p:nvSpPr>
        <p:spPr>
          <a:xfrm>
            <a:off x="836599" y="3733800"/>
            <a:ext cx="236698" cy="37317"/>
          </a:xfrm>
          <a:custGeom>
            <a:rect b="b" l="l" r="r" t="t"/>
            <a:pathLst>
              <a:path extrusionOk="0" h="708" w="4491">
                <a:moveTo>
                  <a:pt x="52" y="0"/>
                </a:moveTo>
                <a:cubicBezTo>
                  <a:pt x="52" y="0"/>
                  <a:pt x="11" y="267"/>
                  <a:pt x="1" y="707"/>
                </a:cubicBezTo>
                <a:lnTo>
                  <a:pt x="4491" y="707"/>
                </a:lnTo>
                <a:cubicBezTo>
                  <a:pt x="4470" y="267"/>
                  <a:pt x="4429" y="0"/>
                  <a:pt x="442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6"/>
          <p:cNvSpPr/>
          <p:nvPr/>
        </p:nvSpPr>
        <p:spPr>
          <a:xfrm>
            <a:off x="3749470" y="2063632"/>
            <a:ext cx="437715" cy="314558"/>
          </a:xfrm>
          <a:custGeom>
            <a:rect b="b" l="l" r="r" t="t"/>
            <a:pathLst>
              <a:path extrusionOk="0" h="5968" w="8305">
                <a:moveTo>
                  <a:pt x="431" y="1"/>
                </a:moveTo>
                <a:cubicBezTo>
                  <a:pt x="185" y="1"/>
                  <a:pt x="0" y="196"/>
                  <a:pt x="0" y="431"/>
                </a:cubicBezTo>
                <a:lnTo>
                  <a:pt x="0" y="5537"/>
                </a:lnTo>
                <a:cubicBezTo>
                  <a:pt x="0" y="5772"/>
                  <a:pt x="185" y="5967"/>
                  <a:pt x="431" y="5967"/>
                </a:cubicBezTo>
                <a:lnTo>
                  <a:pt x="7873" y="5967"/>
                </a:lnTo>
                <a:cubicBezTo>
                  <a:pt x="8109" y="5967"/>
                  <a:pt x="8304" y="5772"/>
                  <a:pt x="8304" y="5537"/>
                </a:cubicBezTo>
                <a:lnTo>
                  <a:pt x="8304" y="431"/>
                </a:lnTo>
                <a:cubicBezTo>
                  <a:pt x="8304" y="196"/>
                  <a:pt x="8109" y="1"/>
                  <a:pt x="7873" y="1"/>
                </a:cubicBezTo>
                <a:close/>
              </a:path>
            </a:pathLst>
          </a:custGeom>
          <a:solidFill>
            <a:srgbClr val="FFFFFF"/>
          </a:solidFill>
          <a:ln cap="flat" cmpd="sng" w="8725">
            <a:solidFill>
              <a:schemeClr val="accent5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6"/>
          <p:cNvSpPr/>
          <p:nvPr/>
        </p:nvSpPr>
        <p:spPr>
          <a:xfrm>
            <a:off x="3781358" y="2141427"/>
            <a:ext cx="374469" cy="197284"/>
          </a:xfrm>
          <a:custGeom>
            <a:rect b="b" l="l" r="r" t="t"/>
            <a:pathLst>
              <a:path extrusionOk="0" fill="none" h="3743" w="7105">
                <a:moveTo>
                  <a:pt x="0" y="3743"/>
                </a:moveTo>
                <a:cubicBezTo>
                  <a:pt x="585" y="3743"/>
                  <a:pt x="585" y="2933"/>
                  <a:pt x="1179" y="2933"/>
                </a:cubicBezTo>
                <a:cubicBezTo>
                  <a:pt x="1774" y="2933"/>
                  <a:pt x="1774" y="1508"/>
                  <a:pt x="2358" y="1508"/>
                </a:cubicBezTo>
                <a:cubicBezTo>
                  <a:pt x="2953" y="1508"/>
                  <a:pt x="2789" y="2441"/>
                  <a:pt x="3383" y="2441"/>
                </a:cubicBezTo>
                <a:cubicBezTo>
                  <a:pt x="3988" y="2441"/>
                  <a:pt x="4142" y="1"/>
                  <a:pt x="4736" y="1"/>
                </a:cubicBezTo>
                <a:cubicBezTo>
                  <a:pt x="5331" y="1"/>
                  <a:pt x="5331" y="1067"/>
                  <a:pt x="5915" y="1067"/>
                </a:cubicBezTo>
                <a:cubicBezTo>
                  <a:pt x="6510" y="1067"/>
                  <a:pt x="6510" y="1"/>
                  <a:pt x="7104" y="1"/>
                </a:cubicBezTo>
              </a:path>
            </a:pathLst>
          </a:custGeom>
          <a:noFill/>
          <a:ln cap="rnd" cmpd="sng" w="6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6"/>
          <p:cNvSpPr/>
          <p:nvPr/>
        </p:nvSpPr>
        <p:spPr>
          <a:xfrm>
            <a:off x="4093116" y="1658423"/>
            <a:ext cx="293988" cy="293950"/>
          </a:xfrm>
          <a:custGeom>
            <a:rect b="b" l="l" r="r" t="t"/>
            <a:pathLst>
              <a:path extrusionOk="0" h="5577" w="5578">
                <a:moveTo>
                  <a:pt x="2779" y="1728"/>
                </a:moveTo>
                <a:cubicBezTo>
                  <a:pt x="3319" y="1728"/>
                  <a:pt x="3834" y="2148"/>
                  <a:pt x="3834" y="2778"/>
                </a:cubicBezTo>
                <a:cubicBezTo>
                  <a:pt x="3834" y="3363"/>
                  <a:pt x="3363" y="3834"/>
                  <a:pt x="2789" y="3834"/>
                </a:cubicBezTo>
                <a:cubicBezTo>
                  <a:pt x="1846" y="3834"/>
                  <a:pt x="1384" y="2696"/>
                  <a:pt x="2040" y="2040"/>
                </a:cubicBezTo>
                <a:cubicBezTo>
                  <a:pt x="2256" y="1824"/>
                  <a:pt x="2521" y="1728"/>
                  <a:pt x="2779" y="1728"/>
                </a:cubicBezTo>
                <a:close/>
                <a:moveTo>
                  <a:pt x="2532" y="0"/>
                </a:moveTo>
                <a:cubicBezTo>
                  <a:pt x="2420" y="0"/>
                  <a:pt x="2327" y="92"/>
                  <a:pt x="2327" y="205"/>
                </a:cubicBezTo>
                <a:lnTo>
                  <a:pt x="2327" y="708"/>
                </a:lnTo>
                <a:cubicBezTo>
                  <a:pt x="2327" y="800"/>
                  <a:pt x="2266" y="882"/>
                  <a:pt x="2184" y="913"/>
                </a:cubicBezTo>
                <a:cubicBezTo>
                  <a:pt x="2081" y="943"/>
                  <a:pt x="1989" y="984"/>
                  <a:pt x="1897" y="1025"/>
                </a:cubicBezTo>
                <a:cubicBezTo>
                  <a:pt x="1864" y="1042"/>
                  <a:pt x="1828" y="1050"/>
                  <a:pt x="1792" y="1050"/>
                </a:cubicBezTo>
                <a:cubicBezTo>
                  <a:pt x="1739" y="1050"/>
                  <a:pt x="1688" y="1031"/>
                  <a:pt x="1651" y="995"/>
                </a:cubicBezTo>
                <a:lnTo>
                  <a:pt x="1292" y="636"/>
                </a:lnTo>
                <a:cubicBezTo>
                  <a:pt x="1251" y="595"/>
                  <a:pt x="1197" y="574"/>
                  <a:pt x="1143" y="574"/>
                </a:cubicBezTo>
                <a:cubicBezTo>
                  <a:pt x="1089" y="574"/>
                  <a:pt x="1036" y="595"/>
                  <a:pt x="995" y="636"/>
                </a:cubicBezTo>
                <a:lnTo>
                  <a:pt x="646" y="995"/>
                </a:lnTo>
                <a:cubicBezTo>
                  <a:pt x="554" y="1077"/>
                  <a:pt x="554" y="1210"/>
                  <a:pt x="646" y="1292"/>
                </a:cubicBezTo>
                <a:lnTo>
                  <a:pt x="995" y="1651"/>
                </a:lnTo>
                <a:cubicBezTo>
                  <a:pt x="1056" y="1712"/>
                  <a:pt x="1077" y="1804"/>
                  <a:pt x="1036" y="1886"/>
                </a:cubicBezTo>
                <a:cubicBezTo>
                  <a:pt x="984" y="1979"/>
                  <a:pt x="954" y="2081"/>
                  <a:pt x="913" y="2173"/>
                </a:cubicBezTo>
                <a:cubicBezTo>
                  <a:pt x="892" y="2266"/>
                  <a:pt x="810" y="2317"/>
                  <a:pt x="718" y="2317"/>
                </a:cubicBezTo>
                <a:lnTo>
                  <a:pt x="216" y="2317"/>
                </a:lnTo>
                <a:cubicBezTo>
                  <a:pt x="103" y="2317"/>
                  <a:pt x="0" y="2409"/>
                  <a:pt x="0" y="2532"/>
                </a:cubicBezTo>
                <a:lnTo>
                  <a:pt x="0" y="3045"/>
                </a:lnTo>
                <a:cubicBezTo>
                  <a:pt x="0" y="3158"/>
                  <a:pt x="103" y="3250"/>
                  <a:pt x="216" y="3250"/>
                </a:cubicBezTo>
                <a:lnTo>
                  <a:pt x="718" y="3250"/>
                </a:lnTo>
                <a:cubicBezTo>
                  <a:pt x="810" y="3250"/>
                  <a:pt x="892" y="3311"/>
                  <a:pt x="913" y="3393"/>
                </a:cubicBezTo>
                <a:cubicBezTo>
                  <a:pt x="954" y="3496"/>
                  <a:pt x="984" y="3588"/>
                  <a:pt x="1036" y="3680"/>
                </a:cubicBezTo>
                <a:cubicBezTo>
                  <a:pt x="1077" y="3762"/>
                  <a:pt x="1056" y="3865"/>
                  <a:pt x="995" y="3926"/>
                </a:cubicBezTo>
                <a:lnTo>
                  <a:pt x="646" y="4285"/>
                </a:lnTo>
                <a:cubicBezTo>
                  <a:pt x="554" y="4367"/>
                  <a:pt x="554" y="4501"/>
                  <a:pt x="646" y="4583"/>
                </a:cubicBezTo>
                <a:lnTo>
                  <a:pt x="995" y="4941"/>
                </a:lnTo>
                <a:cubicBezTo>
                  <a:pt x="1036" y="4982"/>
                  <a:pt x="1089" y="5003"/>
                  <a:pt x="1143" y="5003"/>
                </a:cubicBezTo>
                <a:cubicBezTo>
                  <a:pt x="1197" y="5003"/>
                  <a:pt x="1251" y="4982"/>
                  <a:pt x="1292" y="4941"/>
                </a:cubicBezTo>
                <a:lnTo>
                  <a:pt x="1651" y="4583"/>
                </a:lnTo>
                <a:cubicBezTo>
                  <a:pt x="1690" y="4543"/>
                  <a:pt x="1747" y="4520"/>
                  <a:pt x="1805" y="4520"/>
                </a:cubicBezTo>
                <a:cubicBezTo>
                  <a:pt x="1836" y="4520"/>
                  <a:pt x="1868" y="4527"/>
                  <a:pt x="1897" y="4542"/>
                </a:cubicBezTo>
                <a:cubicBezTo>
                  <a:pt x="1989" y="4593"/>
                  <a:pt x="2081" y="4634"/>
                  <a:pt x="2184" y="4665"/>
                </a:cubicBezTo>
                <a:cubicBezTo>
                  <a:pt x="2266" y="4685"/>
                  <a:pt x="2327" y="4767"/>
                  <a:pt x="2327" y="4859"/>
                </a:cubicBezTo>
                <a:lnTo>
                  <a:pt x="2327" y="5362"/>
                </a:lnTo>
                <a:cubicBezTo>
                  <a:pt x="2327" y="5474"/>
                  <a:pt x="2420" y="5577"/>
                  <a:pt x="2532" y="5577"/>
                </a:cubicBezTo>
                <a:lnTo>
                  <a:pt x="3045" y="5577"/>
                </a:lnTo>
                <a:cubicBezTo>
                  <a:pt x="3158" y="5577"/>
                  <a:pt x="3250" y="5474"/>
                  <a:pt x="3250" y="5362"/>
                </a:cubicBezTo>
                <a:lnTo>
                  <a:pt x="3250" y="4859"/>
                </a:lnTo>
                <a:cubicBezTo>
                  <a:pt x="3250" y="4767"/>
                  <a:pt x="3312" y="4685"/>
                  <a:pt x="3394" y="4665"/>
                </a:cubicBezTo>
                <a:cubicBezTo>
                  <a:pt x="3496" y="4634"/>
                  <a:pt x="3588" y="4593"/>
                  <a:pt x="3681" y="4542"/>
                </a:cubicBezTo>
                <a:cubicBezTo>
                  <a:pt x="3710" y="4527"/>
                  <a:pt x="3741" y="4520"/>
                  <a:pt x="3773" y="4520"/>
                </a:cubicBezTo>
                <a:cubicBezTo>
                  <a:pt x="3830" y="4520"/>
                  <a:pt x="3887" y="4543"/>
                  <a:pt x="3927" y="4583"/>
                </a:cubicBezTo>
                <a:lnTo>
                  <a:pt x="4285" y="4941"/>
                </a:lnTo>
                <a:cubicBezTo>
                  <a:pt x="4326" y="4982"/>
                  <a:pt x="4380" y="5003"/>
                  <a:pt x="4434" y="5003"/>
                </a:cubicBezTo>
                <a:cubicBezTo>
                  <a:pt x="4488" y="5003"/>
                  <a:pt x="4542" y="4982"/>
                  <a:pt x="4583" y="4941"/>
                </a:cubicBezTo>
                <a:lnTo>
                  <a:pt x="4941" y="4583"/>
                </a:lnTo>
                <a:cubicBezTo>
                  <a:pt x="5024" y="4501"/>
                  <a:pt x="5024" y="4367"/>
                  <a:pt x="4941" y="4285"/>
                </a:cubicBezTo>
                <a:lnTo>
                  <a:pt x="4583" y="3926"/>
                </a:lnTo>
                <a:cubicBezTo>
                  <a:pt x="4521" y="3865"/>
                  <a:pt x="4501" y="3762"/>
                  <a:pt x="4542" y="3680"/>
                </a:cubicBezTo>
                <a:cubicBezTo>
                  <a:pt x="4593" y="3588"/>
                  <a:pt x="4624" y="3496"/>
                  <a:pt x="4665" y="3393"/>
                </a:cubicBezTo>
                <a:cubicBezTo>
                  <a:pt x="4685" y="3311"/>
                  <a:pt x="4767" y="3250"/>
                  <a:pt x="4859" y="3250"/>
                </a:cubicBezTo>
                <a:lnTo>
                  <a:pt x="5362" y="3250"/>
                </a:lnTo>
                <a:cubicBezTo>
                  <a:pt x="5475" y="3250"/>
                  <a:pt x="5577" y="3158"/>
                  <a:pt x="5577" y="3035"/>
                </a:cubicBezTo>
                <a:lnTo>
                  <a:pt x="5577" y="2522"/>
                </a:lnTo>
                <a:cubicBezTo>
                  <a:pt x="5567" y="2409"/>
                  <a:pt x="5475" y="2317"/>
                  <a:pt x="5362" y="2317"/>
                </a:cubicBezTo>
                <a:lnTo>
                  <a:pt x="4859" y="2317"/>
                </a:lnTo>
                <a:cubicBezTo>
                  <a:pt x="4767" y="2317"/>
                  <a:pt x="4685" y="2266"/>
                  <a:pt x="4665" y="2173"/>
                </a:cubicBezTo>
                <a:cubicBezTo>
                  <a:pt x="4624" y="2081"/>
                  <a:pt x="4593" y="1979"/>
                  <a:pt x="4542" y="1886"/>
                </a:cubicBezTo>
                <a:cubicBezTo>
                  <a:pt x="4501" y="1804"/>
                  <a:pt x="4521" y="1712"/>
                  <a:pt x="4583" y="1651"/>
                </a:cubicBezTo>
                <a:lnTo>
                  <a:pt x="4941" y="1292"/>
                </a:lnTo>
                <a:cubicBezTo>
                  <a:pt x="5024" y="1210"/>
                  <a:pt x="5024" y="1077"/>
                  <a:pt x="4941" y="995"/>
                </a:cubicBezTo>
                <a:lnTo>
                  <a:pt x="4583" y="636"/>
                </a:lnTo>
                <a:cubicBezTo>
                  <a:pt x="4542" y="595"/>
                  <a:pt x="4488" y="574"/>
                  <a:pt x="4434" y="574"/>
                </a:cubicBezTo>
                <a:cubicBezTo>
                  <a:pt x="4380" y="574"/>
                  <a:pt x="4326" y="595"/>
                  <a:pt x="4285" y="636"/>
                </a:cubicBezTo>
                <a:lnTo>
                  <a:pt x="3927" y="995"/>
                </a:lnTo>
                <a:cubicBezTo>
                  <a:pt x="3890" y="1031"/>
                  <a:pt x="3838" y="1050"/>
                  <a:pt x="3785" y="1050"/>
                </a:cubicBezTo>
                <a:cubicBezTo>
                  <a:pt x="3749" y="1050"/>
                  <a:pt x="3713" y="1042"/>
                  <a:pt x="3681" y="1025"/>
                </a:cubicBezTo>
                <a:cubicBezTo>
                  <a:pt x="3588" y="984"/>
                  <a:pt x="3496" y="943"/>
                  <a:pt x="3394" y="913"/>
                </a:cubicBezTo>
                <a:cubicBezTo>
                  <a:pt x="3312" y="882"/>
                  <a:pt x="3250" y="800"/>
                  <a:pt x="3250" y="708"/>
                </a:cubicBezTo>
                <a:lnTo>
                  <a:pt x="3250" y="205"/>
                </a:lnTo>
                <a:cubicBezTo>
                  <a:pt x="3250" y="92"/>
                  <a:pt x="3158" y="0"/>
                  <a:pt x="30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6"/>
          <p:cNvSpPr/>
          <p:nvPr/>
        </p:nvSpPr>
        <p:spPr>
          <a:xfrm>
            <a:off x="4387060" y="1824291"/>
            <a:ext cx="184257" cy="184318"/>
          </a:xfrm>
          <a:custGeom>
            <a:rect b="b" l="l" r="r" t="t"/>
            <a:pathLst>
              <a:path extrusionOk="0" h="3497" w="3496">
                <a:moveTo>
                  <a:pt x="1741" y="1085"/>
                </a:moveTo>
                <a:cubicBezTo>
                  <a:pt x="2081" y="1085"/>
                  <a:pt x="2409" y="1351"/>
                  <a:pt x="2409" y="1753"/>
                </a:cubicBezTo>
                <a:cubicBezTo>
                  <a:pt x="2409" y="2112"/>
                  <a:pt x="2112" y="2409"/>
                  <a:pt x="1743" y="2409"/>
                </a:cubicBezTo>
                <a:cubicBezTo>
                  <a:pt x="1159" y="2409"/>
                  <a:pt x="861" y="1702"/>
                  <a:pt x="1282" y="1282"/>
                </a:cubicBezTo>
                <a:cubicBezTo>
                  <a:pt x="1414" y="1146"/>
                  <a:pt x="1579" y="1085"/>
                  <a:pt x="1741" y="1085"/>
                </a:cubicBezTo>
                <a:close/>
                <a:moveTo>
                  <a:pt x="1589" y="0"/>
                </a:moveTo>
                <a:cubicBezTo>
                  <a:pt x="1517" y="0"/>
                  <a:pt x="1466" y="52"/>
                  <a:pt x="1466" y="123"/>
                </a:cubicBezTo>
                <a:lnTo>
                  <a:pt x="1466" y="441"/>
                </a:lnTo>
                <a:cubicBezTo>
                  <a:pt x="1466" y="503"/>
                  <a:pt x="1425" y="554"/>
                  <a:pt x="1374" y="574"/>
                </a:cubicBezTo>
                <a:cubicBezTo>
                  <a:pt x="1312" y="595"/>
                  <a:pt x="1251" y="615"/>
                  <a:pt x="1189" y="646"/>
                </a:cubicBezTo>
                <a:cubicBezTo>
                  <a:pt x="1169" y="658"/>
                  <a:pt x="1147" y="664"/>
                  <a:pt x="1126" y="664"/>
                </a:cubicBezTo>
                <a:cubicBezTo>
                  <a:pt x="1093" y="664"/>
                  <a:pt x="1060" y="651"/>
                  <a:pt x="1035" y="626"/>
                </a:cubicBezTo>
                <a:lnTo>
                  <a:pt x="810" y="400"/>
                </a:lnTo>
                <a:cubicBezTo>
                  <a:pt x="784" y="369"/>
                  <a:pt x="751" y="354"/>
                  <a:pt x="718" y="354"/>
                </a:cubicBezTo>
                <a:cubicBezTo>
                  <a:pt x="684" y="354"/>
                  <a:pt x="651" y="369"/>
                  <a:pt x="625" y="400"/>
                </a:cubicBezTo>
                <a:lnTo>
                  <a:pt x="400" y="626"/>
                </a:lnTo>
                <a:cubicBezTo>
                  <a:pt x="349" y="677"/>
                  <a:pt x="349" y="759"/>
                  <a:pt x="400" y="810"/>
                </a:cubicBezTo>
                <a:lnTo>
                  <a:pt x="625" y="1036"/>
                </a:lnTo>
                <a:cubicBezTo>
                  <a:pt x="666" y="1077"/>
                  <a:pt x="677" y="1138"/>
                  <a:pt x="646" y="1190"/>
                </a:cubicBezTo>
                <a:cubicBezTo>
                  <a:pt x="615" y="1241"/>
                  <a:pt x="595" y="1302"/>
                  <a:pt x="574" y="1364"/>
                </a:cubicBezTo>
                <a:cubicBezTo>
                  <a:pt x="554" y="1425"/>
                  <a:pt x="502" y="1456"/>
                  <a:pt x="451" y="1456"/>
                </a:cubicBezTo>
                <a:lnTo>
                  <a:pt x="133" y="1456"/>
                </a:lnTo>
                <a:cubicBezTo>
                  <a:pt x="62" y="1456"/>
                  <a:pt x="0" y="1518"/>
                  <a:pt x="0" y="1589"/>
                </a:cubicBezTo>
                <a:lnTo>
                  <a:pt x="0" y="1907"/>
                </a:lnTo>
                <a:cubicBezTo>
                  <a:pt x="0" y="1979"/>
                  <a:pt x="62" y="2030"/>
                  <a:pt x="133" y="2030"/>
                </a:cubicBezTo>
                <a:lnTo>
                  <a:pt x="451" y="2030"/>
                </a:lnTo>
                <a:cubicBezTo>
                  <a:pt x="502" y="2030"/>
                  <a:pt x="554" y="2071"/>
                  <a:pt x="574" y="2122"/>
                </a:cubicBezTo>
                <a:cubicBezTo>
                  <a:pt x="595" y="2184"/>
                  <a:pt x="615" y="2245"/>
                  <a:pt x="646" y="2307"/>
                </a:cubicBezTo>
                <a:cubicBezTo>
                  <a:pt x="677" y="2358"/>
                  <a:pt x="666" y="2420"/>
                  <a:pt x="625" y="2461"/>
                </a:cubicBezTo>
                <a:lnTo>
                  <a:pt x="400" y="2676"/>
                </a:lnTo>
                <a:cubicBezTo>
                  <a:pt x="349" y="2727"/>
                  <a:pt x="349" y="2820"/>
                  <a:pt x="400" y="2871"/>
                </a:cubicBezTo>
                <a:lnTo>
                  <a:pt x="625" y="3096"/>
                </a:lnTo>
                <a:cubicBezTo>
                  <a:pt x="651" y="3122"/>
                  <a:pt x="684" y="3135"/>
                  <a:pt x="718" y="3135"/>
                </a:cubicBezTo>
                <a:cubicBezTo>
                  <a:pt x="751" y="3135"/>
                  <a:pt x="784" y="3122"/>
                  <a:pt x="810" y="3096"/>
                </a:cubicBezTo>
                <a:lnTo>
                  <a:pt x="1035" y="2871"/>
                </a:lnTo>
                <a:cubicBezTo>
                  <a:pt x="1063" y="2843"/>
                  <a:pt x="1099" y="2830"/>
                  <a:pt x="1136" y="2830"/>
                </a:cubicBezTo>
                <a:cubicBezTo>
                  <a:pt x="1154" y="2830"/>
                  <a:pt x="1172" y="2833"/>
                  <a:pt x="1189" y="2840"/>
                </a:cubicBezTo>
                <a:cubicBezTo>
                  <a:pt x="1251" y="2871"/>
                  <a:pt x="1312" y="2902"/>
                  <a:pt x="1374" y="2922"/>
                </a:cubicBezTo>
                <a:cubicBezTo>
                  <a:pt x="1425" y="2932"/>
                  <a:pt x="1466" y="2994"/>
                  <a:pt x="1466" y="3045"/>
                </a:cubicBezTo>
                <a:lnTo>
                  <a:pt x="1466" y="3363"/>
                </a:lnTo>
                <a:cubicBezTo>
                  <a:pt x="1466" y="3435"/>
                  <a:pt x="1517" y="3496"/>
                  <a:pt x="1589" y="3496"/>
                </a:cubicBezTo>
                <a:lnTo>
                  <a:pt x="1907" y="3496"/>
                </a:lnTo>
                <a:cubicBezTo>
                  <a:pt x="1979" y="3496"/>
                  <a:pt x="2040" y="3435"/>
                  <a:pt x="2040" y="3363"/>
                </a:cubicBezTo>
                <a:lnTo>
                  <a:pt x="2040" y="3055"/>
                </a:lnTo>
                <a:cubicBezTo>
                  <a:pt x="2030" y="2994"/>
                  <a:pt x="2071" y="2943"/>
                  <a:pt x="2122" y="2922"/>
                </a:cubicBezTo>
                <a:cubicBezTo>
                  <a:pt x="2184" y="2902"/>
                  <a:pt x="2245" y="2881"/>
                  <a:pt x="2307" y="2850"/>
                </a:cubicBezTo>
                <a:cubicBezTo>
                  <a:pt x="2327" y="2838"/>
                  <a:pt x="2349" y="2832"/>
                  <a:pt x="2370" y="2832"/>
                </a:cubicBezTo>
                <a:cubicBezTo>
                  <a:pt x="2403" y="2832"/>
                  <a:pt x="2436" y="2846"/>
                  <a:pt x="2460" y="2871"/>
                </a:cubicBezTo>
                <a:lnTo>
                  <a:pt x="2686" y="3096"/>
                </a:lnTo>
                <a:cubicBezTo>
                  <a:pt x="2712" y="3122"/>
                  <a:pt x="2745" y="3135"/>
                  <a:pt x="2778" y="3135"/>
                </a:cubicBezTo>
                <a:cubicBezTo>
                  <a:pt x="2812" y="3135"/>
                  <a:pt x="2845" y="3122"/>
                  <a:pt x="2871" y="3096"/>
                </a:cubicBezTo>
                <a:lnTo>
                  <a:pt x="3096" y="2871"/>
                </a:lnTo>
                <a:cubicBezTo>
                  <a:pt x="3147" y="2820"/>
                  <a:pt x="3147" y="2738"/>
                  <a:pt x="3096" y="2686"/>
                </a:cubicBezTo>
                <a:lnTo>
                  <a:pt x="2871" y="2461"/>
                </a:lnTo>
                <a:cubicBezTo>
                  <a:pt x="2829" y="2420"/>
                  <a:pt x="2819" y="2358"/>
                  <a:pt x="2850" y="2307"/>
                </a:cubicBezTo>
                <a:cubicBezTo>
                  <a:pt x="2881" y="2245"/>
                  <a:pt x="2901" y="2184"/>
                  <a:pt x="2922" y="2122"/>
                </a:cubicBezTo>
                <a:cubicBezTo>
                  <a:pt x="2940" y="2077"/>
                  <a:pt x="2983" y="2039"/>
                  <a:pt x="3036" y="2039"/>
                </a:cubicBezTo>
                <a:cubicBezTo>
                  <a:pt x="3042" y="2039"/>
                  <a:pt x="3049" y="2039"/>
                  <a:pt x="3055" y="2040"/>
                </a:cubicBezTo>
                <a:lnTo>
                  <a:pt x="3373" y="2040"/>
                </a:lnTo>
                <a:cubicBezTo>
                  <a:pt x="3434" y="2040"/>
                  <a:pt x="3496" y="1979"/>
                  <a:pt x="3496" y="1907"/>
                </a:cubicBezTo>
                <a:lnTo>
                  <a:pt x="3496" y="1589"/>
                </a:lnTo>
                <a:cubicBezTo>
                  <a:pt x="3496" y="1518"/>
                  <a:pt x="3434" y="1456"/>
                  <a:pt x="3363" y="1456"/>
                </a:cubicBezTo>
                <a:lnTo>
                  <a:pt x="3045" y="1456"/>
                </a:lnTo>
                <a:cubicBezTo>
                  <a:pt x="2994" y="1456"/>
                  <a:pt x="2942" y="1425"/>
                  <a:pt x="2922" y="1364"/>
                </a:cubicBezTo>
                <a:cubicBezTo>
                  <a:pt x="2901" y="1302"/>
                  <a:pt x="2871" y="1241"/>
                  <a:pt x="2840" y="1190"/>
                </a:cubicBezTo>
                <a:cubicBezTo>
                  <a:pt x="2819" y="1138"/>
                  <a:pt x="2829" y="1077"/>
                  <a:pt x="2871" y="1036"/>
                </a:cubicBezTo>
                <a:lnTo>
                  <a:pt x="3096" y="810"/>
                </a:lnTo>
                <a:cubicBezTo>
                  <a:pt x="3147" y="759"/>
                  <a:pt x="3147" y="677"/>
                  <a:pt x="3096" y="626"/>
                </a:cubicBezTo>
                <a:lnTo>
                  <a:pt x="2871" y="400"/>
                </a:lnTo>
                <a:cubicBezTo>
                  <a:pt x="2845" y="369"/>
                  <a:pt x="2812" y="354"/>
                  <a:pt x="2778" y="354"/>
                </a:cubicBezTo>
                <a:cubicBezTo>
                  <a:pt x="2745" y="354"/>
                  <a:pt x="2712" y="369"/>
                  <a:pt x="2686" y="400"/>
                </a:cubicBezTo>
                <a:lnTo>
                  <a:pt x="2460" y="626"/>
                </a:lnTo>
                <a:cubicBezTo>
                  <a:pt x="2436" y="651"/>
                  <a:pt x="2403" y="664"/>
                  <a:pt x="2370" y="664"/>
                </a:cubicBezTo>
                <a:cubicBezTo>
                  <a:pt x="2349" y="664"/>
                  <a:pt x="2327" y="658"/>
                  <a:pt x="2307" y="646"/>
                </a:cubicBezTo>
                <a:cubicBezTo>
                  <a:pt x="2245" y="615"/>
                  <a:pt x="2184" y="595"/>
                  <a:pt x="2122" y="574"/>
                </a:cubicBezTo>
                <a:cubicBezTo>
                  <a:pt x="2071" y="554"/>
                  <a:pt x="2030" y="503"/>
                  <a:pt x="2040" y="441"/>
                </a:cubicBezTo>
                <a:lnTo>
                  <a:pt x="2040" y="123"/>
                </a:lnTo>
                <a:cubicBezTo>
                  <a:pt x="2040" y="52"/>
                  <a:pt x="1979" y="0"/>
                  <a:pt x="1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6"/>
          <p:cNvSpPr/>
          <p:nvPr/>
        </p:nvSpPr>
        <p:spPr>
          <a:xfrm>
            <a:off x="4293031" y="1556805"/>
            <a:ext cx="114054" cy="114059"/>
          </a:xfrm>
          <a:custGeom>
            <a:rect b="b" l="l" r="r" t="t"/>
            <a:pathLst>
              <a:path extrusionOk="0" h="2164" w="2164">
                <a:moveTo>
                  <a:pt x="1074" y="671"/>
                </a:moveTo>
                <a:cubicBezTo>
                  <a:pt x="1284" y="671"/>
                  <a:pt x="1487" y="834"/>
                  <a:pt x="1487" y="1077"/>
                </a:cubicBezTo>
                <a:cubicBezTo>
                  <a:pt x="1487" y="1303"/>
                  <a:pt x="1302" y="1487"/>
                  <a:pt x="1077" y="1487"/>
                </a:cubicBezTo>
                <a:cubicBezTo>
                  <a:pt x="718" y="1487"/>
                  <a:pt x="533" y="1047"/>
                  <a:pt x="790" y="790"/>
                </a:cubicBezTo>
                <a:cubicBezTo>
                  <a:pt x="872" y="708"/>
                  <a:pt x="974" y="671"/>
                  <a:pt x="1074" y="671"/>
                </a:cubicBezTo>
                <a:close/>
                <a:moveTo>
                  <a:pt x="984" y="1"/>
                </a:moveTo>
                <a:cubicBezTo>
                  <a:pt x="933" y="1"/>
                  <a:pt x="902" y="32"/>
                  <a:pt x="902" y="83"/>
                </a:cubicBezTo>
                <a:lnTo>
                  <a:pt x="902" y="278"/>
                </a:lnTo>
                <a:cubicBezTo>
                  <a:pt x="902" y="308"/>
                  <a:pt x="882" y="339"/>
                  <a:pt x="841" y="349"/>
                </a:cubicBezTo>
                <a:cubicBezTo>
                  <a:pt x="810" y="370"/>
                  <a:pt x="769" y="380"/>
                  <a:pt x="728" y="401"/>
                </a:cubicBezTo>
                <a:cubicBezTo>
                  <a:pt x="717" y="404"/>
                  <a:pt x="706" y="407"/>
                  <a:pt x="694" y="407"/>
                </a:cubicBezTo>
                <a:cubicBezTo>
                  <a:pt x="675" y="407"/>
                  <a:pt x="655" y="400"/>
                  <a:pt x="636" y="380"/>
                </a:cubicBezTo>
                <a:lnTo>
                  <a:pt x="503" y="247"/>
                </a:lnTo>
                <a:cubicBezTo>
                  <a:pt x="487" y="232"/>
                  <a:pt x="467" y="224"/>
                  <a:pt x="445" y="224"/>
                </a:cubicBezTo>
                <a:cubicBezTo>
                  <a:pt x="423" y="224"/>
                  <a:pt x="400" y="232"/>
                  <a:pt x="380" y="247"/>
                </a:cubicBezTo>
                <a:lnTo>
                  <a:pt x="246" y="390"/>
                </a:lnTo>
                <a:cubicBezTo>
                  <a:pt x="216" y="421"/>
                  <a:pt x="216" y="472"/>
                  <a:pt x="246" y="503"/>
                </a:cubicBezTo>
                <a:lnTo>
                  <a:pt x="380" y="637"/>
                </a:lnTo>
                <a:cubicBezTo>
                  <a:pt x="410" y="667"/>
                  <a:pt x="410" y="698"/>
                  <a:pt x="400" y="739"/>
                </a:cubicBezTo>
                <a:cubicBezTo>
                  <a:pt x="380" y="770"/>
                  <a:pt x="369" y="811"/>
                  <a:pt x="349" y="842"/>
                </a:cubicBezTo>
                <a:cubicBezTo>
                  <a:pt x="339" y="883"/>
                  <a:pt x="308" y="903"/>
                  <a:pt x="277" y="903"/>
                </a:cubicBezTo>
                <a:lnTo>
                  <a:pt x="82" y="903"/>
                </a:lnTo>
                <a:cubicBezTo>
                  <a:pt x="31" y="903"/>
                  <a:pt x="0" y="934"/>
                  <a:pt x="0" y="985"/>
                </a:cubicBezTo>
                <a:lnTo>
                  <a:pt x="0" y="1180"/>
                </a:lnTo>
                <a:cubicBezTo>
                  <a:pt x="0" y="1221"/>
                  <a:pt x="31" y="1262"/>
                  <a:pt x="82" y="1262"/>
                </a:cubicBezTo>
                <a:lnTo>
                  <a:pt x="277" y="1262"/>
                </a:lnTo>
                <a:cubicBezTo>
                  <a:pt x="308" y="1262"/>
                  <a:pt x="339" y="1282"/>
                  <a:pt x="349" y="1313"/>
                </a:cubicBezTo>
                <a:cubicBezTo>
                  <a:pt x="369" y="1354"/>
                  <a:pt x="380" y="1395"/>
                  <a:pt x="400" y="1426"/>
                </a:cubicBezTo>
                <a:cubicBezTo>
                  <a:pt x="410" y="1457"/>
                  <a:pt x="410" y="1498"/>
                  <a:pt x="380" y="1528"/>
                </a:cubicBezTo>
                <a:lnTo>
                  <a:pt x="246" y="1662"/>
                </a:lnTo>
                <a:cubicBezTo>
                  <a:pt x="216" y="1692"/>
                  <a:pt x="216" y="1744"/>
                  <a:pt x="246" y="1774"/>
                </a:cubicBezTo>
                <a:lnTo>
                  <a:pt x="380" y="1918"/>
                </a:lnTo>
                <a:cubicBezTo>
                  <a:pt x="400" y="1933"/>
                  <a:pt x="423" y="1941"/>
                  <a:pt x="445" y="1941"/>
                </a:cubicBezTo>
                <a:cubicBezTo>
                  <a:pt x="467" y="1941"/>
                  <a:pt x="487" y="1933"/>
                  <a:pt x="503" y="1918"/>
                </a:cubicBezTo>
                <a:lnTo>
                  <a:pt x="636" y="1774"/>
                </a:lnTo>
                <a:cubicBezTo>
                  <a:pt x="655" y="1762"/>
                  <a:pt x="674" y="1753"/>
                  <a:pt x="693" y="1753"/>
                </a:cubicBezTo>
                <a:cubicBezTo>
                  <a:pt x="705" y="1753"/>
                  <a:pt x="716" y="1756"/>
                  <a:pt x="728" y="1764"/>
                </a:cubicBezTo>
                <a:cubicBezTo>
                  <a:pt x="769" y="1785"/>
                  <a:pt x="810" y="1795"/>
                  <a:pt x="841" y="1805"/>
                </a:cubicBezTo>
                <a:cubicBezTo>
                  <a:pt x="882" y="1815"/>
                  <a:pt x="902" y="1846"/>
                  <a:pt x="902" y="1887"/>
                </a:cubicBezTo>
                <a:lnTo>
                  <a:pt x="902" y="2082"/>
                </a:lnTo>
                <a:cubicBezTo>
                  <a:pt x="902" y="2123"/>
                  <a:pt x="933" y="2164"/>
                  <a:pt x="984" y="2164"/>
                </a:cubicBezTo>
                <a:lnTo>
                  <a:pt x="1179" y="2164"/>
                </a:lnTo>
                <a:cubicBezTo>
                  <a:pt x="1220" y="2164"/>
                  <a:pt x="1261" y="2123"/>
                  <a:pt x="1261" y="2082"/>
                </a:cubicBezTo>
                <a:lnTo>
                  <a:pt x="1261" y="1887"/>
                </a:lnTo>
                <a:cubicBezTo>
                  <a:pt x="1261" y="1846"/>
                  <a:pt x="1282" y="1815"/>
                  <a:pt x="1313" y="1805"/>
                </a:cubicBezTo>
                <a:cubicBezTo>
                  <a:pt x="1354" y="1795"/>
                  <a:pt x="1395" y="1785"/>
                  <a:pt x="1425" y="1764"/>
                </a:cubicBezTo>
                <a:cubicBezTo>
                  <a:pt x="1437" y="1756"/>
                  <a:pt x="1450" y="1753"/>
                  <a:pt x="1463" y="1753"/>
                </a:cubicBezTo>
                <a:cubicBezTo>
                  <a:pt x="1484" y="1753"/>
                  <a:pt x="1505" y="1762"/>
                  <a:pt x="1518" y="1774"/>
                </a:cubicBezTo>
                <a:lnTo>
                  <a:pt x="1661" y="1918"/>
                </a:lnTo>
                <a:cubicBezTo>
                  <a:pt x="1676" y="1933"/>
                  <a:pt x="1697" y="1941"/>
                  <a:pt x="1717" y="1941"/>
                </a:cubicBezTo>
                <a:cubicBezTo>
                  <a:pt x="1738" y="1941"/>
                  <a:pt x="1758" y="1933"/>
                  <a:pt x="1774" y="1918"/>
                </a:cubicBezTo>
                <a:lnTo>
                  <a:pt x="1917" y="1774"/>
                </a:lnTo>
                <a:cubicBezTo>
                  <a:pt x="1948" y="1744"/>
                  <a:pt x="1948" y="1692"/>
                  <a:pt x="1917" y="1662"/>
                </a:cubicBezTo>
                <a:lnTo>
                  <a:pt x="1774" y="1528"/>
                </a:lnTo>
                <a:cubicBezTo>
                  <a:pt x="1753" y="1498"/>
                  <a:pt x="1743" y="1457"/>
                  <a:pt x="1764" y="1426"/>
                </a:cubicBezTo>
                <a:cubicBezTo>
                  <a:pt x="1784" y="1395"/>
                  <a:pt x="1794" y="1354"/>
                  <a:pt x="1805" y="1313"/>
                </a:cubicBezTo>
                <a:cubicBezTo>
                  <a:pt x="1815" y="1282"/>
                  <a:pt x="1846" y="1262"/>
                  <a:pt x="1887" y="1262"/>
                </a:cubicBezTo>
                <a:lnTo>
                  <a:pt x="2081" y="1262"/>
                </a:lnTo>
                <a:cubicBezTo>
                  <a:pt x="2122" y="1262"/>
                  <a:pt x="2163" y="1221"/>
                  <a:pt x="2163" y="1180"/>
                </a:cubicBezTo>
                <a:lnTo>
                  <a:pt x="2163" y="985"/>
                </a:lnTo>
                <a:cubicBezTo>
                  <a:pt x="2163" y="934"/>
                  <a:pt x="2122" y="903"/>
                  <a:pt x="2081" y="903"/>
                </a:cubicBezTo>
                <a:lnTo>
                  <a:pt x="1887" y="903"/>
                </a:lnTo>
                <a:cubicBezTo>
                  <a:pt x="1846" y="903"/>
                  <a:pt x="1815" y="883"/>
                  <a:pt x="1805" y="842"/>
                </a:cubicBezTo>
                <a:cubicBezTo>
                  <a:pt x="1794" y="811"/>
                  <a:pt x="1784" y="770"/>
                  <a:pt x="1764" y="739"/>
                </a:cubicBezTo>
                <a:cubicBezTo>
                  <a:pt x="1743" y="698"/>
                  <a:pt x="1753" y="667"/>
                  <a:pt x="1774" y="637"/>
                </a:cubicBezTo>
                <a:lnTo>
                  <a:pt x="1917" y="503"/>
                </a:lnTo>
                <a:cubicBezTo>
                  <a:pt x="1948" y="472"/>
                  <a:pt x="1948" y="421"/>
                  <a:pt x="1917" y="390"/>
                </a:cubicBezTo>
                <a:lnTo>
                  <a:pt x="1774" y="247"/>
                </a:lnTo>
                <a:cubicBezTo>
                  <a:pt x="1758" y="232"/>
                  <a:pt x="1738" y="224"/>
                  <a:pt x="1717" y="224"/>
                </a:cubicBezTo>
                <a:cubicBezTo>
                  <a:pt x="1697" y="224"/>
                  <a:pt x="1676" y="232"/>
                  <a:pt x="1661" y="247"/>
                </a:cubicBezTo>
                <a:lnTo>
                  <a:pt x="1518" y="380"/>
                </a:lnTo>
                <a:cubicBezTo>
                  <a:pt x="1505" y="400"/>
                  <a:pt x="1483" y="407"/>
                  <a:pt x="1462" y="407"/>
                </a:cubicBezTo>
                <a:cubicBezTo>
                  <a:pt x="1449" y="407"/>
                  <a:pt x="1437" y="404"/>
                  <a:pt x="1425" y="401"/>
                </a:cubicBezTo>
                <a:cubicBezTo>
                  <a:pt x="1395" y="380"/>
                  <a:pt x="1354" y="370"/>
                  <a:pt x="1313" y="349"/>
                </a:cubicBezTo>
                <a:cubicBezTo>
                  <a:pt x="1282" y="339"/>
                  <a:pt x="1261" y="308"/>
                  <a:pt x="1261" y="278"/>
                </a:cubicBezTo>
                <a:lnTo>
                  <a:pt x="1261" y="83"/>
                </a:lnTo>
                <a:cubicBezTo>
                  <a:pt x="1261" y="32"/>
                  <a:pt x="1220" y="1"/>
                  <a:pt x="1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56"/>
          <p:cNvSpPr/>
          <p:nvPr/>
        </p:nvSpPr>
        <p:spPr>
          <a:xfrm>
            <a:off x="2645588" y="3261865"/>
            <a:ext cx="229161" cy="223269"/>
          </a:xfrm>
          <a:custGeom>
            <a:rect b="b" l="l" r="r" t="t"/>
            <a:pathLst>
              <a:path extrusionOk="0" h="4236" w="4348">
                <a:moveTo>
                  <a:pt x="1006" y="1"/>
                </a:moveTo>
                <a:cubicBezTo>
                  <a:pt x="799" y="1"/>
                  <a:pt x="593" y="53"/>
                  <a:pt x="411" y="148"/>
                </a:cubicBezTo>
                <a:cubicBezTo>
                  <a:pt x="175" y="281"/>
                  <a:pt x="11" y="527"/>
                  <a:pt x="1" y="804"/>
                </a:cubicBezTo>
                <a:cubicBezTo>
                  <a:pt x="1" y="1132"/>
                  <a:pt x="226" y="1419"/>
                  <a:pt x="482" y="1624"/>
                </a:cubicBezTo>
                <a:cubicBezTo>
                  <a:pt x="749" y="1829"/>
                  <a:pt x="1046" y="1993"/>
                  <a:pt x="1241" y="2250"/>
                </a:cubicBezTo>
                <a:cubicBezTo>
                  <a:pt x="1497" y="2588"/>
                  <a:pt x="1569" y="3039"/>
                  <a:pt x="1784" y="3408"/>
                </a:cubicBezTo>
                <a:cubicBezTo>
                  <a:pt x="1989" y="3767"/>
                  <a:pt x="2317" y="4033"/>
                  <a:pt x="2717" y="4156"/>
                </a:cubicBezTo>
                <a:cubicBezTo>
                  <a:pt x="2869" y="4201"/>
                  <a:pt x="3066" y="4236"/>
                  <a:pt x="3263" y="4236"/>
                </a:cubicBezTo>
                <a:cubicBezTo>
                  <a:pt x="3520" y="4236"/>
                  <a:pt x="3776" y="4177"/>
                  <a:pt x="3927" y="4003"/>
                </a:cubicBezTo>
                <a:cubicBezTo>
                  <a:pt x="4214" y="3664"/>
                  <a:pt x="4347" y="3223"/>
                  <a:pt x="4296" y="2783"/>
                </a:cubicBezTo>
                <a:cubicBezTo>
                  <a:pt x="4224" y="2332"/>
                  <a:pt x="4019" y="1922"/>
                  <a:pt x="3722" y="1593"/>
                </a:cubicBezTo>
                <a:cubicBezTo>
                  <a:pt x="3425" y="1265"/>
                  <a:pt x="3086" y="978"/>
                  <a:pt x="2717" y="732"/>
                </a:cubicBezTo>
                <a:cubicBezTo>
                  <a:pt x="2256" y="394"/>
                  <a:pt x="1754" y="76"/>
                  <a:pt x="1190" y="15"/>
                </a:cubicBezTo>
                <a:cubicBezTo>
                  <a:pt x="1129" y="5"/>
                  <a:pt x="1068" y="1"/>
                  <a:pt x="100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56"/>
          <p:cNvSpPr/>
          <p:nvPr/>
        </p:nvSpPr>
        <p:spPr>
          <a:xfrm>
            <a:off x="2868219" y="3218118"/>
            <a:ext cx="147521" cy="234074"/>
          </a:xfrm>
          <a:custGeom>
            <a:rect b="b" l="l" r="r" t="t"/>
            <a:pathLst>
              <a:path extrusionOk="0" h="4441" w="2799">
                <a:moveTo>
                  <a:pt x="1776" y="1"/>
                </a:moveTo>
                <a:cubicBezTo>
                  <a:pt x="1425" y="1"/>
                  <a:pt x="1091" y="173"/>
                  <a:pt x="892" y="476"/>
                </a:cubicBezTo>
                <a:cubicBezTo>
                  <a:pt x="677" y="804"/>
                  <a:pt x="666" y="1234"/>
                  <a:pt x="533" y="1593"/>
                </a:cubicBezTo>
                <a:cubicBezTo>
                  <a:pt x="400" y="1962"/>
                  <a:pt x="154" y="2280"/>
                  <a:pt x="62" y="2659"/>
                </a:cubicBezTo>
                <a:cubicBezTo>
                  <a:pt x="0" y="2987"/>
                  <a:pt x="31" y="3336"/>
                  <a:pt x="164" y="3643"/>
                </a:cubicBezTo>
                <a:cubicBezTo>
                  <a:pt x="246" y="3859"/>
                  <a:pt x="431" y="4351"/>
                  <a:pt x="677" y="4433"/>
                </a:cubicBezTo>
                <a:cubicBezTo>
                  <a:pt x="697" y="4438"/>
                  <a:pt x="718" y="4440"/>
                  <a:pt x="739" y="4440"/>
                </a:cubicBezTo>
                <a:cubicBezTo>
                  <a:pt x="843" y="4440"/>
                  <a:pt x="950" y="4383"/>
                  <a:pt x="1036" y="4340"/>
                </a:cubicBezTo>
                <a:cubicBezTo>
                  <a:pt x="1210" y="4279"/>
                  <a:pt x="1384" y="4238"/>
                  <a:pt x="1548" y="4166"/>
                </a:cubicBezTo>
                <a:cubicBezTo>
                  <a:pt x="1907" y="4012"/>
                  <a:pt x="2173" y="3715"/>
                  <a:pt x="2286" y="3346"/>
                </a:cubicBezTo>
                <a:cubicBezTo>
                  <a:pt x="2419" y="2916"/>
                  <a:pt x="2317" y="2444"/>
                  <a:pt x="2450" y="2003"/>
                </a:cubicBezTo>
                <a:cubicBezTo>
                  <a:pt x="2532" y="1696"/>
                  <a:pt x="2717" y="1419"/>
                  <a:pt x="2758" y="1101"/>
                </a:cubicBezTo>
                <a:cubicBezTo>
                  <a:pt x="2799" y="640"/>
                  <a:pt x="2522" y="199"/>
                  <a:pt x="2081" y="45"/>
                </a:cubicBezTo>
                <a:cubicBezTo>
                  <a:pt x="1980" y="15"/>
                  <a:pt x="1877" y="1"/>
                  <a:pt x="1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6"/>
          <p:cNvSpPr/>
          <p:nvPr/>
        </p:nvSpPr>
        <p:spPr>
          <a:xfrm>
            <a:off x="2911439" y="3527875"/>
            <a:ext cx="168076" cy="87653"/>
          </a:xfrm>
          <a:custGeom>
            <a:rect b="b" l="l" r="r" t="t"/>
            <a:pathLst>
              <a:path extrusionOk="0" h="1663" w="3189">
                <a:moveTo>
                  <a:pt x="1091" y="0"/>
                </a:moveTo>
                <a:cubicBezTo>
                  <a:pt x="1076" y="0"/>
                  <a:pt x="1061" y="1"/>
                  <a:pt x="1046" y="1"/>
                </a:cubicBezTo>
                <a:cubicBezTo>
                  <a:pt x="687" y="22"/>
                  <a:pt x="359" y="227"/>
                  <a:pt x="185" y="545"/>
                </a:cubicBezTo>
                <a:cubicBezTo>
                  <a:pt x="41" y="811"/>
                  <a:pt x="0" y="1242"/>
                  <a:pt x="154" y="1498"/>
                </a:cubicBezTo>
                <a:cubicBezTo>
                  <a:pt x="225" y="1621"/>
                  <a:pt x="345" y="1663"/>
                  <a:pt x="476" y="1663"/>
                </a:cubicBezTo>
                <a:cubicBezTo>
                  <a:pt x="629" y="1663"/>
                  <a:pt x="796" y="1605"/>
                  <a:pt x="913" y="1549"/>
                </a:cubicBezTo>
                <a:cubicBezTo>
                  <a:pt x="1128" y="1436"/>
                  <a:pt x="1333" y="1272"/>
                  <a:pt x="1569" y="1211"/>
                </a:cubicBezTo>
                <a:cubicBezTo>
                  <a:pt x="1687" y="1186"/>
                  <a:pt x="1812" y="1172"/>
                  <a:pt x="1936" y="1172"/>
                </a:cubicBezTo>
                <a:cubicBezTo>
                  <a:pt x="2017" y="1172"/>
                  <a:pt x="2097" y="1178"/>
                  <a:pt x="2174" y="1190"/>
                </a:cubicBezTo>
                <a:cubicBezTo>
                  <a:pt x="2227" y="1196"/>
                  <a:pt x="2280" y="1198"/>
                  <a:pt x="2334" y="1198"/>
                </a:cubicBezTo>
                <a:cubicBezTo>
                  <a:pt x="2488" y="1198"/>
                  <a:pt x="2644" y="1177"/>
                  <a:pt x="2789" y="1139"/>
                </a:cubicBezTo>
                <a:cubicBezTo>
                  <a:pt x="2983" y="1078"/>
                  <a:pt x="3137" y="903"/>
                  <a:pt x="3168" y="698"/>
                </a:cubicBezTo>
                <a:cubicBezTo>
                  <a:pt x="3188" y="411"/>
                  <a:pt x="2922" y="186"/>
                  <a:pt x="2645" y="124"/>
                </a:cubicBezTo>
                <a:cubicBezTo>
                  <a:pt x="2531" y="99"/>
                  <a:pt x="2416" y="93"/>
                  <a:pt x="2300" y="93"/>
                </a:cubicBezTo>
                <a:cubicBezTo>
                  <a:pt x="2187" y="93"/>
                  <a:pt x="2074" y="99"/>
                  <a:pt x="1962" y="99"/>
                </a:cubicBezTo>
                <a:cubicBezTo>
                  <a:pt x="1909" y="99"/>
                  <a:pt x="1857" y="97"/>
                  <a:pt x="1805" y="93"/>
                </a:cubicBezTo>
                <a:cubicBezTo>
                  <a:pt x="1563" y="74"/>
                  <a:pt x="1331" y="0"/>
                  <a:pt x="109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6"/>
          <p:cNvSpPr/>
          <p:nvPr/>
        </p:nvSpPr>
        <p:spPr>
          <a:xfrm>
            <a:off x="2882239" y="3554914"/>
            <a:ext cx="107571" cy="187586"/>
          </a:xfrm>
          <a:custGeom>
            <a:rect b="b" l="l" r="r" t="t"/>
            <a:pathLst>
              <a:path extrusionOk="0" fill="none" h="3559" w="2041">
                <a:moveTo>
                  <a:pt x="1" y="3558"/>
                </a:moveTo>
                <a:cubicBezTo>
                  <a:pt x="1" y="3558"/>
                  <a:pt x="277" y="185"/>
                  <a:pt x="2041" y="1"/>
                </a:cubicBezTo>
              </a:path>
            </a:pathLst>
          </a:custGeom>
          <a:noFill/>
          <a:ln cap="flat" cmpd="sng" w="2300">
            <a:solidFill>
              <a:srgbClr val="FF7900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56"/>
          <p:cNvSpPr/>
          <p:nvPr/>
        </p:nvSpPr>
        <p:spPr>
          <a:xfrm>
            <a:off x="2868747" y="3307456"/>
            <a:ext cx="73523" cy="476107"/>
          </a:xfrm>
          <a:custGeom>
            <a:rect b="b" l="l" r="r" t="t"/>
            <a:pathLst>
              <a:path extrusionOk="0" fill="none" h="9033" w="1395">
                <a:moveTo>
                  <a:pt x="287" y="9032"/>
                </a:moveTo>
                <a:cubicBezTo>
                  <a:pt x="287" y="9032"/>
                  <a:pt x="0" y="3773"/>
                  <a:pt x="1395" y="1"/>
                </a:cubicBezTo>
              </a:path>
            </a:pathLst>
          </a:custGeom>
          <a:noFill/>
          <a:ln cap="flat" cmpd="sng" w="2300">
            <a:solidFill>
              <a:srgbClr val="FF7900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6"/>
          <p:cNvSpPr/>
          <p:nvPr/>
        </p:nvSpPr>
        <p:spPr>
          <a:xfrm>
            <a:off x="2727177" y="3322056"/>
            <a:ext cx="161594" cy="296691"/>
          </a:xfrm>
          <a:custGeom>
            <a:rect b="b" l="l" r="r" t="t"/>
            <a:pathLst>
              <a:path extrusionOk="0" fill="none" h="5629" w="3066">
                <a:moveTo>
                  <a:pt x="3004" y="5628"/>
                </a:moveTo>
                <a:cubicBezTo>
                  <a:pt x="3004" y="5628"/>
                  <a:pt x="3066" y="2010"/>
                  <a:pt x="1" y="0"/>
                </a:cubicBezTo>
              </a:path>
            </a:pathLst>
          </a:custGeom>
          <a:noFill/>
          <a:ln cap="flat" cmpd="sng" w="2300">
            <a:solidFill>
              <a:srgbClr val="FF7900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6"/>
          <p:cNvSpPr/>
          <p:nvPr/>
        </p:nvSpPr>
        <p:spPr>
          <a:xfrm>
            <a:off x="2762280" y="3735961"/>
            <a:ext cx="239966" cy="173987"/>
          </a:xfrm>
          <a:custGeom>
            <a:rect b="b" l="l" r="r" t="t"/>
            <a:pathLst>
              <a:path extrusionOk="0" h="3301" w="4553">
                <a:moveTo>
                  <a:pt x="329" y="0"/>
                </a:moveTo>
                <a:cubicBezTo>
                  <a:pt x="329" y="0"/>
                  <a:pt x="1" y="1691"/>
                  <a:pt x="903" y="3301"/>
                </a:cubicBezTo>
                <a:lnTo>
                  <a:pt x="3661" y="3301"/>
                </a:lnTo>
                <a:cubicBezTo>
                  <a:pt x="4553" y="1691"/>
                  <a:pt x="4235" y="0"/>
                  <a:pt x="42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6"/>
          <p:cNvSpPr/>
          <p:nvPr/>
        </p:nvSpPr>
        <p:spPr>
          <a:xfrm>
            <a:off x="2765547" y="3735961"/>
            <a:ext cx="234010" cy="36790"/>
          </a:xfrm>
          <a:custGeom>
            <a:rect b="b" l="l" r="r" t="t"/>
            <a:pathLst>
              <a:path extrusionOk="0" h="698" w="4440">
                <a:moveTo>
                  <a:pt x="52" y="0"/>
                </a:moveTo>
                <a:cubicBezTo>
                  <a:pt x="21" y="226"/>
                  <a:pt x="0" y="461"/>
                  <a:pt x="0" y="697"/>
                </a:cubicBezTo>
                <a:lnTo>
                  <a:pt x="4439" y="697"/>
                </a:lnTo>
                <a:cubicBezTo>
                  <a:pt x="4419" y="256"/>
                  <a:pt x="4388" y="0"/>
                  <a:pt x="438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56"/>
          <p:cNvSpPr/>
          <p:nvPr/>
        </p:nvSpPr>
        <p:spPr>
          <a:xfrm>
            <a:off x="3280489" y="1078650"/>
            <a:ext cx="126439" cy="195123"/>
          </a:xfrm>
          <a:custGeom>
            <a:rect b="b" l="l" r="r" t="t"/>
            <a:pathLst>
              <a:path extrusionOk="0" h="3702" w="2399">
                <a:moveTo>
                  <a:pt x="0" y="0"/>
                </a:moveTo>
                <a:lnTo>
                  <a:pt x="0" y="3701"/>
                </a:lnTo>
                <a:lnTo>
                  <a:pt x="2399" y="3701"/>
                </a:lnTo>
                <a:lnTo>
                  <a:pt x="239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6"/>
          <p:cNvSpPr/>
          <p:nvPr/>
        </p:nvSpPr>
        <p:spPr>
          <a:xfrm>
            <a:off x="3228046" y="955475"/>
            <a:ext cx="231322" cy="143733"/>
          </a:xfrm>
          <a:custGeom>
            <a:rect b="b" l="l" r="r" t="t"/>
            <a:pathLst>
              <a:path extrusionOk="0" h="2727" w="4389">
                <a:moveTo>
                  <a:pt x="2194" y="0"/>
                </a:moveTo>
                <a:lnTo>
                  <a:pt x="1" y="2727"/>
                </a:lnTo>
                <a:lnTo>
                  <a:pt x="4388" y="2727"/>
                </a:lnTo>
                <a:lnTo>
                  <a:pt x="219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56"/>
          <p:cNvSpPr/>
          <p:nvPr/>
        </p:nvSpPr>
        <p:spPr>
          <a:xfrm>
            <a:off x="2274376" y="1615204"/>
            <a:ext cx="127019" cy="195070"/>
          </a:xfrm>
          <a:custGeom>
            <a:rect b="b" l="l" r="r" t="t"/>
            <a:pathLst>
              <a:path extrusionOk="0" h="3701" w="2410">
                <a:moveTo>
                  <a:pt x="1" y="0"/>
                </a:moveTo>
                <a:lnTo>
                  <a:pt x="1" y="3701"/>
                </a:lnTo>
                <a:lnTo>
                  <a:pt x="2410" y="3701"/>
                </a:lnTo>
                <a:lnTo>
                  <a:pt x="24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6"/>
          <p:cNvSpPr/>
          <p:nvPr/>
        </p:nvSpPr>
        <p:spPr>
          <a:xfrm>
            <a:off x="2222513" y="1789716"/>
            <a:ext cx="230742" cy="143786"/>
          </a:xfrm>
          <a:custGeom>
            <a:rect b="b" l="l" r="r" t="t"/>
            <a:pathLst>
              <a:path extrusionOk="0" h="2728" w="4378">
                <a:moveTo>
                  <a:pt x="1" y="0"/>
                </a:moveTo>
                <a:lnTo>
                  <a:pt x="2184" y="2727"/>
                </a:lnTo>
                <a:lnTo>
                  <a:pt x="437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56"/>
          <p:cNvSpPr/>
          <p:nvPr/>
        </p:nvSpPr>
        <p:spPr>
          <a:xfrm>
            <a:off x="4041253" y="1112699"/>
            <a:ext cx="261522" cy="261008"/>
          </a:xfrm>
          <a:custGeom>
            <a:rect b="b" l="l" r="r" t="t"/>
            <a:pathLst>
              <a:path extrusionOk="0" fill="none" h="4952" w="4962">
                <a:moveTo>
                  <a:pt x="2850" y="205"/>
                </a:moveTo>
                <a:cubicBezTo>
                  <a:pt x="4101" y="410"/>
                  <a:pt x="4962" y="1589"/>
                  <a:pt x="4757" y="2850"/>
                </a:cubicBezTo>
                <a:cubicBezTo>
                  <a:pt x="4552" y="4101"/>
                  <a:pt x="3363" y="4952"/>
                  <a:pt x="2112" y="4747"/>
                </a:cubicBezTo>
                <a:cubicBezTo>
                  <a:pt x="861" y="4542"/>
                  <a:pt x="0" y="3363"/>
                  <a:pt x="205" y="2112"/>
                </a:cubicBezTo>
                <a:cubicBezTo>
                  <a:pt x="410" y="851"/>
                  <a:pt x="1599" y="0"/>
                  <a:pt x="2850" y="205"/>
                </a:cubicBezTo>
                <a:close/>
              </a:path>
            </a:pathLst>
          </a:custGeom>
          <a:noFill/>
          <a:ln cap="flat" cmpd="sng" w="27425">
            <a:solidFill>
              <a:schemeClr val="l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56"/>
          <p:cNvSpPr/>
          <p:nvPr/>
        </p:nvSpPr>
        <p:spPr>
          <a:xfrm>
            <a:off x="4049897" y="1242884"/>
            <a:ext cx="60558" cy="105415"/>
          </a:xfrm>
          <a:custGeom>
            <a:rect b="b" l="l" r="r" t="t"/>
            <a:pathLst>
              <a:path extrusionOk="0" fill="none" h="2000" w="1149">
                <a:moveTo>
                  <a:pt x="1148" y="2000"/>
                </a:moveTo>
                <a:cubicBezTo>
                  <a:pt x="441" y="1590"/>
                  <a:pt x="0" y="831"/>
                  <a:pt x="0" y="1"/>
                </a:cubicBezTo>
              </a:path>
            </a:pathLst>
          </a:custGeom>
          <a:noFill/>
          <a:ln cap="flat" cmpd="sng" w="27425">
            <a:solidFill>
              <a:schemeClr val="accent3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56"/>
          <p:cNvSpPr/>
          <p:nvPr/>
        </p:nvSpPr>
        <p:spPr>
          <a:xfrm>
            <a:off x="4049897" y="1121343"/>
            <a:ext cx="121590" cy="121596"/>
          </a:xfrm>
          <a:custGeom>
            <a:rect b="b" l="l" r="r" t="t"/>
            <a:pathLst>
              <a:path extrusionOk="0" fill="none" h="2307" w="2307">
                <a:moveTo>
                  <a:pt x="0" y="2307"/>
                </a:moveTo>
                <a:cubicBezTo>
                  <a:pt x="0" y="1036"/>
                  <a:pt x="1036" y="0"/>
                  <a:pt x="2307" y="0"/>
                </a:cubicBezTo>
              </a:path>
            </a:pathLst>
          </a:custGeom>
          <a:solidFill>
            <a:schemeClr val="accent5"/>
          </a:solidFill>
          <a:ln cap="flat" cmpd="sng" w="27425">
            <a:solidFill>
              <a:schemeClr val="accent2"/>
            </a:solidFill>
            <a:prstDash val="solid"/>
            <a:miter lim="1025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56"/>
          <p:cNvSpPr/>
          <p:nvPr/>
        </p:nvSpPr>
        <p:spPr>
          <a:xfrm>
            <a:off x="1449311" y="1148908"/>
            <a:ext cx="109732" cy="109737"/>
          </a:xfrm>
          <a:custGeom>
            <a:rect b="b" l="l" r="r" t="t"/>
            <a:pathLst>
              <a:path extrusionOk="0" h="2082" w="2082">
                <a:moveTo>
                  <a:pt x="288" y="0"/>
                </a:moveTo>
                <a:cubicBezTo>
                  <a:pt x="134" y="0"/>
                  <a:pt x="1" y="133"/>
                  <a:pt x="1" y="297"/>
                </a:cubicBezTo>
                <a:lnTo>
                  <a:pt x="1" y="1784"/>
                </a:lnTo>
                <a:cubicBezTo>
                  <a:pt x="1" y="1948"/>
                  <a:pt x="134" y="2081"/>
                  <a:pt x="288" y="2081"/>
                </a:cubicBezTo>
                <a:lnTo>
                  <a:pt x="1784" y="2081"/>
                </a:lnTo>
                <a:cubicBezTo>
                  <a:pt x="1949" y="2081"/>
                  <a:pt x="2082" y="1948"/>
                  <a:pt x="2082" y="1784"/>
                </a:cubicBezTo>
                <a:lnTo>
                  <a:pt x="2082" y="297"/>
                </a:lnTo>
                <a:cubicBezTo>
                  <a:pt x="2082" y="133"/>
                  <a:pt x="1949" y="0"/>
                  <a:pt x="178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56"/>
          <p:cNvSpPr/>
          <p:nvPr/>
        </p:nvSpPr>
        <p:spPr>
          <a:xfrm>
            <a:off x="1477983" y="1184011"/>
            <a:ext cx="52441" cy="39478"/>
          </a:xfrm>
          <a:custGeom>
            <a:rect b="b" l="l" r="r" t="t"/>
            <a:pathLst>
              <a:path extrusionOk="0" fill="none" h="749" w="995">
                <a:moveTo>
                  <a:pt x="0" y="482"/>
                </a:moveTo>
                <a:lnTo>
                  <a:pt x="236" y="749"/>
                </a:lnTo>
                <a:lnTo>
                  <a:pt x="994" y="0"/>
                </a:lnTo>
              </a:path>
            </a:pathLst>
          </a:custGeom>
          <a:noFill/>
          <a:ln cap="rnd" cmpd="sng" w="7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6"/>
          <p:cNvSpPr/>
          <p:nvPr/>
        </p:nvSpPr>
        <p:spPr>
          <a:xfrm>
            <a:off x="4351904" y="2799575"/>
            <a:ext cx="109732" cy="109737"/>
          </a:xfrm>
          <a:custGeom>
            <a:rect b="b" l="l" r="r" t="t"/>
            <a:pathLst>
              <a:path extrusionOk="0" h="2082" w="2082">
                <a:moveTo>
                  <a:pt x="288" y="0"/>
                </a:moveTo>
                <a:cubicBezTo>
                  <a:pt x="134" y="0"/>
                  <a:pt x="1" y="134"/>
                  <a:pt x="1" y="298"/>
                </a:cubicBezTo>
                <a:lnTo>
                  <a:pt x="1" y="1784"/>
                </a:lnTo>
                <a:cubicBezTo>
                  <a:pt x="1" y="1948"/>
                  <a:pt x="134" y="2081"/>
                  <a:pt x="288" y="2081"/>
                </a:cubicBezTo>
                <a:lnTo>
                  <a:pt x="1784" y="2081"/>
                </a:lnTo>
                <a:cubicBezTo>
                  <a:pt x="1949" y="2081"/>
                  <a:pt x="2082" y="1948"/>
                  <a:pt x="2082" y="1784"/>
                </a:cubicBezTo>
                <a:lnTo>
                  <a:pt x="2082" y="298"/>
                </a:lnTo>
                <a:cubicBezTo>
                  <a:pt x="2082" y="134"/>
                  <a:pt x="1949" y="0"/>
                  <a:pt x="17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56"/>
          <p:cNvSpPr/>
          <p:nvPr/>
        </p:nvSpPr>
        <p:spPr>
          <a:xfrm>
            <a:off x="4380577" y="2834678"/>
            <a:ext cx="52441" cy="39478"/>
          </a:xfrm>
          <a:custGeom>
            <a:rect b="b" l="l" r="r" t="t"/>
            <a:pathLst>
              <a:path extrusionOk="0" fill="none" h="749" w="995">
                <a:moveTo>
                  <a:pt x="0" y="482"/>
                </a:moveTo>
                <a:lnTo>
                  <a:pt x="236" y="749"/>
                </a:lnTo>
                <a:lnTo>
                  <a:pt x="994" y="1"/>
                </a:lnTo>
              </a:path>
            </a:pathLst>
          </a:custGeom>
          <a:noFill/>
          <a:ln cap="rnd" cmpd="sng" w="7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6"/>
          <p:cNvSpPr/>
          <p:nvPr/>
        </p:nvSpPr>
        <p:spPr>
          <a:xfrm>
            <a:off x="913866" y="2153866"/>
            <a:ext cx="163227" cy="163762"/>
          </a:xfrm>
          <a:custGeom>
            <a:rect b="b" l="l" r="r" t="t"/>
            <a:pathLst>
              <a:path extrusionOk="0" h="3107" w="3097">
                <a:moveTo>
                  <a:pt x="431" y="1"/>
                </a:moveTo>
                <a:cubicBezTo>
                  <a:pt x="195" y="1"/>
                  <a:pt x="1" y="196"/>
                  <a:pt x="1" y="442"/>
                </a:cubicBezTo>
                <a:lnTo>
                  <a:pt x="1" y="2666"/>
                </a:lnTo>
                <a:cubicBezTo>
                  <a:pt x="1" y="2912"/>
                  <a:pt x="195" y="3107"/>
                  <a:pt x="431" y="3107"/>
                </a:cubicBezTo>
                <a:lnTo>
                  <a:pt x="2666" y="3107"/>
                </a:lnTo>
                <a:cubicBezTo>
                  <a:pt x="2902" y="3107"/>
                  <a:pt x="3096" y="2912"/>
                  <a:pt x="3096" y="2666"/>
                </a:cubicBezTo>
                <a:lnTo>
                  <a:pt x="3096" y="442"/>
                </a:lnTo>
                <a:cubicBezTo>
                  <a:pt x="3096" y="196"/>
                  <a:pt x="2902" y="1"/>
                  <a:pt x="266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56"/>
          <p:cNvSpPr/>
          <p:nvPr/>
        </p:nvSpPr>
        <p:spPr>
          <a:xfrm>
            <a:off x="956558" y="2206309"/>
            <a:ext cx="77845" cy="58400"/>
          </a:xfrm>
          <a:custGeom>
            <a:rect b="b" l="l" r="r" t="t"/>
            <a:pathLst>
              <a:path extrusionOk="0" fill="none" h="1108" w="1477">
                <a:moveTo>
                  <a:pt x="0" y="718"/>
                </a:moveTo>
                <a:lnTo>
                  <a:pt x="349" y="1107"/>
                </a:lnTo>
                <a:lnTo>
                  <a:pt x="1477" y="0"/>
                </a:lnTo>
              </a:path>
            </a:pathLst>
          </a:custGeom>
          <a:noFill/>
          <a:ln cap="rnd" cmpd="sng" w="1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56"/>
          <p:cNvSpPr/>
          <p:nvPr/>
        </p:nvSpPr>
        <p:spPr>
          <a:xfrm>
            <a:off x="2106876" y="1247786"/>
            <a:ext cx="43851" cy="46488"/>
          </a:xfrm>
          <a:custGeom>
            <a:rect b="b" l="l" r="r" t="t"/>
            <a:pathLst>
              <a:path extrusionOk="0" h="882" w="832">
                <a:moveTo>
                  <a:pt x="1" y="0"/>
                </a:moveTo>
                <a:lnTo>
                  <a:pt x="1" y="882"/>
                </a:lnTo>
                <a:lnTo>
                  <a:pt x="831" y="882"/>
                </a:lnTo>
                <a:lnTo>
                  <a:pt x="83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56"/>
          <p:cNvSpPr/>
          <p:nvPr/>
        </p:nvSpPr>
        <p:spPr>
          <a:xfrm>
            <a:off x="2169016" y="1220220"/>
            <a:ext cx="43851" cy="74054"/>
          </a:xfrm>
          <a:custGeom>
            <a:rect b="b" l="l" r="r" t="t"/>
            <a:pathLst>
              <a:path extrusionOk="0" h="1405" w="832">
                <a:moveTo>
                  <a:pt x="1" y="0"/>
                </a:moveTo>
                <a:lnTo>
                  <a:pt x="1" y="1405"/>
                </a:lnTo>
                <a:lnTo>
                  <a:pt x="831" y="1405"/>
                </a:lnTo>
                <a:lnTo>
                  <a:pt x="83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56"/>
          <p:cNvSpPr/>
          <p:nvPr/>
        </p:nvSpPr>
        <p:spPr>
          <a:xfrm>
            <a:off x="2231684" y="1184538"/>
            <a:ext cx="43851" cy="109737"/>
          </a:xfrm>
          <a:custGeom>
            <a:rect b="b" l="l" r="r" t="t"/>
            <a:pathLst>
              <a:path extrusionOk="0" h="2082" w="832">
                <a:moveTo>
                  <a:pt x="1" y="1"/>
                </a:moveTo>
                <a:lnTo>
                  <a:pt x="1" y="2082"/>
                </a:lnTo>
                <a:lnTo>
                  <a:pt x="831" y="2082"/>
                </a:lnTo>
                <a:lnTo>
                  <a:pt x="83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6"/>
          <p:cNvSpPr/>
          <p:nvPr/>
        </p:nvSpPr>
        <p:spPr>
          <a:xfrm>
            <a:off x="2294405" y="1139685"/>
            <a:ext cx="43271" cy="154591"/>
          </a:xfrm>
          <a:custGeom>
            <a:rect b="b" l="l" r="r" t="t"/>
            <a:pathLst>
              <a:path extrusionOk="0" h="2933" w="821">
                <a:moveTo>
                  <a:pt x="0" y="1"/>
                </a:moveTo>
                <a:lnTo>
                  <a:pt x="0" y="2933"/>
                </a:lnTo>
                <a:lnTo>
                  <a:pt x="820" y="2933"/>
                </a:lnTo>
                <a:lnTo>
                  <a:pt x="8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56"/>
          <p:cNvSpPr/>
          <p:nvPr/>
        </p:nvSpPr>
        <p:spPr>
          <a:xfrm>
            <a:off x="1591987" y="3733800"/>
            <a:ext cx="74578" cy="113479"/>
          </a:xfrm>
          <a:custGeom>
            <a:rect b="b" l="l" r="r" t="t"/>
            <a:pathLst>
              <a:path extrusionOk="0" h="2153" w="1415">
                <a:moveTo>
                  <a:pt x="1251" y="0"/>
                </a:moveTo>
                <a:lnTo>
                  <a:pt x="0" y="82"/>
                </a:lnTo>
                <a:lnTo>
                  <a:pt x="123" y="2153"/>
                </a:lnTo>
                <a:lnTo>
                  <a:pt x="1415" y="2153"/>
                </a:lnTo>
                <a:lnTo>
                  <a:pt x="1251" y="0"/>
                </a:ln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56"/>
          <p:cNvSpPr/>
          <p:nvPr/>
        </p:nvSpPr>
        <p:spPr>
          <a:xfrm>
            <a:off x="1240224" y="3746766"/>
            <a:ext cx="72996" cy="98352"/>
          </a:xfrm>
          <a:custGeom>
            <a:rect b="b" l="l" r="r" t="t"/>
            <a:pathLst>
              <a:path extrusionOk="0" h="1866" w="1385">
                <a:moveTo>
                  <a:pt x="226" y="0"/>
                </a:moveTo>
                <a:lnTo>
                  <a:pt x="0" y="1825"/>
                </a:lnTo>
                <a:lnTo>
                  <a:pt x="1251" y="1866"/>
                </a:lnTo>
                <a:lnTo>
                  <a:pt x="1384" y="185"/>
                </a:lnTo>
                <a:lnTo>
                  <a:pt x="226" y="0"/>
                </a:ln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6"/>
          <p:cNvSpPr/>
          <p:nvPr/>
        </p:nvSpPr>
        <p:spPr>
          <a:xfrm>
            <a:off x="1233214" y="2706600"/>
            <a:ext cx="435501" cy="1097476"/>
          </a:xfrm>
          <a:custGeom>
            <a:rect b="b" l="l" r="r" t="t"/>
            <a:pathLst>
              <a:path extrusionOk="0" h="20822" w="8263">
                <a:moveTo>
                  <a:pt x="2512" y="1"/>
                </a:moveTo>
                <a:lnTo>
                  <a:pt x="0" y="20822"/>
                </a:lnTo>
                <a:lnTo>
                  <a:pt x="1538" y="20822"/>
                </a:lnTo>
                <a:lnTo>
                  <a:pt x="5187" y="5670"/>
                </a:lnTo>
                <a:lnTo>
                  <a:pt x="6746" y="20822"/>
                </a:lnTo>
                <a:lnTo>
                  <a:pt x="8263" y="20822"/>
                </a:lnTo>
                <a:lnTo>
                  <a:pt x="78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56"/>
          <p:cNvSpPr/>
          <p:nvPr/>
        </p:nvSpPr>
        <p:spPr>
          <a:xfrm>
            <a:off x="1848087" y="2200880"/>
            <a:ext cx="114581" cy="113532"/>
          </a:xfrm>
          <a:custGeom>
            <a:rect b="b" l="l" r="r" t="t"/>
            <a:pathLst>
              <a:path extrusionOk="0" h="2154" w="2174">
                <a:moveTo>
                  <a:pt x="2061" y="1"/>
                </a:moveTo>
                <a:cubicBezTo>
                  <a:pt x="2061" y="1"/>
                  <a:pt x="1282" y="206"/>
                  <a:pt x="1087" y="257"/>
                </a:cubicBezTo>
                <a:cubicBezTo>
                  <a:pt x="667" y="380"/>
                  <a:pt x="554" y="585"/>
                  <a:pt x="554" y="585"/>
                </a:cubicBezTo>
                <a:cubicBezTo>
                  <a:pt x="585" y="482"/>
                  <a:pt x="615" y="390"/>
                  <a:pt x="656" y="298"/>
                </a:cubicBezTo>
                <a:cubicBezTo>
                  <a:pt x="687" y="206"/>
                  <a:pt x="667" y="103"/>
                  <a:pt x="595" y="31"/>
                </a:cubicBezTo>
                <a:cubicBezTo>
                  <a:pt x="595" y="31"/>
                  <a:pt x="451" y="247"/>
                  <a:pt x="400" y="318"/>
                </a:cubicBezTo>
                <a:cubicBezTo>
                  <a:pt x="164" y="677"/>
                  <a:pt x="216" y="995"/>
                  <a:pt x="236" y="1221"/>
                </a:cubicBezTo>
                <a:cubicBezTo>
                  <a:pt x="257" y="1446"/>
                  <a:pt x="0" y="1938"/>
                  <a:pt x="0" y="1938"/>
                </a:cubicBezTo>
                <a:lnTo>
                  <a:pt x="605" y="2153"/>
                </a:lnTo>
                <a:cubicBezTo>
                  <a:pt x="677" y="1887"/>
                  <a:pt x="779" y="1631"/>
                  <a:pt x="892" y="1385"/>
                </a:cubicBezTo>
                <a:cubicBezTo>
                  <a:pt x="974" y="1251"/>
                  <a:pt x="1343" y="1057"/>
                  <a:pt x="1569" y="923"/>
                </a:cubicBezTo>
                <a:cubicBezTo>
                  <a:pt x="1815" y="770"/>
                  <a:pt x="1723" y="687"/>
                  <a:pt x="1723" y="687"/>
                </a:cubicBezTo>
                <a:cubicBezTo>
                  <a:pt x="1979" y="554"/>
                  <a:pt x="1846" y="462"/>
                  <a:pt x="1846" y="462"/>
                </a:cubicBezTo>
                <a:cubicBezTo>
                  <a:pt x="2030" y="359"/>
                  <a:pt x="1928" y="257"/>
                  <a:pt x="1928" y="257"/>
                </a:cubicBezTo>
                <a:cubicBezTo>
                  <a:pt x="2153" y="165"/>
                  <a:pt x="2174" y="1"/>
                  <a:pt x="2061" y="1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56"/>
          <p:cNvSpPr/>
          <p:nvPr/>
        </p:nvSpPr>
        <p:spPr>
          <a:xfrm>
            <a:off x="1302892" y="2184699"/>
            <a:ext cx="357762" cy="521962"/>
          </a:xfrm>
          <a:custGeom>
            <a:rect b="b" l="l" r="r" t="t"/>
            <a:pathLst>
              <a:path extrusionOk="0" h="9903" w="6788">
                <a:moveTo>
                  <a:pt x="4183" y="0"/>
                </a:moveTo>
                <a:lnTo>
                  <a:pt x="2276" y="10"/>
                </a:lnTo>
                <a:cubicBezTo>
                  <a:pt x="2276" y="10"/>
                  <a:pt x="718" y="461"/>
                  <a:pt x="359" y="564"/>
                </a:cubicBezTo>
                <a:cubicBezTo>
                  <a:pt x="1" y="656"/>
                  <a:pt x="359" y="2912"/>
                  <a:pt x="841" y="5515"/>
                </a:cubicBezTo>
                <a:cubicBezTo>
                  <a:pt x="1323" y="8109"/>
                  <a:pt x="1190" y="9903"/>
                  <a:pt x="1190" y="9903"/>
                </a:cubicBezTo>
                <a:lnTo>
                  <a:pt x="6562" y="9903"/>
                </a:lnTo>
                <a:cubicBezTo>
                  <a:pt x="6562" y="9903"/>
                  <a:pt x="6787" y="1517"/>
                  <a:pt x="6664" y="1230"/>
                </a:cubicBezTo>
                <a:cubicBezTo>
                  <a:pt x="6439" y="718"/>
                  <a:pt x="4183" y="0"/>
                  <a:pt x="418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6"/>
          <p:cNvSpPr/>
          <p:nvPr/>
        </p:nvSpPr>
        <p:spPr>
          <a:xfrm>
            <a:off x="1430389" y="2087403"/>
            <a:ext cx="83801" cy="145420"/>
          </a:xfrm>
          <a:custGeom>
            <a:rect b="b" l="l" r="r" t="t"/>
            <a:pathLst>
              <a:path extrusionOk="0" h="2759" w="1590">
                <a:moveTo>
                  <a:pt x="175" y="1"/>
                </a:moveTo>
                <a:cubicBezTo>
                  <a:pt x="175" y="1"/>
                  <a:pt x="226" y="1282"/>
                  <a:pt x="1" y="1805"/>
                </a:cubicBezTo>
                <a:lnTo>
                  <a:pt x="278" y="2318"/>
                </a:lnTo>
                <a:lnTo>
                  <a:pt x="995" y="2758"/>
                </a:lnTo>
                <a:lnTo>
                  <a:pt x="1457" y="2420"/>
                </a:lnTo>
                <a:lnTo>
                  <a:pt x="1590" y="2020"/>
                </a:lnTo>
                <a:lnTo>
                  <a:pt x="1590" y="1"/>
                </a:lnTo>
                <a:close/>
              </a:path>
            </a:pathLst>
          </a:custGeom>
          <a:solidFill>
            <a:srgbClr val="FFA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6"/>
          <p:cNvSpPr/>
          <p:nvPr/>
        </p:nvSpPr>
        <p:spPr>
          <a:xfrm>
            <a:off x="1406091" y="1967495"/>
            <a:ext cx="76791" cy="106575"/>
          </a:xfrm>
          <a:custGeom>
            <a:rect b="b" l="l" r="r" t="t"/>
            <a:pathLst>
              <a:path extrusionOk="0" h="2022" w="1457">
                <a:moveTo>
                  <a:pt x="747" y="0"/>
                </a:moveTo>
                <a:cubicBezTo>
                  <a:pt x="650" y="0"/>
                  <a:pt x="552" y="39"/>
                  <a:pt x="472" y="103"/>
                </a:cubicBezTo>
                <a:cubicBezTo>
                  <a:pt x="400" y="205"/>
                  <a:pt x="339" y="318"/>
                  <a:pt x="298" y="441"/>
                </a:cubicBezTo>
                <a:cubicBezTo>
                  <a:pt x="236" y="564"/>
                  <a:pt x="134" y="677"/>
                  <a:pt x="83" y="810"/>
                </a:cubicBezTo>
                <a:cubicBezTo>
                  <a:pt x="1" y="974"/>
                  <a:pt x="1" y="1158"/>
                  <a:pt x="62" y="1322"/>
                </a:cubicBezTo>
                <a:cubicBezTo>
                  <a:pt x="103" y="1425"/>
                  <a:pt x="165" y="1517"/>
                  <a:pt x="226" y="1630"/>
                </a:cubicBezTo>
                <a:cubicBezTo>
                  <a:pt x="257" y="1702"/>
                  <a:pt x="277" y="1784"/>
                  <a:pt x="318" y="1845"/>
                </a:cubicBezTo>
                <a:cubicBezTo>
                  <a:pt x="402" y="1975"/>
                  <a:pt x="586" y="2021"/>
                  <a:pt x="727" y="2021"/>
                </a:cubicBezTo>
                <a:cubicBezTo>
                  <a:pt x="741" y="2021"/>
                  <a:pt x="756" y="2021"/>
                  <a:pt x="769" y="2020"/>
                </a:cubicBezTo>
                <a:cubicBezTo>
                  <a:pt x="923" y="2009"/>
                  <a:pt x="1067" y="1938"/>
                  <a:pt x="1169" y="1825"/>
                </a:cubicBezTo>
                <a:cubicBezTo>
                  <a:pt x="1292" y="1671"/>
                  <a:pt x="1374" y="1486"/>
                  <a:pt x="1395" y="1292"/>
                </a:cubicBezTo>
                <a:cubicBezTo>
                  <a:pt x="1446" y="1087"/>
                  <a:pt x="1456" y="871"/>
                  <a:pt x="1415" y="656"/>
                </a:cubicBezTo>
                <a:cubicBezTo>
                  <a:pt x="1374" y="482"/>
                  <a:pt x="1282" y="328"/>
                  <a:pt x="1159" y="195"/>
                </a:cubicBezTo>
                <a:cubicBezTo>
                  <a:pt x="1067" y="103"/>
                  <a:pt x="954" y="41"/>
                  <a:pt x="831" y="10"/>
                </a:cubicBezTo>
                <a:cubicBezTo>
                  <a:pt x="803" y="3"/>
                  <a:pt x="775" y="0"/>
                  <a:pt x="74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6"/>
          <p:cNvSpPr/>
          <p:nvPr/>
        </p:nvSpPr>
        <p:spPr>
          <a:xfrm>
            <a:off x="1438506" y="1977193"/>
            <a:ext cx="132448" cy="178837"/>
          </a:xfrm>
          <a:custGeom>
            <a:rect b="b" l="l" r="r" t="t"/>
            <a:pathLst>
              <a:path extrusionOk="0" h="3393" w="2513">
                <a:moveTo>
                  <a:pt x="1718" y="1"/>
                </a:moveTo>
                <a:cubicBezTo>
                  <a:pt x="1559" y="1"/>
                  <a:pt x="1400" y="11"/>
                  <a:pt x="1241" y="31"/>
                </a:cubicBezTo>
                <a:cubicBezTo>
                  <a:pt x="575" y="124"/>
                  <a:pt x="1" y="739"/>
                  <a:pt x="134" y="2010"/>
                </a:cubicBezTo>
                <a:cubicBezTo>
                  <a:pt x="246" y="2999"/>
                  <a:pt x="792" y="3392"/>
                  <a:pt x="1280" y="3392"/>
                </a:cubicBezTo>
                <a:cubicBezTo>
                  <a:pt x="1419" y="3392"/>
                  <a:pt x="1554" y="3361"/>
                  <a:pt x="1672" y="3302"/>
                </a:cubicBezTo>
                <a:cubicBezTo>
                  <a:pt x="2512" y="2891"/>
                  <a:pt x="2195" y="31"/>
                  <a:pt x="2195" y="31"/>
                </a:cubicBezTo>
                <a:cubicBezTo>
                  <a:pt x="2036" y="11"/>
                  <a:pt x="1877" y="1"/>
                  <a:pt x="1718" y="1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6"/>
          <p:cNvSpPr/>
          <p:nvPr/>
        </p:nvSpPr>
        <p:spPr>
          <a:xfrm>
            <a:off x="1414735" y="2049032"/>
            <a:ext cx="31939" cy="40585"/>
          </a:xfrm>
          <a:custGeom>
            <a:rect b="b" l="l" r="r" t="t"/>
            <a:pathLst>
              <a:path extrusionOk="0" h="770" w="606">
                <a:moveTo>
                  <a:pt x="381" y="1"/>
                </a:moveTo>
                <a:cubicBezTo>
                  <a:pt x="311" y="1"/>
                  <a:pt x="242" y="32"/>
                  <a:pt x="195" y="93"/>
                </a:cubicBezTo>
                <a:cubicBezTo>
                  <a:pt x="1" y="309"/>
                  <a:pt x="349" y="749"/>
                  <a:pt x="605" y="770"/>
                </a:cubicBezTo>
                <a:lnTo>
                  <a:pt x="575" y="93"/>
                </a:lnTo>
                <a:cubicBezTo>
                  <a:pt x="523" y="32"/>
                  <a:pt x="452" y="1"/>
                  <a:pt x="381" y="1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6"/>
          <p:cNvSpPr/>
          <p:nvPr/>
        </p:nvSpPr>
        <p:spPr>
          <a:xfrm>
            <a:off x="1429335" y="1931707"/>
            <a:ext cx="188631" cy="85597"/>
          </a:xfrm>
          <a:custGeom>
            <a:rect b="b" l="l" r="r" t="t"/>
            <a:pathLst>
              <a:path extrusionOk="0" h="1624" w="3579">
                <a:moveTo>
                  <a:pt x="2586" y="0"/>
                </a:moveTo>
                <a:cubicBezTo>
                  <a:pt x="2300" y="0"/>
                  <a:pt x="2031" y="133"/>
                  <a:pt x="1753" y="238"/>
                </a:cubicBezTo>
                <a:cubicBezTo>
                  <a:pt x="1446" y="351"/>
                  <a:pt x="1118" y="412"/>
                  <a:pt x="790" y="423"/>
                </a:cubicBezTo>
                <a:cubicBezTo>
                  <a:pt x="751" y="420"/>
                  <a:pt x="714" y="419"/>
                  <a:pt x="676" y="419"/>
                </a:cubicBezTo>
                <a:cubicBezTo>
                  <a:pt x="575" y="419"/>
                  <a:pt x="477" y="428"/>
                  <a:pt x="380" y="443"/>
                </a:cubicBezTo>
                <a:cubicBezTo>
                  <a:pt x="246" y="474"/>
                  <a:pt x="134" y="566"/>
                  <a:pt x="72" y="689"/>
                </a:cubicBezTo>
                <a:cubicBezTo>
                  <a:pt x="0" y="843"/>
                  <a:pt x="113" y="976"/>
                  <a:pt x="226" y="1069"/>
                </a:cubicBezTo>
                <a:cubicBezTo>
                  <a:pt x="369" y="1192"/>
                  <a:pt x="544" y="1274"/>
                  <a:pt x="739" y="1304"/>
                </a:cubicBezTo>
                <a:cubicBezTo>
                  <a:pt x="815" y="1315"/>
                  <a:pt x="892" y="1315"/>
                  <a:pt x="969" y="1315"/>
                </a:cubicBezTo>
                <a:cubicBezTo>
                  <a:pt x="1046" y="1315"/>
                  <a:pt x="1123" y="1315"/>
                  <a:pt x="1200" y="1325"/>
                </a:cubicBezTo>
                <a:cubicBezTo>
                  <a:pt x="1374" y="1366"/>
                  <a:pt x="1559" y="1417"/>
                  <a:pt x="1723" y="1489"/>
                </a:cubicBezTo>
                <a:cubicBezTo>
                  <a:pt x="1954" y="1581"/>
                  <a:pt x="2193" y="1624"/>
                  <a:pt x="2440" y="1624"/>
                </a:cubicBezTo>
                <a:cubicBezTo>
                  <a:pt x="2468" y="1624"/>
                  <a:pt x="2495" y="1623"/>
                  <a:pt x="2522" y="1622"/>
                </a:cubicBezTo>
                <a:cubicBezTo>
                  <a:pt x="2799" y="1602"/>
                  <a:pt x="3045" y="1458"/>
                  <a:pt x="3219" y="1243"/>
                </a:cubicBezTo>
                <a:cubicBezTo>
                  <a:pt x="3578" y="751"/>
                  <a:pt x="3250" y="54"/>
                  <a:pt x="2645" y="2"/>
                </a:cubicBezTo>
                <a:cubicBezTo>
                  <a:pt x="2625" y="1"/>
                  <a:pt x="2605" y="0"/>
                  <a:pt x="25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6"/>
          <p:cNvSpPr/>
          <p:nvPr/>
        </p:nvSpPr>
        <p:spPr>
          <a:xfrm>
            <a:off x="1422852" y="2174421"/>
            <a:ext cx="60031" cy="77269"/>
          </a:xfrm>
          <a:custGeom>
            <a:rect b="b" l="l" r="r" t="t"/>
            <a:pathLst>
              <a:path extrusionOk="0" h="1466" w="1139">
                <a:moveTo>
                  <a:pt x="195" y="0"/>
                </a:moveTo>
                <a:lnTo>
                  <a:pt x="0" y="205"/>
                </a:lnTo>
                <a:cubicBezTo>
                  <a:pt x="31" y="482"/>
                  <a:pt x="93" y="769"/>
                  <a:pt x="185" y="1036"/>
                </a:cubicBezTo>
                <a:cubicBezTo>
                  <a:pt x="299" y="1357"/>
                  <a:pt x="478" y="1466"/>
                  <a:pt x="650" y="1466"/>
                </a:cubicBezTo>
                <a:cubicBezTo>
                  <a:pt x="895" y="1466"/>
                  <a:pt x="1126" y="1246"/>
                  <a:pt x="1138" y="1107"/>
                </a:cubicBezTo>
                <a:cubicBezTo>
                  <a:pt x="380" y="615"/>
                  <a:pt x="195" y="0"/>
                  <a:pt x="1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6"/>
          <p:cNvSpPr/>
          <p:nvPr/>
        </p:nvSpPr>
        <p:spPr>
          <a:xfrm>
            <a:off x="1482832" y="2174949"/>
            <a:ext cx="47593" cy="74528"/>
          </a:xfrm>
          <a:custGeom>
            <a:rect b="b" l="l" r="r" t="t"/>
            <a:pathLst>
              <a:path extrusionOk="0" h="1414" w="903">
                <a:moveTo>
                  <a:pt x="595" y="1"/>
                </a:moveTo>
                <a:cubicBezTo>
                  <a:pt x="574" y="441"/>
                  <a:pt x="349" y="841"/>
                  <a:pt x="0" y="1097"/>
                </a:cubicBezTo>
                <a:cubicBezTo>
                  <a:pt x="23" y="1211"/>
                  <a:pt x="252" y="1413"/>
                  <a:pt x="444" y="1413"/>
                </a:cubicBezTo>
                <a:cubicBezTo>
                  <a:pt x="513" y="1413"/>
                  <a:pt x="577" y="1388"/>
                  <a:pt x="626" y="1323"/>
                </a:cubicBezTo>
                <a:cubicBezTo>
                  <a:pt x="902" y="964"/>
                  <a:pt x="769" y="185"/>
                  <a:pt x="769" y="185"/>
                </a:cubicBezTo>
                <a:lnTo>
                  <a:pt x="59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6"/>
          <p:cNvSpPr/>
          <p:nvPr/>
        </p:nvSpPr>
        <p:spPr>
          <a:xfrm>
            <a:off x="1307741" y="2710975"/>
            <a:ext cx="101088" cy="133508"/>
          </a:xfrm>
          <a:custGeom>
            <a:rect b="b" l="l" r="r" t="t"/>
            <a:pathLst>
              <a:path extrusionOk="0" h="2533" w="1918">
                <a:moveTo>
                  <a:pt x="729" y="0"/>
                </a:moveTo>
                <a:lnTo>
                  <a:pt x="1" y="390"/>
                </a:lnTo>
                <a:lnTo>
                  <a:pt x="216" y="871"/>
                </a:lnTo>
                <a:cubicBezTo>
                  <a:pt x="431" y="1343"/>
                  <a:pt x="554" y="1404"/>
                  <a:pt x="688" y="1897"/>
                </a:cubicBezTo>
                <a:cubicBezTo>
                  <a:pt x="749" y="2184"/>
                  <a:pt x="954" y="2419"/>
                  <a:pt x="1231" y="2532"/>
                </a:cubicBezTo>
                <a:lnTo>
                  <a:pt x="1918" y="1589"/>
                </a:lnTo>
                <a:cubicBezTo>
                  <a:pt x="1815" y="1374"/>
                  <a:pt x="1682" y="1179"/>
                  <a:pt x="1508" y="1005"/>
                </a:cubicBezTo>
                <a:cubicBezTo>
                  <a:pt x="1272" y="820"/>
                  <a:pt x="729" y="0"/>
                  <a:pt x="729" y="0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6"/>
          <p:cNvSpPr/>
          <p:nvPr/>
        </p:nvSpPr>
        <p:spPr>
          <a:xfrm>
            <a:off x="1202381" y="2218695"/>
            <a:ext cx="166495" cy="559332"/>
          </a:xfrm>
          <a:custGeom>
            <a:rect b="b" l="l" r="r" t="t"/>
            <a:pathLst>
              <a:path extrusionOk="0" h="10612" w="3159">
                <a:moveTo>
                  <a:pt x="2184" y="1"/>
                </a:moveTo>
                <a:cubicBezTo>
                  <a:pt x="2184" y="1"/>
                  <a:pt x="1385" y="42"/>
                  <a:pt x="1016" y="1508"/>
                </a:cubicBezTo>
                <a:cubicBezTo>
                  <a:pt x="636" y="2964"/>
                  <a:pt x="175" y="5352"/>
                  <a:pt x="52" y="6377"/>
                </a:cubicBezTo>
                <a:cubicBezTo>
                  <a:pt x="1" y="6808"/>
                  <a:pt x="2297" y="10611"/>
                  <a:pt x="2297" y="10611"/>
                </a:cubicBezTo>
                <a:cubicBezTo>
                  <a:pt x="2297" y="10611"/>
                  <a:pt x="2758" y="10191"/>
                  <a:pt x="3158" y="9842"/>
                </a:cubicBezTo>
                <a:cubicBezTo>
                  <a:pt x="3158" y="9842"/>
                  <a:pt x="1887" y="7187"/>
                  <a:pt x="1887" y="6213"/>
                </a:cubicBezTo>
                <a:cubicBezTo>
                  <a:pt x="1887" y="6213"/>
                  <a:pt x="3035" y="3046"/>
                  <a:pt x="3066" y="2082"/>
                </a:cubicBezTo>
                <a:cubicBezTo>
                  <a:pt x="3107" y="1129"/>
                  <a:pt x="3117" y="93"/>
                  <a:pt x="21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6"/>
          <p:cNvSpPr/>
          <p:nvPr/>
        </p:nvSpPr>
        <p:spPr>
          <a:xfrm>
            <a:off x="1566213" y="2248211"/>
            <a:ext cx="326771" cy="360203"/>
          </a:xfrm>
          <a:custGeom>
            <a:rect b="b" l="l" r="r" t="t"/>
            <a:pathLst>
              <a:path extrusionOk="0" h="6834" w="6200">
                <a:moveTo>
                  <a:pt x="1369" y="1"/>
                </a:moveTo>
                <a:cubicBezTo>
                  <a:pt x="0" y="1"/>
                  <a:pt x="386" y="1632"/>
                  <a:pt x="520" y="1891"/>
                </a:cubicBezTo>
                <a:cubicBezTo>
                  <a:pt x="663" y="2178"/>
                  <a:pt x="2447" y="4679"/>
                  <a:pt x="3472" y="5971"/>
                </a:cubicBezTo>
                <a:cubicBezTo>
                  <a:pt x="3978" y="6608"/>
                  <a:pt x="4374" y="6834"/>
                  <a:pt x="4668" y="6834"/>
                </a:cubicBezTo>
                <a:cubicBezTo>
                  <a:pt x="4971" y="6834"/>
                  <a:pt x="5168" y="6595"/>
                  <a:pt x="5266" y="6320"/>
                </a:cubicBezTo>
                <a:cubicBezTo>
                  <a:pt x="5451" y="5787"/>
                  <a:pt x="6199" y="938"/>
                  <a:pt x="6199" y="938"/>
                </a:cubicBezTo>
                <a:cubicBezTo>
                  <a:pt x="6046" y="730"/>
                  <a:pt x="5806" y="602"/>
                  <a:pt x="5555" y="602"/>
                </a:cubicBezTo>
                <a:cubicBezTo>
                  <a:pt x="5520" y="602"/>
                  <a:pt x="5485" y="605"/>
                  <a:pt x="5451" y="610"/>
                </a:cubicBezTo>
                <a:lnTo>
                  <a:pt x="4046" y="4198"/>
                </a:lnTo>
                <a:lnTo>
                  <a:pt x="3472" y="3152"/>
                </a:lnTo>
                <a:cubicBezTo>
                  <a:pt x="2878" y="2106"/>
                  <a:pt x="1976" y="77"/>
                  <a:pt x="1678" y="25"/>
                </a:cubicBezTo>
                <a:cubicBezTo>
                  <a:pt x="1566" y="9"/>
                  <a:pt x="1463" y="1"/>
                  <a:pt x="13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6"/>
          <p:cNvSpPr/>
          <p:nvPr/>
        </p:nvSpPr>
        <p:spPr>
          <a:xfrm>
            <a:off x="1575226" y="3839688"/>
            <a:ext cx="217250" cy="65937"/>
          </a:xfrm>
          <a:custGeom>
            <a:rect b="b" l="l" r="r" t="t"/>
            <a:pathLst>
              <a:path extrusionOk="0" h="1251" w="4122">
                <a:moveTo>
                  <a:pt x="441" y="0"/>
                </a:moveTo>
                <a:cubicBezTo>
                  <a:pt x="0" y="595"/>
                  <a:pt x="349" y="1251"/>
                  <a:pt x="349" y="1251"/>
                </a:cubicBezTo>
                <a:lnTo>
                  <a:pt x="4121" y="1251"/>
                </a:lnTo>
                <a:cubicBezTo>
                  <a:pt x="3701" y="431"/>
                  <a:pt x="2553" y="820"/>
                  <a:pt x="2163" y="410"/>
                </a:cubicBezTo>
                <a:cubicBezTo>
                  <a:pt x="1774" y="0"/>
                  <a:pt x="1641" y="0"/>
                  <a:pt x="1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6"/>
          <p:cNvSpPr/>
          <p:nvPr/>
        </p:nvSpPr>
        <p:spPr>
          <a:xfrm>
            <a:off x="1209971" y="3827038"/>
            <a:ext cx="107044" cy="78587"/>
          </a:xfrm>
          <a:custGeom>
            <a:rect b="b" l="l" r="r" t="t"/>
            <a:pathLst>
              <a:path extrusionOk="0" h="1491" w="2031">
                <a:moveTo>
                  <a:pt x="1187" y="1"/>
                </a:moveTo>
                <a:cubicBezTo>
                  <a:pt x="828" y="1"/>
                  <a:pt x="472" y="110"/>
                  <a:pt x="441" y="240"/>
                </a:cubicBezTo>
                <a:cubicBezTo>
                  <a:pt x="339" y="661"/>
                  <a:pt x="0" y="1009"/>
                  <a:pt x="144" y="1491"/>
                </a:cubicBezTo>
                <a:lnTo>
                  <a:pt x="1969" y="1491"/>
                </a:lnTo>
                <a:cubicBezTo>
                  <a:pt x="2030" y="1122"/>
                  <a:pt x="2020" y="753"/>
                  <a:pt x="1948" y="384"/>
                </a:cubicBezTo>
                <a:cubicBezTo>
                  <a:pt x="1883" y="102"/>
                  <a:pt x="1533" y="1"/>
                  <a:pt x="11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6"/>
          <p:cNvSpPr/>
          <p:nvPr/>
        </p:nvSpPr>
        <p:spPr>
          <a:xfrm>
            <a:off x="1357443" y="2768215"/>
            <a:ext cx="69254" cy="91395"/>
          </a:xfrm>
          <a:custGeom>
            <a:rect b="b" l="l" r="r" t="t"/>
            <a:pathLst>
              <a:path extrusionOk="0" h="1734" w="1314">
                <a:moveTo>
                  <a:pt x="1067" y="1"/>
                </a:moveTo>
                <a:lnTo>
                  <a:pt x="1" y="1569"/>
                </a:lnTo>
                <a:lnTo>
                  <a:pt x="247" y="1733"/>
                </a:lnTo>
                <a:lnTo>
                  <a:pt x="1313" y="175"/>
                </a:lnTo>
                <a:lnTo>
                  <a:pt x="1067" y="1"/>
                </a:lnTo>
                <a:close/>
              </a:path>
            </a:pathLst>
          </a:custGeom>
          <a:solidFill>
            <a:srgbClr val="003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56"/>
          <p:cNvSpPr/>
          <p:nvPr/>
        </p:nvSpPr>
        <p:spPr>
          <a:xfrm>
            <a:off x="1365560" y="2706600"/>
            <a:ext cx="283711" cy="20609"/>
          </a:xfrm>
          <a:custGeom>
            <a:rect b="b" l="l" r="r" t="t"/>
            <a:pathLst>
              <a:path extrusionOk="0" h="391" w="5383">
                <a:moveTo>
                  <a:pt x="1" y="1"/>
                </a:moveTo>
                <a:lnTo>
                  <a:pt x="1" y="391"/>
                </a:lnTo>
                <a:lnTo>
                  <a:pt x="5383" y="391"/>
                </a:lnTo>
                <a:lnTo>
                  <a:pt x="5383" y="1"/>
                </a:lnTo>
                <a:close/>
              </a:path>
            </a:pathLst>
          </a:custGeom>
          <a:solidFill>
            <a:srgbClr val="003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56"/>
          <p:cNvSpPr/>
          <p:nvPr/>
        </p:nvSpPr>
        <p:spPr>
          <a:xfrm>
            <a:off x="1506602" y="2857921"/>
            <a:ext cx="39476" cy="278875"/>
          </a:xfrm>
          <a:custGeom>
            <a:rect b="b" l="l" r="r" t="t"/>
            <a:pathLst>
              <a:path extrusionOk="0" h="5291" w="749">
                <a:moveTo>
                  <a:pt x="749" y="0"/>
                </a:moveTo>
                <a:lnTo>
                  <a:pt x="0" y="2799"/>
                </a:lnTo>
                <a:lnTo>
                  <a:pt x="257" y="5290"/>
                </a:lnTo>
                <a:lnTo>
                  <a:pt x="749" y="0"/>
                </a:lnTo>
                <a:close/>
              </a:path>
            </a:pathLst>
          </a:custGeom>
          <a:solidFill>
            <a:srgbClr val="003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56"/>
          <p:cNvSpPr/>
          <p:nvPr/>
        </p:nvSpPr>
        <p:spPr>
          <a:xfrm>
            <a:off x="1654655" y="2329484"/>
            <a:ext cx="26511" cy="144840"/>
          </a:xfrm>
          <a:custGeom>
            <a:rect b="b" l="l" r="r" t="t"/>
            <a:pathLst>
              <a:path extrusionOk="0" h="2748" w="503">
                <a:moveTo>
                  <a:pt x="31" y="0"/>
                </a:moveTo>
                <a:lnTo>
                  <a:pt x="0" y="2051"/>
                </a:lnTo>
                <a:lnTo>
                  <a:pt x="503" y="2748"/>
                </a:lnTo>
                <a:lnTo>
                  <a:pt x="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56"/>
          <p:cNvSpPr/>
          <p:nvPr/>
        </p:nvSpPr>
        <p:spPr>
          <a:xfrm>
            <a:off x="1339629" y="2366221"/>
            <a:ext cx="18447" cy="130293"/>
          </a:xfrm>
          <a:custGeom>
            <a:rect b="b" l="l" r="r" t="t"/>
            <a:pathLst>
              <a:path extrusionOk="0" h="2472" w="350">
                <a:moveTo>
                  <a:pt x="349" y="1"/>
                </a:moveTo>
                <a:lnTo>
                  <a:pt x="1" y="1262"/>
                </a:lnTo>
                <a:cubicBezTo>
                  <a:pt x="11" y="1395"/>
                  <a:pt x="226" y="2471"/>
                  <a:pt x="226" y="2471"/>
                </a:cubicBezTo>
                <a:lnTo>
                  <a:pt x="3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56"/>
          <p:cNvSpPr/>
          <p:nvPr/>
        </p:nvSpPr>
        <p:spPr>
          <a:xfrm>
            <a:off x="3929937" y="3322583"/>
            <a:ext cx="150262" cy="581996"/>
          </a:xfrm>
          <a:custGeom>
            <a:rect b="b" l="l" r="r" t="t"/>
            <a:pathLst>
              <a:path extrusionOk="0" h="11042" w="2851">
                <a:moveTo>
                  <a:pt x="0" y="1"/>
                </a:moveTo>
                <a:lnTo>
                  <a:pt x="2491" y="10888"/>
                </a:lnTo>
                <a:cubicBezTo>
                  <a:pt x="2507" y="10990"/>
                  <a:pt x="2589" y="11041"/>
                  <a:pt x="2671" y="11041"/>
                </a:cubicBezTo>
                <a:cubicBezTo>
                  <a:pt x="2753" y="11041"/>
                  <a:pt x="2835" y="10990"/>
                  <a:pt x="2850" y="10888"/>
                </a:cubicBezTo>
                <a:lnTo>
                  <a:pt x="93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6"/>
          <p:cNvSpPr/>
          <p:nvPr/>
        </p:nvSpPr>
        <p:spPr>
          <a:xfrm>
            <a:off x="3598730" y="3322583"/>
            <a:ext cx="150262" cy="581996"/>
          </a:xfrm>
          <a:custGeom>
            <a:rect b="b" l="l" r="r" t="t"/>
            <a:pathLst>
              <a:path extrusionOk="0" h="11042" w="2851">
                <a:moveTo>
                  <a:pt x="0" y="1"/>
                </a:moveTo>
                <a:lnTo>
                  <a:pt x="2491" y="10888"/>
                </a:lnTo>
                <a:cubicBezTo>
                  <a:pt x="2507" y="10990"/>
                  <a:pt x="2589" y="11041"/>
                  <a:pt x="2671" y="11041"/>
                </a:cubicBezTo>
                <a:cubicBezTo>
                  <a:pt x="2753" y="11041"/>
                  <a:pt x="2835" y="10990"/>
                  <a:pt x="2850" y="10888"/>
                </a:cubicBezTo>
                <a:lnTo>
                  <a:pt x="93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56"/>
          <p:cNvSpPr/>
          <p:nvPr/>
        </p:nvSpPr>
        <p:spPr>
          <a:xfrm>
            <a:off x="3256666" y="3322583"/>
            <a:ext cx="150262" cy="581996"/>
          </a:xfrm>
          <a:custGeom>
            <a:rect b="b" l="l" r="r" t="t"/>
            <a:pathLst>
              <a:path extrusionOk="0" h="11042" w="2851">
                <a:moveTo>
                  <a:pt x="1928" y="1"/>
                </a:moveTo>
                <a:lnTo>
                  <a:pt x="1" y="10888"/>
                </a:lnTo>
                <a:cubicBezTo>
                  <a:pt x="21" y="10990"/>
                  <a:pt x="103" y="11041"/>
                  <a:pt x="184" y="11041"/>
                </a:cubicBezTo>
                <a:cubicBezTo>
                  <a:pt x="265" y="11041"/>
                  <a:pt x="344" y="10990"/>
                  <a:pt x="360" y="10888"/>
                </a:cubicBezTo>
                <a:lnTo>
                  <a:pt x="285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56"/>
          <p:cNvSpPr/>
          <p:nvPr/>
        </p:nvSpPr>
        <p:spPr>
          <a:xfrm>
            <a:off x="3665720" y="2867619"/>
            <a:ext cx="493319" cy="440424"/>
          </a:xfrm>
          <a:custGeom>
            <a:rect b="b" l="l" r="r" t="t"/>
            <a:pathLst>
              <a:path extrusionOk="0" h="8356" w="9360">
                <a:moveTo>
                  <a:pt x="3383" y="1"/>
                </a:moveTo>
                <a:cubicBezTo>
                  <a:pt x="3066" y="1"/>
                  <a:pt x="2768" y="206"/>
                  <a:pt x="2655" y="514"/>
                </a:cubicBezTo>
                <a:lnTo>
                  <a:pt x="185" y="7310"/>
                </a:lnTo>
                <a:cubicBezTo>
                  <a:pt x="0" y="7823"/>
                  <a:pt x="369" y="8356"/>
                  <a:pt x="913" y="8356"/>
                </a:cubicBezTo>
                <a:lnTo>
                  <a:pt x="5977" y="8356"/>
                </a:lnTo>
                <a:cubicBezTo>
                  <a:pt x="6305" y="8356"/>
                  <a:pt x="6592" y="8151"/>
                  <a:pt x="6705" y="7843"/>
                </a:cubicBezTo>
                <a:lnTo>
                  <a:pt x="9175" y="1047"/>
                </a:lnTo>
                <a:cubicBezTo>
                  <a:pt x="9360" y="534"/>
                  <a:pt x="8991" y="1"/>
                  <a:pt x="844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56"/>
          <p:cNvSpPr/>
          <p:nvPr/>
        </p:nvSpPr>
        <p:spPr>
          <a:xfrm>
            <a:off x="3306420" y="3307983"/>
            <a:ext cx="714311" cy="28726"/>
          </a:xfrm>
          <a:custGeom>
            <a:rect b="b" l="l" r="r" t="t"/>
            <a:pathLst>
              <a:path extrusionOk="0" h="545" w="13553">
                <a:moveTo>
                  <a:pt x="277" y="1"/>
                </a:moveTo>
                <a:cubicBezTo>
                  <a:pt x="123" y="1"/>
                  <a:pt x="0" y="124"/>
                  <a:pt x="0" y="267"/>
                </a:cubicBezTo>
                <a:cubicBezTo>
                  <a:pt x="0" y="421"/>
                  <a:pt x="123" y="544"/>
                  <a:pt x="277" y="544"/>
                </a:cubicBezTo>
                <a:lnTo>
                  <a:pt x="13276" y="544"/>
                </a:lnTo>
                <a:cubicBezTo>
                  <a:pt x="13430" y="544"/>
                  <a:pt x="13553" y="421"/>
                  <a:pt x="13553" y="267"/>
                </a:cubicBezTo>
                <a:cubicBezTo>
                  <a:pt x="13553" y="124"/>
                  <a:pt x="13430" y="1"/>
                  <a:pt x="1327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56"/>
          <p:cNvSpPr/>
          <p:nvPr/>
        </p:nvSpPr>
        <p:spPr>
          <a:xfrm>
            <a:off x="3715422" y="3307983"/>
            <a:ext cx="305320" cy="28726"/>
          </a:xfrm>
          <a:custGeom>
            <a:rect b="b" l="l" r="r" t="t"/>
            <a:pathLst>
              <a:path extrusionOk="0" h="545" w="5793">
                <a:moveTo>
                  <a:pt x="277" y="1"/>
                </a:moveTo>
                <a:cubicBezTo>
                  <a:pt x="124" y="1"/>
                  <a:pt x="0" y="124"/>
                  <a:pt x="0" y="267"/>
                </a:cubicBezTo>
                <a:cubicBezTo>
                  <a:pt x="0" y="421"/>
                  <a:pt x="124" y="544"/>
                  <a:pt x="277" y="544"/>
                </a:cubicBezTo>
                <a:lnTo>
                  <a:pt x="5516" y="544"/>
                </a:lnTo>
                <a:cubicBezTo>
                  <a:pt x="5670" y="544"/>
                  <a:pt x="5793" y="421"/>
                  <a:pt x="5793" y="267"/>
                </a:cubicBezTo>
                <a:cubicBezTo>
                  <a:pt x="5793" y="124"/>
                  <a:pt x="5670" y="1"/>
                  <a:pt x="55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56"/>
          <p:cNvSpPr/>
          <p:nvPr/>
        </p:nvSpPr>
        <p:spPr>
          <a:xfrm>
            <a:off x="3566316" y="3322583"/>
            <a:ext cx="150209" cy="581996"/>
          </a:xfrm>
          <a:custGeom>
            <a:rect b="b" l="l" r="r" t="t"/>
            <a:pathLst>
              <a:path extrusionOk="0" h="11042" w="2850">
                <a:moveTo>
                  <a:pt x="1927" y="1"/>
                </a:moveTo>
                <a:lnTo>
                  <a:pt x="0" y="10888"/>
                </a:lnTo>
                <a:cubicBezTo>
                  <a:pt x="15" y="10990"/>
                  <a:pt x="97" y="11041"/>
                  <a:pt x="181" y="11041"/>
                </a:cubicBezTo>
                <a:cubicBezTo>
                  <a:pt x="264" y="11041"/>
                  <a:pt x="349" y="10990"/>
                  <a:pt x="369" y="10888"/>
                </a:cubicBezTo>
                <a:lnTo>
                  <a:pt x="285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6"/>
          <p:cNvSpPr/>
          <p:nvPr/>
        </p:nvSpPr>
        <p:spPr>
          <a:xfrm>
            <a:off x="3714315" y="2467049"/>
            <a:ext cx="301051" cy="312766"/>
          </a:xfrm>
          <a:custGeom>
            <a:rect b="b" l="l" r="r" t="t"/>
            <a:pathLst>
              <a:path extrusionOk="0" h="5934" w="5712">
                <a:moveTo>
                  <a:pt x="2819" y="0"/>
                </a:moveTo>
                <a:cubicBezTo>
                  <a:pt x="2414" y="0"/>
                  <a:pt x="2050" y="175"/>
                  <a:pt x="1703" y="599"/>
                </a:cubicBezTo>
                <a:cubicBezTo>
                  <a:pt x="1252" y="630"/>
                  <a:pt x="903" y="999"/>
                  <a:pt x="893" y="1440"/>
                </a:cubicBezTo>
                <a:cubicBezTo>
                  <a:pt x="831" y="2250"/>
                  <a:pt x="975" y="2670"/>
                  <a:pt x="626" y="3480"/>
                </a:cubicBezTo>
                <a:cubicBezTo>
                  <a:pt x="278" y="4290"/>
                  <a:pt x="1" y="5387"/>
                  <a:pt x="1457" y="5479"/>
                </a:cubicBezTo>
                <a:cubicBezTo>
                  <a:pt x="2912" y="5581"/>
                  <a:pt x="3363" y="5520"/>
                  <a:pt x="3815" y="5868"/>
                </a:cubicBezTo>
                <a:cubicBezTo>
                  <a:pt x="3872" y="5913"/>
                  <a:pt x="3948" y="5933"/>
                  <a:pt x="4036" y="5933"/>
                </a:cubicBezTo>
                <a:cubicBezTo>
                  <a:pt x="4619" y="5933"/>
                  <a:pt x="5712" y="5029"/>
                  <a:pt x="5239" y="4218"/>
                </a:cubicBezTo>
                <a:cubicBezTo>
                  <a:pt x="4696" y="3285"/>
                  <a:pt x="4481" y="2752"/>
                  <a:pt x="4706" y="2024"/>
                </a:cubicBezTo>
                <a:cubicBezTo>
                  <a:pt x="4932" y="1307"/>
                  <a:pt x="4460" y="517"/>
                  <a:pt x="3589" y="169"/>
                </a:cubicBezTo>
                <a:cubicBezTo>
                  <a:pt x="3314" y="62"/>
                  <a:pt x="3059" y="0"/>
                  <a:pt x="281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56"/>
          <p:cNvSpPr/>
          <p:nvPr/>
        </p:nvSpPr>
        <p:spPr>
          <a:xfrm>
            <a:off x="3518195" y="2719514"/>
            <a:ext cx="276701" cy="310816"/>
          </a:xfrm>
          <a:custGeom>
            <a:rect b="b" l="l" r="r" t="t"/>
            <a:pathLst>
              <a:path extrusionOk="0" h="5897" w="5250">
                <a:moveTo>
                  <a:pt x="4652" y="0"/>
                </a:moveTo>
                <a:cubicBezTo>
                  <a:pt x="4598" y="0"/>
                  <a:pt x="4538" y="13"/>
                  <a:pt x="4470" y="43"/>
                </a:cubicBezTo>
                <a:cubicBezTo>
                  <a:pt x="4009" y="248"/>
                  <a:pt x="3794" y="1263"/>
                  <a:pt x="3660" y="1653"/>
                </a:cubicBezTo>
                <a:cubicBezTo>
                  <a:pt x="3291" y="2790"/>
                  <a:pt x="2922" y="4605"/>
                  <a:pt x="2922" y="4605"/>
                </a:cubicBezTo>
                <a:lnTo>
                  <a:pt x="1" y="4953"/>
                </a:lnTo>
                <a:lnTo>
                  <a:pt x="1" y="5897"/>
                </a:lnTo>
                <a:cubicBezTo>
                  <a:pt x="1" y="5897"/>
                  <a:pt x="3322" y="5897"/>
                  <a:pt x="3609" y="5681"/>
                </a:cubicBezTo>
                <a:cubicBezTo>
                  <a:pt x="4081" y="5333"/>
                  <a:pt x="4245" y="4728"/>
                  <a:pt x="4747" y="2903"/>
                </a:cubicBezTo>
                <a:cubicBezTo>
                  <a:pt x="5249" y="1078"/>
                  <a:pt x="5044" y="433"/>
                  <a:pt x="5044" y="433"/>
                </a:cubicBezTo>
                <a:cubicBezTo>
                  <a:pt x="5044" y="433"/>
                  <a:pt x="4962" y="0"/>
                  <a:pt x="465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56"/>
          <p:cNvSpPr/>
          <p:nvPr/>
        </p:nvSpPr>
        <p:spPr>
          <a:xfrm>
            <a:off x="3708939" y="2705441"/>
            <a:ext cx="304793" cy="389719"/>
          </a:xfrm>
          <a:custGeom>
            <a:rect b="b" l="l" r="r" t="t"/>
            <a:pathLst>
              <a:path extrusionOk="0" h="7394" w="5783">
                <a:moveTo>
                  <a:pt x="2570" y="0"/>
                </a:moveTo>
                <a:cubicBezTo>
                  <a:pt x="2141" y="0"/>
                  <a:pt x="1063" y="33"/>
                  <a:pt x="810" y="351"/>
                </a:cubicBezTo>
                <a:cubicBezTo>
                  <a:pt x="482" y="741"/>
                  <a:pt x="226" y="2176"/>
                  <a:pt x="52" y="2832"/>
                </a:cubicBezTo>
                <a:cubicBezTo>
                  <a:pt x="11" y="2945"/>
                  <a:pt x="0" y="3068"/>
                  <a:pt x="0" y="3201"/>
                </a:cubicBezTo>
                <a:cubicBezTo>
                  <a:pt x="0" y="3693"/>
                  <a:pt x="267" y="4144"/>
                  <a:pt x="575" y="4626"/>
                </a:cubicBezTo>
                <a:cubicBezTo>
                  <a:pt x="636" y="4739"/>
                  <a:pt x="687" y="4872"/>
                  <a:pt x="708" y="5005"/>
                </a:cubicBezTo>
                <a:cubicBezTo>
                  <a:pt x="903" y="5846"/>
                  <a:pt x="780" y="7394"/>
                  <a:pt x="780" y="7394"/>
                </a:cubicBezTo>
                <a:lnTo>
                  <a:pt x="4655" y="7394"/>
                </a:lnTo>
                <a:cubicBezTo>
                  <a:pt x="4655" y="7394"/>
                  <a:pt x="5034" y="4862"/>
                  <a:pt x="5167" y="3826"/>
                </a:cubicBezTo>
                <a:cubicBezTo>
                  <a:pt x="5270" y="3047"/>
                  <a:pt x="5782" y="1714"/>
                  <a:pt x="5741" y="915"/>
                </a:cubicBezTo>
                <a:cubicBezTo>
                  <a:pt x="5731" y="669"/>
                  <a:pt x="5659" y="454"/>
                  <a:pt x="5495" y="361"/>
                </a:cubicBezTo>
                <a:cubicBezTo>
                  <a:pt x="4860" y="2"/>
                  <a:pt x="2748" y="2"/>
                  <a:pt x="2748" y="2"/>
                </a:cubicBezTo>
                <a:cubicBezTo>
                  <a:pt x="2748" y="2"/>
                  <a:pt x="2680" y="0"/>
                  <a:pt x="2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56"/>
          <p:cNvSpPr/>
          <p:nvPr/>
        </p:nvSpPr>
        <p:spPr>
          <a:xfrm>
            <a:off x="3708939" y="2874102"/>
            <a:ext cx="239386" cy="95190"/>
          </a:xfrm>
          <a:custGeom>
            <a:rect b="b" l="l" r="r" t="t"/>
            <a:pathLst>
              <a:path extrusionOk="0" h="1806" w="4542">
                <a:moveTo>
                  <a:pt x="0" y="1"/>
                </a:moveTo>
                <a:cubicBezTo>
                  <a:pt x="0" y="493"/>
                  <a:pt x="277" y="944"/>
                  <a:pt x="575" y="1426"/>
                </a:cubicBezTo>
                <a:cubicBezTo>
                  <a:pt x="636" y="1539"/>
                  <a:pt x="687" y="1672"/>
                  <a:pt x="708" y="1805"/>
                </a:cubicBezTo>
                <a:cubicBezTo>
                  <a:pt x="1589" y="1200"/>
                  <a:pt x="4541" y="965"/>
                  <a:pt x="4542" y="965"/>
                </a:cubicBezTo>
                <a:lnTo>
                  <a:pt x="4542" y="965"/>
                </a:lnTo>
                <a:cubicBezTo>
                  <a:pt x="4542" y="965"/>
                  <a:pt x="4305" y="978"/>
                  <a:pt x="3543" y="978"/>
                </a:cubicBezTo>
                <a:cubicBezTo>
                  <a:pt x="3161" y="978"/>
                  <a:pt x="2649" y="975"/>
                  <a:pt x="1969" y="965"/>
                </a:cubicBezTo>
                <a:cubicBezTo>
                  <a:pt x="698" y="944"/>
                  <a:pt x="195" y="401"/>
                  <a:pt x="0" y="1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56"/>
          <p:cNvSpPr/>
          <p:nvPr/>
        </p:nvSpPr>
        <p:spPr>
          <a:xfrm>
            <a:off x="3954235" y="2754195"/>
            <a:ext cx="59504" cy="340965"/>
          </a:xfrm>
          <a:custGeom>
            <a:rect b="b" l="l" r="r" t="t"/>
            <a:pathLst>
              <a:path extrusionOk="0" h="6469" w="1129">
                <a:moveTo>
                  <a:pt x="1087" y="0"/>
                </a:moveTo>
                <a:lnTo>
                  <a:pt x="185" y="492"/>
                </a:lnTo>
                <a:lnTo>
                  <a:pt x="1" y="6469"/>
                </a:lnTo>
                <a:cubicBezTo>
                  <a:pt x="1" y="6469"/>
                  <a:pt x="380" y="3937"/>
                  <a:pt x="513" y="2901"/>
                </a:cubicBezTo>
                <a:cubicBezTo>
                  <a:pt x="616" y="2122"/>
                  <a:pt x="1128" y="789"/>
                  <a:pt x="1087" y="0"/>
                </a:cubicBezTo>
                <a:close/>
              </a:path>
            </a:pathLst>
          </a:custGeom>
          <a:solidFill>
            <a:srgbClr val="FF7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56"/>
          <p:cNvSpPr/>
          <p:nvPr/>
        </p:nvSpPr>
        <p:spPr>
          <a:xfrm>
            <a:off x="3673837" y="2980991"/>
            <a:ext cx="229109" cy="49334"/>
          </a:xfrm>
          <a:custGeom>
            <a:rect b="b" l="l" r="r" t="t"/>
            <a:pathLst>
              <a:path extrusionOk="0" h="936" w="4347">
                <a:moveTo>
                  <a:pt x="998" y="0"/>
                </a:moveTo>
                <a:cubicBezTo>
                  <a:pt x="530" y="0"/>
                  <a:pt x="118" y="473"/>
                  <a:pt x="0" y="936"/>
                </a:cubicBezTo>
                <a:lnTo>
                  <a:pt x="4275" y="936"/>
                </a:lnTo>
                <a:lnTo>
                  <a:pt x="4347" y="115"/>
                </a:lnTo>
                <a:lnTo>
                  <a:pt x="4347" y="115"/>
                </a:lnTo>
                <a:cubicBezTo>
                  <a:pt x="4346" y="116"/>
                  <a:pt x="2501" y="187"/>
                  <a:pt x="1917" y="218"/>
                </a:cubicBezTo>
                <a:cubicBezTo>
                  <a:pt x="1640" y="115"/>
                  <a:pt x="1353" y="44"/>
                  <a:pt x="1056" y="3"/>
                </a:cubicBezTo>
                <a:cubicBezTo>
                  <a:pt x="1037" y="1"/>
                  <a:pt x="1017" y="0"/>
                  <a:pt x="998" y="0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56"/>
          <p:cNvSpPr/>
          <p:nvPr/>
        </p:nvSpPr>
        <p:spPr>
          <a:xfrm>
            <a:off x="3895889" y="2734640"/>
            <a:ext cx="203230" cy="301118"/>
          </a:xfrm>
          <a:custGeom>
            <a:rect b="b" l="l" r="r" t="t"/>
            <a:pathLst>
              <a:path extrusionOk="0" h="5713" w="3856">
                <a:moveTo>
                  <a:pt x="2008" y="0"/>
                </a:moveTo>
                <a:cubicBezTo>
                  <a:pt x="1907" y="0"/>
                  <a:pt x="1728" y="25"/>
                  <a:pt x="1456" y="146"/>
                </a:cubicBezTo>
                <a:cubicBezTo>
                  <a:pt x="995" y="340"/>
                  <a:pt x="1097" y="1499"/>
                  <a:pt x="1231" y="1868"/>
                </a:cubicBezTo>
                <a:cubicBezTo>
                  <a:pt x="1364" y="2247"/>
                  <a:pt x="2184" y="4318"/>
                  <a:pt x="2184" y="4318"/>
                </a:cubicBezTo>
                <a:lnTo>
                  <a:pt x="0" y="4677"/>
                </a:lnTo>
                <a:lnTo>
                  <a:pt x="72" y="5681"/>
                </a:lnTo>
                <a:cubicBezTo>
                  <a:pt x="72" y="5681"/>
                  <a:pt x="650" y="5712"/>
                  <a:pt x="1328" y="5712"/>
                </a:cubicBezTo>
                <a:cubicBezTo>
                  <a:pt x="2165" y="5712"/>
                  <a:pt x="3155" y="5665"/>
                  <a:pt x="3404" y="5456"/>
                </a:cubicBezTo>
                <a:cubicBezTo>
                  <a:pt x="3855" y="5087"/>
                  <a:pt x="3363" y="3723"/>
                  <a:pt x="3014" y="2370"/>
                </a:cubicBezTo>
                <a:cubicBezTo>
                  <a:pt x="2789" y="1560"/>
                  <a:pt x="2492" y="761"/>
                  <a:pt x="2112" y="12"/>
                </a:cubicBezTo>
                <a:cubicBezTo>
                  <a:pt x="2112" y="12"/>
                  <a:pt x="2079" y="0"/>
                  <a:pt x="200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56"/>
          <p:cNvSpPr/>
          <p:nvPr/>
        </p:nvSpPr>
        <p:spPr>
          <a:xfrm>
            <a:off x="3411201" y="3793728"/>
            <a:ext cx="42744" cy="55712"/>
          </a:xfrm>
          <a:custGeom>
            <a:rect b="b" l="l" r="r" t="t"/>
            <a:pathLst>
              <a:path extrusionOk="0" h="1057" w="811">
                <a:moveTo>
                  <a:pt x="811" y="1"/>
                </a:moveTo>
                <a:lnTo>
                  <a:pt x="1" y="83"/>
                </a:lnTo>
                <a:lnTo>
                  <a:pt x="83" y="1057"/>
                </a:lnTo>
                <a:lnTo>
                  <a:pt x="749" y="1057"/>
                </a:lnTo>
                <a:lnTo>
                  <a:pt x="811" y="1"/>
                </a:ln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56"/>
          <p:cNvSpPr/>
          <p:nvPr/>
        </p:nvSpPr>
        <p:spPr>
          <a:xfrm>
            <a:off x="3311269" y="3849386"/>
            <a:ext cx="152423" cy="56292"/>
          </a:xfrm>
          <a:custGeom>
            <a:rect b="b" l="l" r="r" t="t"/>
            <a:pathLst>
              <a:path extrusionOk="0" h="1068" w="2892">
                <a:moveTo>
                  <a:pt x="1979" y="1"/>
                </a:moveTo>
                <a:cubicBezTo>
                  <a:pt x="1466" y="257"/>
                  <a:pt x="933" y="462"/>
                  <a:pt x="380" y="616"/>
                </a:cubicBezTo>
                <a:cubicBezTo>
                  <a:pt x="287" y="647"/>
                  <a:pt x="205" y="688"/>
                  <a:pt x="123" y="749"/>
                </a:cubicBezTo>
                <a:cubicBezTo>
                  <a:pt x="0" y="862"/>
                  <a:pt x="72" y="1067"/>
                  <a:pt x="236" y="1067"/>
                </a:cubicBezTo>
                <a:lnTo>
                  <a:pt x="1210" y="1067"/>
                </a:lnTo>
                <a:cubicBezTo>
                  <a:pt x="1340" y="1067"/>
                  <a:pt x="1463" y="1067"/>
                  <a:pt x="1578" y="1067"/>
                </a:cubicBezTo>
                <a:cubicBezTo>
                  <a:pt x="2330" y="1067"/>
                  <a:pt x="2774" y="1052"/>
                  <a:pt x="2809" y="821"/>
                </a:cubicBezTo>
                <a:cubicBezTo>
                  <a:pt x="2891" y="257"/>
                  <a:pt x="2645" y="1"/>
                  <a:pt x="26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56"/>
          <p:cNvSpPr/>
          <p:nvPr/>
        </p:nvSpPr>
        <p:spPr>
          <a:xfrm>
            <a:off x="3288026" y="3095101"/>
            <a:ext cx="615436" cy="740857"/>
          </a:xfrm>
          <a:custGeom>
            <a:rect b="b" l="l" r="r" t="t"/>
            <a:pathLst>
              <a:path extrusionOk="0" h="14056" w="11677">
                <a:moveTo>
                  <a:pt x="8776" y="1"/>
                </a:moveTo>
                <a:cubicBezTo>
                  <a:pt x="8776" y="1"/>
                  <a:pt x="2963" y="1498"/>
                  <a:pt x="1436" y="2225"/>
                </a:cubicBezTo>
                <a:cubicBezTo>
                  <a:pt x="1" y="2912"/>
                  <a:pt x="749" y="4214"/>
                  <a:pt x="1251" y="7525"/>
                </a:cubicBezTo>
                <a:cubicBezTo>
                  <a:pt x="1579" y="9658"/>
                  <a:pt x="2348" y="14056"/>
                  <a:pt x="2348" y="14056"/>
                </a:cubicBezTo>
                <a:lnTo>
                  <a:pt x="3220" y="14056"/>
                </a:lnTo>
                <a:cubicBezTo>
                  <a:pt x="3363" y="9822"/>
                  <a:pt x="3845" y="6685"/>
                  <a:pt x="3281" y="4839"/>
                </a:cubicBezTo>
                <a:cubicBezTo>
                  <a:pt x="3035" y="4060"/>
                  <a:pt x="3230" y="4050"/>
                  <a:pt x="3640" y="4040"/>
                </a:cubicBezTo>
                <a:cubicBezTo>
                  <a:pt x="3814" y="4033"/>
                  <a:pt x="4283" y="4031"/>
                  <a:pt x="4906" y="4031"/>
                </a:cubicBezTo>
                <a:cubicBezTo>
                  <a:pt x="6150" y="4031"/>
                  <a:pt x="8007" y="4040"/>
                  <a:pt x="9340" y="4040"/>
                </a:cubicBezTo>
                <a:cubicBezTo>
                  <a:pt x="10795" y="4040"/>
                  <a:pt x="11421" y="3322"/>
                  <a:pt x="11523" y="2594"/>
                </a:cubicBezTo>
                <a:cubicBezTo>
                  <a:pt x="11677" y="1477"/>
                  <a:pt x="10898" y="339"/>
                  <a:pt x="1090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56"/>
          <p:cNvSpPr/>
          <p:nvPr/>
        </p:nvSpPr>
        <p:spPr>
          <a:xfrm>
            <a:off x="3510078" y="3793728"/>
            <a:ext cx="42744" cy="55712"/>
          </a:xfrm>
          <a:custGeom>
            <a:rect b="b" l="l" r="r" t="t"/>
            <a:pathLst>
              <a:path extrusionOk="0" h="1057" w="811">
                <a:moveTo>
                  <a:pt x="811" y="1"/>
                </a:moveTo>
                <a:lnTo>
                  <a:pt x="1" y="83"/>
                </a:lnTo>
                <a:lnTo>
                  <a:pt x="93" y="1057"/>
                </a:lnTo>
                <a:lnTo>
                  <a:pt x="749" y="1057"/>
                </a:lnTo>
                <a:lnTo>
                  <a:pt x="811" y="1"/>
                </a:ln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56"/>
          <p:cNvSpPr/>
          <p:nvPr/>
        </p:nvSpPr>
        <p:spPr>
          <a:xfrm>
            <a:off x="3410147" y="3849386"/>
            <a:ext cx="152423" cy="56292"/>
          </a:xfrm>
          <a:custGeom>
            <a:rect b="b" l="l" r="r" t="t"/>
            <a:pathLst>
              <a:path extrusionOk="0" h="1068" w="2892">
                <a:moveTo>
                  <a:pt x="1979" y="1"/>
                </a:moveTo>
                <a:cubicBezTo>
                  <a:pt x="1466" y="257"/>
                  <a:pt x="933" y="462"/>
                  <a:pt x="380" y="616"/>
                </a:cubicBezTo>
                <a:cubicBezTo>
                  <a:pt x="287" y="647"/>
                  <a:pt x="205" y="688"/>
                  <a:pt x="123" y="749"/>
                </a:cubicBezTo>
                <a:cubicBezTo>
                  <a:pt x="0" y="862"/>
                  <a:pt x="72" y="1067"/>
                  <a:pt x="246" y="1067"/>
                </a:cubicBezTo>
                <a:lnTo>
                  <a:pt x="1210" y="1067"/>
                </a:lnTo>
                <a:cubicBezTo>
                  <a:pt x="1341" y="1067"/>
                  <a:pt x="1465" y="1067"/>
                  <a:pt x="1582" y="1067"/>
                </a:cubicBezTo>
                <a:cubicBezTo>
                  <a:pt x="2338" y="1067"/>
                  <a:pt x="2774" y="1052"/>
                  <a:pt x="2809" y="821"/>
                </a:cubicBezTo>
                <a:cubicBezTo>
                  <a:pt x="2891" y="257"/>
                  <a:pt x="2645" y="1"/>
                  <a:pt x="26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56"/>
          <p:cNvSpPr/>
          <p:nvPr/>
        </p:nvSpPr>
        <p:spPr>
          <a:xfrm>
            <a:off x="3379366" y="3095101"/>
            <a:ext cx="615436" cy="740857"/>
          </a:xfrm>
          <a:custGeom>
            <a:rect b="b" l="l" r="r" t="t"/>
            <a:pathLst>
              <a:path extrusionOk="0" h="14056" w="11677">
                <a:moveTo>
                  <a:pt x="8345" y="1"/>
                </a:moveTo>
                <a:cubicBezTo>
                  <a:pt x="8345" y="1"/>
                  <a:pt x="2963" y="1498"/>
                  <a:pt x="1446" y="2225"/>
                </a:cubicBezTo>
                <a:cubicBezTo>
                  <a:pt x="0" y="2912"/>
                  <a:pt x="759" y="4214"/>
                  <a:pt x="1251" y="7525"/>
                </a:cubicBezTo>
                <a:cubicBezTo>
                  <a:pt x="1579" y="9658"/>
                  <a:pt x="2440" y="14056"/>
                  <a:pt x="2440" y="14056"/>
                </a:cubicBezTo>
                <a:lnTo>
                  <a:pt x="3311" y="14056"/>
                </a:lnTo>
                <a:cubicBezTo>
                  <a:pt x="3598" y="9852"/>
                  <a:pt x="3855" y="6685"/>
                  <a:pt x="3281" y="4839"/>
                </a:cubicBezTo>
                <a:cubicBezTo>
                  <a:pt x="3034" y="4060"/>
                  <a:pt x="3240" y="4040"/>
                  <a:pt x="3650" y="4040"/>
                </a:cubicBezTo>
                <a:lnTo>
                  <a:pt x="9339" y="4040"/>
                </a:lnTo>
                <a:cubicBezTo>
                  <a:pt x="10795" y="4040"/>
                  <a:pt x="11420" y="3322"/>
                  <a:pt x="11523" y="2594"/>
                </a:cubicBezTo>
                <a:cubicBezTo>
                  <a:pt x="11677" y="1477"/>
                  <a:pt x="10908" y="339"/>
                  <a:pt x="109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6"/>
          <p:cNvSpPr/>
          <p:nvPr/>
        </p:nvSpPr>
        <p:spPr>
          <a:xfrm>
            <a:off x="3797539" y="2705388"/>
            <a:ext cx="115160" cy="71524"/>
          </a:xfrm>
          <a:custGeom>
            <a:rect b="b" l="l" r="r" t="t"/>
            <a:pathLst>
              <a:path extrusionOk="0" h="1357" w="2185">
                <a:moveTo>
                  <a:pt x="1094" y="1"/>
                </a:moveTo>
                <a:cubicBezTo>
                  <a:pt x="731" y="1"/>
                  <a:pt x="370" y="19"/>
                  <a:pt x="11" y="55"/>
                </a:cubicBezTo>
                <a:cubicBezTo>
                  <a:pt x="11" y="55"/>
                  <a:pt x="1" y="875"/>
                  <a:pt x="565" y="1357"/>
                </a:cubicBezTo>
                <a:cubicBezTo>
                  <a:pt x="565" y="1357"/>
                  <a:pt x="1754" y="793"/>
                  <a:pt x="2184" y="55"/>
                </a:cubicBezTo>
                <a:cubicBezTo>
                  <a:pt x="1820" y="19"/>
                  <a:pt x="1456" y="1"/>
                  <a:pt x="1094" y="1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6"/>
          <p:cNvSpPr/>
          <p:nvPr/>
        </p:nvSpPr>
        <p:spPr>
          <a:xfrm>
            <a:off x="3811031" y="2634761"/>
            <a:ext cx="89230" cy="86493"/>
          </a:xfrm>
          <a:custGeom>
            <a:rect b="b" l="l" r="r" t="t"/>
            <a:pathLst>
              <a:path extrusionOk="0" h="1641" w="1693">
                <a:moveTo>
                  <a:pt x="329" y="1"/>
                </a:moveTo>
                <a:cubicBezTo>
                  <a:pt x="329" y="1"/>
                  <a:pt x="288" y="646"/>
                  <a:pt x="288" y="995"/>
                </a:cubicBezTo>
                <a:cubicBezTo>
                  <a:pt x="309" y="1179"/>
                  <a:pt x="175" y="1343"/>
                  <a:pt x="1" y="1364"/>
                </a:cubicBezTo>
                <a:cubicBezTo>
                  <a:pt x="84" y="1583"/>
                  <a:pt x="467" y="1640"/>
                  <a:pt x="849" y="1640"/>
                </a:cubicBezTo>
                <a:cubicBezTo>
                  <a:pt x="1272" y="1640"/>
                  <a:pt x="1692" y="1569"/>
                  <a:pt x="1692" y="1569"/>
                </a:cubicBezTo>
                <a:lnTo>
                  <a:pt x="1518" y="1374"/>
                </a:lnTo>
                <a:cubicBezTo>
                  <a:pt x="1334" y="1169"/>
                  <a:pt x="1426" y="93"/>
                  <a:pt x="1426" y="93"/>
                </a:cubicBezTo>
                <a:lnTo>
                  <a:pt x="329" y="1"/>
                </a:ln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6"/>
          <p:cNvSpPr/>
          <p:nvPr/>
        </p:nvSpPr>
        <p:spPr>
          <a:xfrm>
            <a:off x="3826211" y="2639610"/>
            <a:ext cx="59978" cy="41481"/>
          </a:xfrm>
          <a:custGeom>
            <a:rect b="b" l="l" r="r" t="t"/>
            <a:pathLst>
              <a:path extrusionOk="0" h="787" w="1138">
                <a:moveTo>
                  <a:pt x="1138" y="1"/>
                </a:moveTo>
                <a:lnTo>
                  <a:pt x="0" y="247"/>
                </a:lnTo>
                <a:lnTo>
                  <a:pt x="0" y="770"/>
                </a:lnTo>
                <a:cubicBezTo>
                  <a:pt x="0" y="770"/>
                  <a:pt x="116" y="786"/>
                  <a:pt x="281" y="786"/>
                </a:cubicBezTo>
                <a:cubicBezTo>
                  <a:pt x="528" y="786"/>
                  <a:pt x="884" y="749"/>
                  <a:pt x="1117" y="565"/>
                </a:cubicBezTo>
                <a:lnTo>
                  <a:pt x="1138" y="1"/>
                </a:lnTo>
                <a:close/>
              </a:path>
            </a:pathLst>
          </a:custGeom>
          <a:solidFill>
            <a:srgbClr val="FFA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6"/>
          <p:cNvSpPr/>
          <p:nvPr/>
        </p:nvSpPr>
        <p:spPr>
          <a:xfrm>
            <a:off x="3741354" y="2497935"/>
            <a:ext cx="181516" cy="179574"/>
          </a:xfrm>
          <a:custGeom>
            <a:rect b="b" l="l" r="r" t="t"/>
            <a:pathLst>
              <a:path extrusionOk="0" h="3407" w="3444">
                <a:moveTo>
                  <a:pt x="1732" y="1"/>
                </a:moveTo>
                <a:cubicBezTo>
                  <a:pt x="1341" y="1"/>
                  <a:pt x="1076" y="169"/>
                  <a:pt x="974" y="403"/>
                </a:cubicBezTo>
                <a:cubicBezTo>
                  <a:pt x="974" y="403"/>
                  <a:pt x="1" y="3068"/>
                  <a:pt x="1364" y="3365"/>
                </a:cubicBezTo>
                <a:cubicBezTo>
                  <a:pt x="1494" y="3394"/>
                  <a:pt x="1614" y="3406"/>
                  <a:pt x="1724" y="3406"/>
                </a:cubicBezTo>
                <a:cubicBezTo>
                  <a:pt x="2779" y="3406"/>
                  <a:pt x="3014" y="2248"/>
                  <a:pt x="3014" y="2248"/>
                </a:cubicBezTo>
                <a:cubicBezTo>
                  <a:pt x="3014" y="2248"/>
                  <a:pt x="3363" y="2166"/>
                  <a:pt x="3414" y="1858"/>
                </a:cubicBezTo>
                <a:cubicBezTo>
                  <a:pt x="3443" y="1689"/>
                  <a:pt x="3323" y="1653"/>
                  <a:pt x="3214" y="1653"/>
                </a:cubicBezTo>
                <a:cubicBezTo>
                  <a:pt x="3132" y="1653"/>
                  <a:pt x="3055" y="1674"/>
                  <a:pt x="3055" y="1674"/>
                </a:cubicBezTo>
                <a:cubicBezTo>
                  <a:pt x="3055" y="1674"/>
                  <a:pt x="3425" y="587"/>
                  <a:pt x="2594" y="218"/>
                </a:cubicBezTo>
                <a:cubicBezTo>
                  <a:pt x="2265" y="65"/>
                  <a:pt x="1974" y="1"/>
                  <a:pt x="1732" y="1"/>
                </a:cubicBezTo>
                <a:close/>
              </a:path>
            </a:pathLst>
          </a:custGeom>
          <a:solidFill>
            <a:srgbClr val="FFC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6"/>
          <p:cNvSpPr/>
          <p:nvPr/>
        </p:nvSpPr>
        <p:spPr>
          <a:xfrm>
            <a:off x="3799700" y="2482228"/>
            <a:ext cx="125438" cy="103939"/>
          </a:xfrm>
          <a:custGeom>
            <a:rect b="b" l="l" r="r" t="t"/>
            <a:pathLst>
              <a:path extrusionOk="0" h="1972" w="2380">
                <a:moveTo>
                  <a:pt x="912" y="0"/>
                </a:moveTo>
                <a:cubicBezTo>
                  <a:pt x="553" y="0"/>
                  <a:pt x="203" y="106"/>
                  <a:pt x="1" y="373"/>
                </a:cubicBezTo>
                <a:cubicBezTo>
                  <a:pt x="1" y="373"/>
                  <a:pt x="308" y="1869"/>
                  <a:pt x="1948" y="1972"/>
                </a:cubicBezTo>
                <a:cubicBezTo>
                  <a:pt x="1948" y="1972"/>
                  <a:pt x="2379" y="916"/>
                  <a:pt x="2092" y="465"/>
                </a:cubicBezTo>
                <a:cubicBezTo>
                  <a:pt x="1925" y="203"/>
                  <a:pt x="1410" y="0"/>
                  <a:pt x="9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6"/>
          <p:cNvSpPr/>
          <p:nvPr/>
        </p:nvSpPr>
        <p:spPr>
          <a:xfrm>
            <a:off x="3292348" y="2769321"/>
            <a:ext cx="427965" cy="244826"/>
          </a:xfrm>
          <a:custGeom>
            <a:rect b="b" l="l" r="r" t="t"/>
            <a:pathLst>
              <a:path extrusionOk="0" h="4645" w="8120">
                <a:moveTo>
                  <a:pt x="329" y="0"/>
                </a:moveTo>
                <a:cubicBezTo>
                  <a:pt x="134" y="0"/>
                  <a:pt x="1" y="185"/>
                  <a:pt x="72" y="369"/>
                </a:cubicBezTo>
                <a:lnTo>
                  <a:pt x="1631" y="4644"/>
                </a:lnTo>
                <a:lnTo>
                  <a:pt x="8120" y="4644"/>
                </a:lnTo>
                <a:lnTo>
                  <a:pt x="6490" y="174"/>
                </a:lnTo>
                <a:cubicBezTo>
                  <a:pt x="6449" y="72"/>
                  <a:pt x="6346" y="0"/>
                  <a:pt x="6233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6"/>
          <p:cNvSpPr/>
          <p:nvPr/>
        </p:nvSpPr>
        <p:spPr>
          <a:xfrm>
            <a:off x="3572799" y="3014091"/>
            <a:ext cx="361504" cy="21663"/>
          </a:xfrm>
          <a:custGeom>
            <a:rect b="b" l="l" r="r" t="t"/>
            <a:pathLst>
              <a:path extrusionOk="0" h="411" w="6859">
                <a:moveTo>
                  <a:pt x="205" y="0"/>
                </a:moveTo>
                <a:cubicBezTo>
                  <a:pt x="92" y="0"/>
                  <a:pt x="0" y="92"/>
                  <a:pt x="0" y="205"/>
                </a:cubicBezTo>
                <a:cubicBezTo>
                  <a:pt x="0" y="318"/>
                  <a:pt x="92" y="410"/>
                  <a:pt x="205" y="410"/>
                </a:cubicBezTo>
                <a:lnTo>
                  <a:pt x="6664" y="410"/>
                </a:lnTo>
                <a:cubicBezTo>
                  <a:pt x="6766" y="410"/>
                  <a:pt x="6858" y="318"/>
                  <a:pt x="6858" y="205"/>
                </a:cubicBezTo>
                <a:cubicBezTo>
                  <a:pt x="6858" y="92"/>
                  <a:pt x="6766" y="0"/>
                  <a:pt x="6664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56"/>
          <p:cNvSpPr/>
          <p:nvPr/>
        </p:nvSpPr>
        <p:spPr>
          <a:xfrm>
            <a:off x="3368561" y="3014091"/>
            <a:ext cx="361504" cy="21663"/>
          </a:xfrm>
          <a:custGeom>
            <a:rect b="b" l="l" r="r" t="t"/>
            <a:pathLst>
              <a:path extrusionOk="0" h="411" w="6859">
                <a:moveTo>
                  <a:pt x="195" y="0"/>
                </a:moveTo>
                <a:cubicBezTo>
                  <a:pt x="82" y="0"/>
                  <a:pt x="0" y="92"/>
                  <a:pt x="0" y="205"/>
                </a:cubicBezTo>
                <a:cubicBezTo>
                  <a:pt x="0" y="318"/>
                  <a:pt x="92" y="410"/>
                  <a:pt x="195" y="410"/>
                </a:cubicBezTo>
                <a:lnTo>
                  <a:pt x="6653" y="410"/>
                </a:lnTo>
                <a:cubicBezTo>
                  <a:pt x="6766" y="410"/>
                  <a:pt x="6858" y="318"/>
                  <a:pt x="6858" y="205"/>
                </a:cubicBezTo>
                <a:cubicBezTo>
                  <a:pt x="6858" y="92"/>
                  <a:pt x="6766" y="0"/>
                  <a:pt x="6653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56"/>
          <p:cNvSpPr/>
          <p:nvPr/>
        </p:nvSpPr>
        <p:spPr>
          <a:xfrm>
            <a:off x="4336251" y="3055677"/>
            <a:ext cx="219411" cy="849434"/>
          </a:xfrm>
          <a:custGeom>
            <a:rect b="b" l="l" r="r" t="t"/>
            <a:pathLst>
              <a:path extrusionOk="0" h="16116" w="4163">
                <a:moveTo>
                  <a:pt x="0" y="0"/>
                </a:moveTo>
                <a:lnTo>
                  <a:pt x="3629" y="15870"/>
                </a:lnTo>
                <a:cubicBezTo>
                  <a:pt x="3640" y="16034"/>
                  <a:pt x="3768" y="16116"/>
                  <a:pt x="3896" y="16116"/>
                </a:cubicBezTo>
                <a:cubicBezTo>
                  <a:pt x="4024" y="16116"/>
                  <a:pt x="4152" y="16034"/>
                  <a:pt x="4163" y="15870"/>
                </a:cubicBezTo>
                <a:lnTo>
                  <a:pt x="13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56"/>
          <p:cNvSpPr/>
          <p:nvPr/>
        </p:nvSpPr>
        <p:spPr>
          <a:xfrm>
            <a:off x="2406775" y="3055677"/>
            <a:ext cx="219411" cy="849434"/>
          </a:xfrm>
          <a:custGeom>
            <a:rect b="b" l="l" r="r" t="t"/>
            <a:pathLst>
              <a:path extrusionOk="0" h="16116" w="4163">
                <a:moveTo>
                  <a:pt x="0" y="0"/>
                </a:moveTo>
                <a:lnTo>
                  <a:pt x="3629" y="15870"/>
                </a:lnTo>
                <a:cubicBezTo>
                  <a:pt x="3640" y="16034"/>
                  <a:pt x="3768" y="16116"/>
                  <a:pt x="3896" y="16116"/>
                </a:cubicBezTo>
                <a:cubicBezTo>
                  <a:pt x="4024" y="16116"/>
                  <a:pt x="4152" y="16034"/>
                  <a:pt x="4162" y="15870"/>
                </a:cubicBezTo>
                <a:lnTo>
                  <a:pt x="136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56"/>
          <p:cNvSpPr/>
          <p:nvPr/>
        </p:nvSpPr>
        <p:spPr>
          <a:xfrm>
            <a:off x="1814039" y="3055677"/>
            <a:ext cx="219411" cy="849434"/>
          </a:xfrm>
          <a:custGeom>
            <a:rect b="b" l="l" r="r" t="t"/>
            <a:pathLst>
              <a:path extrusionOk="0" h="16116" w="4163">
                <a:moveTo>
                  <a:pt x="2809" y="0"/>
                </a:moveTo>
                <a:lnTo>
                  <a:pt x="0" y="15870"/>
                </a:lnTo>
                <a:cubicBezTo>
                  <a:pt x="11" y="16034"/>
                  <a:pt x="139" y="16116"/>
                  <a:pt x="267" y="16116"/>
                </a:cubicBezTo>
                <a:cubicBezTo>
                  <a:pt x="395" y="16116"/>
                  <a:pt x="523" y="16034"/>
                  <a:pt x="534" y="15870"/>
                </a:cubicBezTo>
                <a:lnTo>
                  <a:pt x="416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6"/>
          <p:cNvSpPr/>
          <p:nvPr/>
        </p:nvSpPr>
        <p:spPr>
          <a:xfrm>
            <a:off x="3650066" y="3055677"/>
            <a:ext cx="219411" cy="849434"/>
          </a:xfrm>
          <a:custGeom>
            <a:rect b="b" l="l" r="r" t="t"/>
            <a:pathLst>
              <a:path extrusionOk="0" h="16116" w="4163">
                <a:moveTo>
                  <a:pt x="2799" y="0"/>
                </a:moveTo>
                <a:lnTo>
                  <a:pt x="0" y="15870"/>
                </a:lnTo>
                <a:cubicBezTo>
                  <a:pt x="10" y="16034"/>
                  <a:pt x="138" y="16116"/>
                  <a:pt x="267" y="16116"/>
                </a:cubicBezTo>
                <a:cubicBezTo>
                  <a:pt x="395" y="16116"/>
                  <a:pt x="523" y="16034"/>
                  <a:pt x="533" y="15870"/>
                </a:cubicBezTo>
                <a:lnTo>
                  <a:pt x="41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6"/>
          <p:cNvSpPr/>
          <p:nvPr/>
        </p:nvSpPr>
        <p:spPr>
          <a:xfrm>
            <a:off x="1814039" y="3035701"/>
            <a:ext cx="2760477" cy="40005"/>
          </a:xfrm>
          <a:custGeom>
            <a:rect b="b" l="l" r="r" t="t"/>
            <a:pathLst>
              <a:path extrusionOk="0" h="759" w="52376">
                <a:moveTo>
                  <a:pt x="329" y="0"/>
                </a:moveTo>
                <a:cubicBezTo>
                  <a:pt x="144" y="0"/>
                  <a:pt x="0" y="144"/>
                  <a:pt x="0" y="328"/>
                </a:cubicBezTo>
                <a:lnTo>
                  <a:pt x="0" y="431"/>
                </a:lnTo>
                <a:cubicBezTo>
                  <a:pt x="0" y="605"/>
                  <a:pt x="144" y="759"/>
                  <a:pt x="329" y="759"/>
                </a:cubicBezTo>
                <a:lnTo>
                  <a:pt x="52058" y="759"/>
                </a:lnTo>
                <a:cubicBezTo>
                  <a:pt x="52232" y="759"/>
                  <a:pt x="52375" y="605"/>
                  <a:pt x="52375" y="431"/>
                </a:cubicBezTo>
                <a:lnTo>
                  <a:pt x="52375" y="328"/>
                </a:lnTo>
                <a:cubicBezTo>
                  <a:pt x="52375" y="144"/>
                  <a:pt x="52232" y="0"/>
                  <a:pt x="5205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56"/>
          <p:cNvSpPr/>
          <p:nvPr/>
        </p:nvSpPr>
        <p:spPr>
          <a:xfrm>
            <a:off x="3928303" y="3035701"/>
            <a:ext cx="646796" cy="40005"/>
          </a:xfrm>
          <a:custGeom>
            <a:rect b="b" l="l" r="r" t="t"/>
            <a:pathLst>
              <a:path extrusionOk="0" h="759" w="12272">
                <a:moveTo>
                  <a:pt x="380" y="0"/>
                </a:moveTo>
                <a:cubicBezTo>
                  <a:pt x="175" y="0"/>
                  <a:pt x="1" y="164"/>
                  <a:pt x="1" y="379"/>
                </a:cubicBezTo>
                <a:cubicBezTo>
                  <a:pt x="1" y="584"/>
                  <a:pt x="175" y="748"/>
                  <a:pt x="380" y="759"/>
                </a:cubicBezTo>
                <a:lnTo>
                  <a:pt x="11892" y="759"/>
                </a:lnTo>
                <a:cubicBezTo>
                  <a:pt x="12097" y="759"/>
                  <a:pt x="12272" y="584"/>
                  <a:pt x="12272" y="379"/>
                </a:cubicBezTo>
                <a:cubicBezTo>
                  <a:pt x="12272" y="164"/>
                  <a:pt x="12097" y="0"/>
                  <a:pt x="118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56"/>
          <p:cNvSpPr/>
          <p:nvPr/>
        </p:nvSpPr>
        <p:spPr>
          <a:xfrm>
            <a:off x="2411097" y="2769321"/>
            <a:ext cx="427965" cy="244826"/>
          </a:xfrm>
          <a:custGeom>
            <a:rect b="b" l="l" r="r" t="t"/>
            <a:pathLst>
              <a:path extrusionOk="0" h="4645" w="8120">
                <a:moveTo>
                  <a:pt x="1897" y="0"/>
                </a:moveTo>
                <a:cubicBezTo>
                  <a:pt x="1774" y="0"/>
                  <a:pt x="1671" y="72"/>
                  <a:pt x="1641" y="174"/>
                </a:cubicBezTo>
                <a:lnTo>
                  <a:pt x="0" y="4644"/>
                </a:lnTo>
                <a:lnTo>
                  <a:pt x="6490" y="4644"/>
                </a:lnTo>
                <a:lnTo>
                  <a:pt x="8048" y="369"/>
                </a:lnTo>
                <a:cubicBezTo>
                  <a:pt x="8120" y="185"/>
                  <a:pt x="7986" y="0"/>
                  <a:pt x="7792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56"/>
          <p:cNvSpPr/>
          <p:nvPr/>
        </p:nvSpPr>
        <p:spPr>
          <a:xfrm>
            <a:off x="2197109" y="3014091"/>
            <a:ext cx="361556" cy="21663"/>
          </a:xfrm>
          <a:custGeom>
            <a:rect b="b" l="l" r="r" t="t"/>
            <a:pathLst>
              <a:path extrusionOk="0" h="411" w="6860">
                <a:moveTo>
                  <a:pt x="196" y="0"/>
                </a:moveTo>
                <a:cubicBezTo>
                  <a:pt x="83" y="0"/>
                  <a:pt x="1" y="92"/>
                  <a:pt x="1" y="205"/>
                </a:cubicBezTo>
                <a:cubicBezTo>
                  <a:pt x="1" y="318"/>
                  <a:pt x="93" y="410"/>
                  <a:pt x="196" y="410"/>
                </a:cubicBezTo>
                <a:lnTo>
                  <a:pt x="6654" y="410"/>
                </a:lnTo>
                <a:cubicBezTo>
                  <a:pt x="6767" y="410"/>
                  <a:pt x="6859" y="318"/>
                  <a:pt x="6859" y="205"/>
                </a:cubicBezTo>
                <a:cubicBezTo>
                  <a:pt x="6859" y="92"/>
                  <a:pt x="6767" y="0"/>
                  <a:pt x="6654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56"/>
          <p:cNvSpPr/>
          <p:nvPr/>
        </p:nvSpPr>
        <p:spPr>
          <a:xfrm>
            <a:off x="2401346" y="3014091"/>
            <a:ext cx="361556" cy="21663"/>
          </a:xfrm>
          <a:custGeom>
            <a:rect b="b" l="l" r="r" t="t"/>
            <a:pathLst>
              <a:path extrusionOk="0" h="411" w="6860">
                <a:moveTo>
                  <a:pt x="206" y="0"/>
                </a:moveTo>
                <a:cubicBezTo>
                  <a:pt x="93" y="0"/>
                  <a:pt x="1" y="92"/>
                  <a:pt x="1" y="205"/>
                </a:cubicBezTo>
                <a:cubicBezTo>
                  <a:pt x="1" y="318"/>
                  <a:pt x="93" y="410"/>
                  <a:pt x="206" y="410"/>
                </a:cubicBezTo>
                <a:lnTo>
                  <a:pt x="6664" y="410"/>
                </a:lnTo>
                <a:cubicBezTo>
                  <a:pt x="6767" y="410"/>
                  <a:pt x="6859" y="318"/>
                  <a:pt x="6859" y="205"/>
                </a:cubicBezTo>
                <a:cubicBezTo>
                  <a:pt x="6859" y="92"/>
                  <a:pt x="6777" y="0"/>
                  <a:pt x="6664" y="0"/>
                </a:cubicBezTo>
                <a:close/>
              </a:path>
            </a:pathLst>
          </a:custGeom>
          <a:solidFill>
            <a:srgbClr val="0E2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57"/>
          <p:cNvSpPr txBox="1"/>
          <p:nvPr>
            <p:ph idx="1" type="subTitle"/>
          </p:nvPr>
        </p:nvSpPr>
        <p:spPr>
          <a:xfrm>
            <a:off x="1471063" y="2026125"/>
            <a:ext cx="3079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We give the highest interest rates (~16%) to people with the thinnest wallets (lower salaries &amp; mortgage payments).</a:t>
            </a:r>
            <a:endParaRPr sz="1300"/>
          </a:p>
        </p:txBody>
      </p:sp>
      <p:sp>
        <p:nvSpPr>
          <p:cNvPr id="1391" name="Google Shape;1391;p57"/>
          <p:cNvSpPr txBox="1"/>
          <p:nvPr>
            <p:ph type="title"/>
          </p:nvPr>
        </p:nvSpPr>
        <p:spPr>
          <a:xfrm>
            <a:off x="457200" y="732775"/>
            <a:ext cx="8229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Summary Insight</a:t>
            </a:r>
            <a:endParaRPr u="sng"/>
          </a:p>
        </p:txBody>
      </p:sp>
      <p:pic>
        <p:nvPicPr>
          <p:cNvPr id="1392" name="Google Shape;1392;p57" title="pricing_17284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63" y="2139713"/>
            <a:ext cx="677325" cy="67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57"/>
          <p:cNvSpPr txBox="1"/>
          <p:nvPr>
            <p:ph idx="1" type="subTitle"/>
          </p:nvPr>
        </p:nvSpPr>
        <p:spPr>
          <a:xfrm>
            <a:off x="1471063" y="3820309"/>
            <a:ext cx="27621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Many customers with bad credit have been working for 10+ years.</a:t>
            </a:r>
            <a:endParaRPr sz="1300"/>
          </a:p>
        </p:txBody>
      </p:sp>
      <p:sp>
        <p:nvSpPr>
          <p:cNvPr id="1394" name="Google Shape;1394;p57"/>
          <p:cNvSpPr txBox="1"/>
          <p:nvPr>
            <p:ph idx="1" type="subTitle"/>
          </p:nvPr>
        </p:nvSpPr>
        <p:spPr>
          <a:xfrm>
            <a:off x="4972038" y="2082986"/>
            <a:ext cx="27621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Customers with MORTGAGE status dominate bad credit.</a:t>
            </a:r>
            <a:endParaRPr sz="1300"/>
          </a:p>
        </p:txBody>
      </p:sp>
      <p:sp>
        <p:nvSpPr>
          <p:cNvPr id="1395" name="Google Shape;1395;p57"/>
          <p:cNvSpPr txBox="1"/>
          <p:nvPr>
            <p:ph idx="1" type="subTitle"/>
          </p:nvPr>
        </p:nvSpPr>
        <p:spPr>
          <a:xfrm>
            <a:off x="4819751" y="3820300"/>
            <a:ext cx="29271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The majority of non-performing loans are for debt consolidation purposes.</a:t>
            </a:r>
            <a:endParaRPr sz="1300"/>
          </a:p>
        </p:txBody>
      </p:sp>
      <p:pic>
        <p:nvPicPr>
          <p:cNvPr id="1396" name="Google Shape;139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46" y="3548197"/>
            <a:ext cx="803754" cy="7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57"/>
          <p:cNvSpPr txBox="1"/>
          <p:nvPr>
            <p:ph idx="1" type="subTitle"/>
          </p:nvPr>
        </p:nvSpPr>
        <p:spPr>
          <a:xfrm>
            <a:off x="1475363" y="1759879"/>
            <a:ext cx="30795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/>
              <a:t>The Pricing Paradox</a:t>
            </a:r>
            <a:endParaRPr b="1" sz="1300"/>
          </a:p>
        </p:txBody>
      </p:sp>
      <p:sp>
        <p:nvSpPr>
          <p:cNvPr id="1398" name="Google Shape;1398;p57"/>
          <p:cNvSpPr txBox="1"/>
          <p:nvPr>
            <p:ph idx="1" type="subTitle"/>
          </p:nvPr>
        </p:nvSpPr>
        <p:spPr>
          <a:xfrm>
            <a:off x="1475363" y="3497204"/>
            <a:ext cx="30795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/>
              <a:t>The “Senior Employee” Trap</a:t>
            </a:r>
            <a:endParaRPr b="1" sz="1300"/>
          </a:p>
        </p:txBody>
      </p:sp>
      <p:sp>
        <p:nvSpPr>
          <p:cNvPr id="1399" name="Google Shape;1399;p57"/>
          <p:cNvSpPr txBox="1"/>
          <p:nvPr>
            <p:ph idx="1" type="subTitle"/>
          </p:nvPr>
        </p:nvSpPr>
        <p:spPr>
          <a:xfrm>
            <a:off x="4342951" y="1759875"/>
            <a:ext cx="33912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/>
              <a:t>Mortgage is a Liability, Not an Asset</a:t>
            </a:r>
            <a:endParaRPr b="1" sz="1300"/>
          </a:p>
        </p:txBody>
      </p:sp>
      <p:sp>
        <p:nvSpPr>
          <p:cNvPr id="1400" name="Google Shape;1400;p57"/>
          <p:cNvSpPr txBox="1"/>
          <p:nvPr>
            <p:ph idx="1" type="subTitle"/>
          </p:nvPr>
        </p:nvSpPr>
        <p:spPr>
          <a:xfrm>
            <a:off x="4692738" y="3497192"/>
            <a:ext cx="30795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/>
              <a:t>The “Refinancing” Loop</a:t>
            </a:r>
            <a:endParaRPr b="1" sz="1300"/>
          </a:p>
        </p:txBody>
      </p:sp>
      <p:pic>
        <p:nvPicPr>
          <p:cNvPr id="1401" name="Google Shape;1401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7224" y="1946141"/>
            <a:ext cx="803751" cy="740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0125" y="3702402"/>
            <a:ext cx="803750" cy="795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58"/>
          <p:cNvSpPr/>
          <p:nvPr/>
        </p:nvSpPr>
        <p:spPr>
          <a:xfrm>
            <a:off x="-237125" y="-136650"/>
            <a:ext cx="9561300" cy="3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8" name="Google Shape;1408;p58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RECOMENDATIONS</a:t>
            </a:r>
            <a:endParaRPr/>
          </a:p>
        </p:txBody>
      </p:sp>
      <p:sp>
        <p:nvSpPr>
          <p:cNvPr id="1409" name="Google Shape;1409;p58"/>
          <p:cNvSpPr/>
          <p:nvPr/>
        </p:nvSpPr>
        <p:spPr>
          <a:xfrm>
            <a:off x="897532" y="1749674"/>
            <a:ext cx="1110266" cy="763973"/>
          </a:xfrm>
          <a:prstGeom prst="flowChartDisp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7300" lIns="87300" spcFirstLastPara="1" rIns="87300" wrap="square" tIns="8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6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0" name="Google Shape;1410;p58"/>
          <p:cNvSpPr txBox="1"/>
          <p:nvPr>
            <p:ph idx="1" type="subTitle"/>
          </p:nvPr>
        </p:nvSpPr>
        <p:spPr>
          <a:xfrm>
            <a:off x="2022643" y="1604718"/>
            <a:ext cx="5680200" cy="876300"/>
          </a:xfrm>
          <a:prstGeom prst="rect">
            <a:avLst/>
          </a:prstGeom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43"/>
              </a:spcAft>
              <a:buNone/>
            </a:pPr>
            <a:r>
              <a:rPr b="1" lang="en" sz="1787"/>
              <a:t>Short-Term </a:t>
            </a:r>
            <a:r>
              <a:rPr lang="en" sz="1787"/>
              <a:t>(Months 1-2) - </a:t>
            </a:r>
            <a:r>
              <a:rPr b="1" lang="en" sz="2298"/>
              <a:t>Stop the Bleeding</a:t>
            </a:r>
            <a:endParaRPr b="1" sz="2298"/>
          </a:p>
        </p:txBody>
      </p:sp>
      <p:sp>
        <p:nvSpPr>
          <p:cNvPr id="1411" name="Google Shape;1411;p58"/>
          <p:cNvSpPr txBox="1"/>
          <p:nvPr>
            <p:ph idx="1" type="subTitle"/>
          </p:nvPr>
        </p:nvSpPr>
        <p:spPr>
          <a:xfrm>
            <a:off x="2022643" y="2036170"/>
            <a:ext cx="6316500" cy="520800"/>
          </a:xfrm>
          <a:prstGeom prst="rect">
            <a:avLst/>
          </a:prstGeom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43"/>
              </a:spcAft>
              <a:buNone/>
            </a:pPr>
            <a:r>
              <a:rPr lang="en" sz="1532"/>
              <a:t>Limit the Pricing Cap, Specifically for Debt Consolidation purposes</a:t>
            </a:r>
            <a:endParaRPr sz="1532"/>
          </a:p>
        </p:txBody>
      </p:sp>
      <p:pic>
        <p:nvPicPr>
          <p:cNvPr id="1412" name="Google Shape;141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863" y="1484388"/>
            <a:ext cx="1202915" cy="104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58" title="money_135937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588" y="3023600"/>
            <a:ext cx="764000" cy="7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58"/>
          <p:cNvSpPr txBox="1"/>
          <p:nvPr>
            <p:ph idx="4294967295" type="title"/>
          </p:nvPr>
        </p:nvSpPr>
        <p:spPr>
          <a:xfrm>
            <a:off x="479338" y="3825929"/>
            <a:ext cx="18165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Volume Lost Opportunity</a:t>
            </a:r>
            <a:endParaRPr sz="1600"/>
          </a:p>
        </p:txBody>
      </p:sp>
      <p:sp>
        <p:nvSpPr>
          <p:cNvPr id="1415" name="Google Shape;1415;p58"/>
          <p:cNvSpPr txBox="1"/>
          <p:nvPr>
            <p:ph idx="4294967295" type="title"/>
          </p:nvPr>
        </p:nvSpPr>
        <p:spPr>
          <a:xfrm>
            <a:off x="479338" y="4497901"/>
            <a:ext cx="18165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566.767.975</a:t>
            </a:r>
            <a:endParaRPr sz="1800"/>
          </a:p>
        </p:txBody>
      </p:sp>
      <p:sp>
        <p:nvSpPr>
          <p:cNvPr id="1416" name="Google Shape;1416;p58"/>
          <p:cNvSpPr txBox="1"/>
          <p:nvPr>
            <p:ph idx="4294967295" type="title"/>
          </p:nvPr>
        </p:nvSpPr>
        <p:spPr>
          <a:xfrm>
            <a:off x="2532238" y="3825929"/>
            <a:ext cx="18165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Bad Debt Saved</a:t>
            </a:r>
            <a:endParaRPr sz="1600"/>
          </a:p>
        </p:txBody>
      </p:sp>
      <p:sp>
        <p:nvSpPr>
          <p:cNvPr id="1417" name="Google Shape;1417;p58"/>
          <p:cNvSpPr txBox="1"/>
          <p:nvPr>
            <p:ph idx="4294967295" type="title"/>
          </p:nvPr>
        </p:nvSpPr>
        <p:spPr>
          <a:xfrm>
            <a:off x="2532238" y="4497901"/>
            <a:ext cx="18165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20.842.925</a:t>
            </a:r>
            <a:endParaRPr sz="1800"/>
          </a:p>
        </p:txBody>
      </p:sp>
      <p:sp>
        <p:nvSpPr>
          <p:cNvPr id="1418" name="Google Shape;1418;p58"/>
          <p:cNvSpPr txBox="1"/>
          <p:nvPr>
            <p:ph idx="4294967295" type="title"/>
          </p:nvPr>
        </p:nvSpPr>
        <p:spPr>
          <a:xfrm>
            <a:off x="4738313" y="3825929"/>
            <a:ext cx="18165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Bad Rate Rejected</a:t>
            </a:r>
            <a:endParaRPr sz="1600"/>
          </a:p>
        </p:txBody>
      </p:sp>
      <p:sp>
        <p:nvSpPr>
          <p:cNvPr id="1419" name="Google Shape;1419;p58"/>
          <p:cNvSpPr txBox="1"/>
          <p:nvPr>
            <p:ph idx="4294967295" type="title"/>
          </p:nvPr>
        </p:nvSpPr>
        <p:spPr>
          <a:xfrm>
            <a:off x="4738313" y="4497901"/>
            <a:ext cx="18165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3.68%</a:t>
            </a:r>
            <a:endParaRPr sz="1800"/>
          </a:p>
        </p:txBody>
      </p:sp>
      <p:sp>
        <p:nvSpPr>
          <p:cNvPr id="1420" name="Google Shape;1420;p58"/>
          <p:cNvSpPr txBox="1"/>
          <p:nvPr>
            <p:ph idx="4294967295" type="title"/>
          </p:nvPr>
        </p:nvSpPr>
        <p:spPr>
          <a:xfrm>
            <a:off x="6791213" y="3825929"/>
            <a:ext cx="18165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Benchmark Normal Rate</a:t>
            </a:r>
            <a:endParaRPr sz="1600"/>
          </a:p>
        </p:txBody>
      </p:sp>
      <p:sp>
        <p:nvSpPr>
          <p:cNvPr id="1421" name="Google Shape;1421;p58"/>
          <p:cNvSpPr txBox="1"/>
          <p:nvPr>
            <p:ph idx="4294967295" type="title"/>
          </p:nvPr>
        </p:nvSpPr>
        <p:spPr>
          <a:xfrm>
            <a:off x="6791213" y="4497901"/>
            <a:ext cx="18165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1.44%</a:t>
            </a:r>
            <a:endParaRPr sz="1800"/>
          </a:p>
        </p:txBody>
      </p:sp>
      <p:pic>
        <p:nvPicPr>
          <p:cNvPr id="1422" name="Google Shape;1422;p58" title="money_131443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637" y="3023599"/>
            <a:ext cx="695725" cy="6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58" title="disapprove_953378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8725" y="3023612"/>
            <a:ext cx="695700" cy="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8" title="benchmarking_492317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5925" y="3023612"/>
            <a:ext cx="695700" cy="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59"/>
          <p:cNvSpPr/>
          <p:nvPr/>
        </p:nvSpPr>
        <p:spPr>
          <a:xfrm>
            <a:off x="-237125" y="-136650"/>
            <a:ext cx="9561300" cy="3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0" name="Google Shape;1430;p59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RECOMENDATIONS</a:t>
            </a:r>
            <a:endParaRPr/>
          </a:p>
        </p:txBody>
      </p:sp>
      <p:sp>
        <p:nvSpPr>
          <p:cNvPr id="1431" name="Google Shape;1431;p59"/>
          <p:cNvSpPr txBox="1"/>
          <p:nvPr>
            <p:ph idx="1" type="subTitle"/>
          </p:nvPr>
        </p:nvSpPr>
        <p:spPr>
          <a:xfrm>
            <a:off x="1874149" y="1539850"/>
            <a:ext cx="5048700" cy="740400"/>
          </a:xfrm>
          <a:prstGeom prst="rect">
            <a:avLst/>
          </a:prstGeom>
        </p:spPr>
        <p:txBody>
          <a:bodyPr anchorCtr="0" anchor="t" bIns="98600" lIns="98600" spcFirstLastPara="1" rIns="98600" wrap="square" tIns="9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726"/>
              </a:spcAft>
              <a:buNone/>
            </a:pPr>
            <a:r>
              <a:rPr b="1" lang="en" sz="1510"/>
              <a:t>Medium-Term </a:t>
            </a:r>
            <a:r>
              <a:rPr lang="en" sz="1510"/>
              <a:t>(Months 3-4) - </a:t>
            </a:r>
            <a:r>
              <a:rPr b="1" lang="en" sz="1941"/>
              <a:t>Fix the Filter</a:t>
            </a:r>
            <a:endParaRPr b="1" sz="1941"/>
          </a:p>
        </p:txBody>
      </p:sp>
      <p:sp>
        <p:nvSpPr>
          <p:cNvPr id="1432" name="Google Shape;1432;p59"/>
          <p:cNvSpPr txBox="1"/>
          <p:nvPr>
            <p:ph idx="1" type="subTitle"/>
          </p:nvPr>
        </p:nvSpPr>
        <p:spPr>
          <a:xfrm>
            <a:off x="1874138" y="1904350"/>
            <a:ext cx="6178800" cy="440100"/>
          </a:xfrm>
          <a:prstGeom prst="rect">
            <a:avLst/>
          </a:prstGeom>
        </p:spPr>
        <p:txBody>
          <a:bodyPr anchorCtr="0" anchor="t" bIns="98600" lIns="98600" spcFirstLastPara="1" rIns="98600" wrap="square" tIns="9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726"/>
              </a:spcAft>
              <a:buNone/>
            </a:pPr>
            <a:r>
              <a:rPr lang="en" sz="1294"/>
              <a:t>You don't have to include the “Home Ownership Credit” factor as a deduction from your salary in order to know how much money you actually have left.</a:t>
            </a:r>
            <a:endParaRPr sz="1294"/>
          </a:p>
        </p:txBody>
      </p:sp>
      <p:pic>
        <p:nvPicPr>
          <p:cNvPr id="1433" name="Google Shape;14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101" y="1619880"/>
            <a:ext cx="779608" cy="88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59" title="money_135937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657" y="3231075"/>
            <a:ext cx="699416" cy="699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59"/>
          <p:cNvSpPr txBox="1"/>
          <p:nvPr>
            <p:ph idx="4294967295" type="title"/>
          </p:nvPr>
        </p:nvSpPr>
        <p:spPr>
          <a:xfrm>
            <a:off x="822892" y="3965582"/>
            <a:ext cx="1662900" cy="6996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/>
              <a:t>Volume Lost Opportunity</a:t>
            </a:r>
            <a:endParaRPr sz="1464"/>
          </a:p>
        </p:txBody>
      </p:sp>
      <p:sp>
        <p:nvSpPr>
          <p:cNvPr id="1436" name="Google Shape;1436;p59"/>
          <p:cNvSpPr txBox="1"/>
          <p:nvPr>
            <p:ph idx="4294967295" type="title"/>
          </p:nvPr>
        </p:nvSpPr>
        <p:spPr>
          <a:xfrm>
            <a:off x="822892" y="4457600"/>
            <a:ext cx="1662900" cy="4767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7"/>
              <a:t>$</a:t>
            </a:r>
            <a:r>
              <a:rPr lang="en" sz="1647"/>
              <a:t>615.055.050</a:t>
            </a:r>
            <a:endParaRPr sz="1647"/>
          </a:p>
        </p:txBody>
      </p:sp>
      <p:sp>
        <p:nvSpPr>
          <p:cNvPr id="1437" name="Google Shape;1437;p59"/>
          <p:cNvSpPr txBox="1"/>
          <p:nvPr>
            <p:ph idx="4294967295" type="title"/>
          </p:nvPr>
        </p:nvSpPr>
        <p:spPr>
          <a:xfrm>
            <a:off x="2702256" y="3965582"/>
            <a:ext cx="1662900" cy="6996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/>
              <a:t>Bad Debt Saved</a:t>
            </a:r>
            <a:endParaRPr sz="1464"/>
          </a:p>
        </p:txBody>
      </p:sp>
      <p:sp>
        <p:nvSpPr>
          <p:cNvPr id="1438" name="Google Shape;1438;p59"/>
          <p:cNvSpPr txBox="1"/>
          <p:nvPr>
            <p:ph idx="4294967295" type="title"/>
          </p:nvPr>
        </p:nvSpPr>
        <p:spPr>
          <a:xfrm>
            <a:off x="2702256" y="4457600"/>
            <a:ext cx="1662900" cy="4767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7"/>
              <a:t>$</a:t>
            </a:r>
            <a:r>
              <a:rPr lang="en" sz="1647"/>
              <a:t>111.80.075</a:t>
            </a:r>
            <a:endParaRPr sz="1647"/>
          </a:p>
        </p:txBody>
      </p:sp>
      <p:sp>
        <p:nvSpPr>
          <p:cNvPr id="1439" name="Google Shape;1439;p59"/>
          <p:cNvSpPr txBox="1"/>
          <p:nvPr>
            <p:ph idx="4294967295" type="title"/>
          </p:nvPr>
        </p:nvSpPr>
        <p:spPr>
          <a:xfrm>
            <a:off x="4721847" y="3965582"/>
            <a:ext cx="1662900" cy="6996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/>
              <a:t>Bad Rate Rejected</a:t>
            </a:r>
            <a:endParaRPr sz="1464"/>
          </a:p>
        </p:txBody>
      </p:sp>
      <p:sp>
        <p:nvSpPr>
          <p:cNvPr id="1440" name="Google Shape;1440;p59"/>
          <p:cNvSpPr txBox="1"/>
          <p:nvPr>
            <p:ph idx="4294967295" type="title"/>
          </p:nvPr>
        </p:nvSpPr>
        <p:spPr>
          <a:xfrm>
            <a:off x="4721847" y="4457600"/>
            <a:ext cx="1662900" cy="4767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7"/>
              <a:t>1.82</a:t>
            </a:r>
            <a:r>
              <a:rPr lang="en" sz="1647"/>
              <a:t>%</a:t>
            </a:r>
            <a:endParaRPr sz="1647"/>
          </a:p>
        </p:txBody>
      </p:sp>
      <p:sp>
        <p:nvSpPr>
          <p:cNvPr id="1441" name="Google Shape;1441;p59"/>
          <p:cNvSpPr txBox="1"/>
          <p:nvPr>
            <p:ph idx="4294967295" type="title"/>
          </p:nvPr>
        </p:nvSpPr>
        <p:spPr>
          <a:xfrm>
            <a:off x="6601211" y="3965582"/>
            <a:ext cx="1662900" cy="6996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/>
              <a:t>Benchmark Normal Rate</a:t>
            </a:r>
            <a:endParaRPr sz="1464"/>
          </a:p>
        </p:txBody>
      </p:sp>
      <p:sp>
        <p:nvSpPr>
          <p:cNvPr id="1442" name="Google Shape;1442;p59"/>
          <p:cNvSpPr txBox="1"/>
          <p:nvPr>
            <p:ph idx="4294967295" type="title"/>
          </p:nvPr>
        </p:nvSpPr>
        <p:spPr>
          <a:xfrm>
            <a:off x="6601211" y="4457600"/>
            <a:ext cx="1662900" cy="476700"/>
          </a:xfrm>
          <a:prstGeom prst="rect">
            <a:avLst/>
          </a:prstGeom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47"/>
              <a:t>1.91</a:t>
            </a:r>
            <a:r>
              <a:rPr lang="en" sz="1647"/>
              <a:t>%</a:t>
            </a:r>
            <a:endParaRPr sz="1647"/>
          </a:p>
        </p:txBody>
      </p:sp>
      <p:pic>
        <p:nvPicPr>
          <p:cNvPr id="1443" name="Google Shape;1443;p59" title="money_131443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284" y="3231075"/>
            <a:ext cx="636913" cy="63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59" title="disapprove_953378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4886" y="3231087"/>
            <a:ext cx="636891" cy="63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59" title="benchmarking_492317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3259" y="3231087"/>
            <a:ext cx="636891" cy="636891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59"/>
          <p:cNvSpPr txBox="1"/>
          <p:nvPr>
            <p:ph idx="4294967295" type="title"/>
          </p:nvPr>
        </p:nvSpPr>
        <p:spPr>
          <a:xfrm>
            <a:off x="3013625" y="2549400"/>
            <a:ext cx="3059700" cy="476700"/>
          </a:xfrm>
          <a:prstGeom prst="rect">
            <a:avLst/>
          </a:prstGeom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700" lIns="83700" spcFirstLastPara="1" rIns="83700" wrap="square" tIns="8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Threshold $77673.0</a:t>
            </a:r>
            <a:r>
              <a:rPr lang="en" sz="1800">
                <a:solidFill>
                  <a:srgbClr val="FF0000"/>
                </a:solidFill>
              </a:rPr>
              <a:t>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447" name="Google Shape;1447;p59"/>
          <p:cNvSpPr/>
          <p:nvPr/>
        </p:nvSpPr>
        <p:spPr>
          <a:xfrm>
            <a:off x="4958775" y="3151900"/>
            <a:ext cx="1208400" cy="17823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60"/>
          <p:cNvSpPr txBox="1"/>
          <p:nvPr>
            <p:ph idx="4294967295" type="title"/>
          </p:nvPr>
        </p:nvSpPr>
        <p:spPr>
          <a:xfrm>
            <a:off x="6432186" y="4627385"/>
            <a:ext cx="1403100" cy="4020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/>
              <a:t>$328.045.12</a:t>
            </a:r>
            <a:endParaRPr sz="1390"/>
          </a:p>
        </p:txBody>
      </p:sp>
      <p:sp>
        <p:nvSpPr>
          <p:cNvPr id="1453" name="Google Shape;1453;p60"/>
          <p:cNvSpPr/>
          <p:nvPr/>
        </p:nvSpPr>
        <p:spPr>
          <a:xfrm>
            <a:off x="-237125" y="-136650"/>
            <a:ext cx="9561300" cy="3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4" name="Google Shape;1454;p60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RECOMENDATIONS</a:t>
            </a:r>
            <a:endParaRPr/>
          </a:p>
        </p:txBody>
      </p:sp>
      <p:sp>
        <p:nvSpPr>
          <p:cNvPr id="1455" name="Google Shape;1455;p60"/>
          <p:cNvSpPr/>
          <p:nvPr/>
        </p:nvSpPr>
        <p:spPr>
          <a:xfrm>
            <a:off x="717980" y="1523442"/>
            <a:ext cx="1065857" cy="671487"/>
          </a:xfrm>
          <a:prstGeom prst="flowChartDisp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6" name="Google Shape;1456;p60"/>
          <p:cNvSpPr txBox="1"/>
          <p:nvPr>
            <p:ph idx="1" type="subTitle"/>
          </p:nvPr>
        </p:nvSpPr>
        <p:spPr>
          <a:xfrm>
            <a:off x="1842189" y="1399625"/>
            <a:ext cx="5453100" cy="770400"/>
          </a:xfrm>
          <a:prstGeom prst="rect">
            <a:avLst/>
          </a:prstGeom>
        </p:spPr>
        <p:txBody>
          <a:bodyPr anchorCtr="0" anchor="t" bIns="102600" lIns="102600" spcFirstLastPara="1" rIns="102600" wrap="square" tIns="10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795"/>
              </a:spcAft>
              <a:buNone/>
            </a:pPr>
            <a:r>
              <a:rPr b="1" lang="en" sz="1571"/>
              <a:t>Long-Term </a:t>
            </a:r>
            <a:r>
              <a:rPr lang="en" sz="1571"/>
              <a:t>(Months 5-6) - </a:t>
            </a:r>
            <a:r>
              <a:rPr b="1" lang="en" sz="2019"/>
              <a:t>Pivot to Quality</a:t>
            </a:r>
            <a:endParaRPr b="1" sz="2019"/>
          </a:p>
        </p:txBody>
      </p:sp>
      <p:sp>
        <p:nvSpPr>
          <p:cNvPr id="1457" name="Google Shape;1457;p60"/>
          <p:cNvSpPr txBox="1"/>
          <p:nvPr>
            <p:ph idx="1" type="subTitle"/>
          </p:nvPr>
        </p:nvSpPr>
        <p:spPr>
          <a:xfrm>
            <a:off x="1842189" y="1778860"/>
            <a:ext cx="6583800" cy="457800"/>
          </a:xfrm>
          <a:prstGeom prst="rect">
            <a:avLst/>
          </a:prstGeom>
        </p:spPr>
        <p:txBody>
          <a:bodyPr anchorCtr="0" anchor="t" bIns="102600" lIns="102600" spcFirstLastPara="1" rIns="102600" wrap="square" tIns="10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795"/>
              </a:spcAft>
              <a:buNone/>
            </a:pPr>
            <a:r>
              <a:rPr lang="en" sz="1346"/>
              <a:t>Target Segment Shift the marketing focus from Consolidation to Home Improvement/Credit Cards for homeowners who have paid off their debts.</a:t>
            </a:r>
            <a:endParaRPr sz="1346"/>
          </a:p>
        </p:txBody>
      </p:sp>
      <p:pic>
        <p:nvPicPr>
          <p:cNvPr id="1458" name="Google Shape;145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975" y="1399627"/>
            <a:ext cx="1065858" cy="108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60"/>
          <p:cNvSpPr txBox="1"/>
          <p:nvPr>
            <p:ph idx="4294967295" type="title"/>
          </p:nvPr>
        </p:nvSpPr>
        <p:spPr>
          <a:xfrm>
            <a:off x="1251611" y="2865444"/>
            <a:ext cx="3734400" cy="487500"/>
          </a:xfrm>
          <a:prstGeom prst="rect">
            <a:avLst/>
          </a:prstGeom>
        </p:spPr>
        <p:txBody>
          <a:bodyPr anchorCtr="0" anchor="t" bIns="101900" lIns="101900" spcFirstLastPara="1" rIns="101900" wrap="square" tIns="10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83"/>
              <a:t>Compare Bad Rate</a:t>
            </a:r>
            <a:endParaRPr sz="1783"/>
          </a:p>
        </p:txBody>
      </p:sp>
      <p:pic>
        <p:nvPicPr>
          <p:cNvPr id="1460" name="Google Shape;146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325" y="3353030"/>
            <a:ext cx="777041" cy="69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8413" y="3353030"/>
            <a:ext cx="687302" cy="6972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60"/>
          <p:cNvSpPr txBox="1"/>
          <p:nvPr>
            <p:ph idx="4294967295" type="title"/>
          </p:nvPr>
        </p:nvSpPr>
        <p:spPr>
          <a:xfrm>
            <a:off x="1677219" y="4212181"/>
            <a:ext cx="1403100" cy="5901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/>
              <a:t>Debt Consolidation</a:t>
            </a:r>
            <a:endParaRPr sz="1236"/>
          </a:p>
        </p:txBody>
      </p:sp>
      <p:sp>
        <p:nvSpPr>
          <p:cNvPr id="1463" name="Google Shape;1463;p60"/>
          <p:cNvSpPr txBox="1"/>
          <p:nvPr>
            <p:ph idx="4294967295" type="title"/>
          </p:nvPr>
        </p:nvSpPr>
        <p:spPr>
          <a:xfrm>
            <a:off x="1677219" y="4627385"/>
            <a:ext cx="1403100" cy="4020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/>
              <a:t>2.05%</a:t>
            </a:r>
            <a:endParaRPr sz="1390"/>
          </a:p>
        </p:txBody>
      </p:sp>
      <p:sp>
        <p:nvSpPr>
          <p:cNvPr id="1464" name="Google Shape;1464;p60"/>
          <p:cNvSpPr txBox="1"/>
          <p:nvPr>
            <p:ph idx="4294967295" type="title"/>
          </p:nvPr>
        </p:nvSpPr>
        <p:spPr>
          <a:xfrm>
            <a:off x="3080443" y="4212181"/>
            <a:ext cx="1403100" cy="5901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/>
              <a:t>Home Improvement</a:t>
            </a:r>
            <a:endParaRPr sz="1236"/>
          </a:p>
        </p:txBody>
      </p:sp>
      <p:sp>
        <p:nvSpPr>
          <p:cNvPr id="1465" name="Google Shape;1465;p60"/>
          <p:cNvSpPr txBox="1"/>
          <p:nvPr>
            <p:ph idx="4294967295" type="title"/>
          </p:nvPr>
        </p:nvSpPr>
        <p:spPr>
          <a:xfrm>
            <a:off x="3080443" y="4627385"/>
            <a:ext cx="1403100" cy="4020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/>
              <a:t>1.72%</a:t>
            </a:r>
            <a:endParaRPr sz="1390"/>
          </a:p>
        </p:txBody>
      </p:sp>
      <p:sp>
        <p:nvSpPr>
          <p:cNvPr id="1466" name="Google Shape;1466;p60"/>
          <p:cNvSpPr txBox="1"/>
          <p:nvPr>
            <p:ph idx="4294967295" type="title"/>
          </p:nvPr>
        </p:nvSpPr>
        <p:spPr>
          <a:xfrm>
            <a:off x="4905824" y="4212179"/>
            <a:ext cx="1104000" cy="5901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/>
              <a:t>Risk Reduction</a:t>
            </a:r>
            <a:endParaRPr sz="1236"/>
          </a:p>
        </p:txBody>
      </p:sp>
      <p:sp>
        <p:nvSpPr>
          <p:cNvPr id="1467" name="Google Shape;1467;p60"/>
          <p:cNvSpPr txBox="1"/>
          <p:nvPr>
            <p:ph idx="4294967295" type="title"/>
          </p:nvPr>
        </p:nvSpPr>
        <p:spPr>
          <a:xfrm>
            <a:off x="4756330" y="4627385"/>
            <a:ext cx="1403100" cy="4020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/>
              <a:t>0.33</a:t>
            </a:r>
            <a:r>
              <a:rPr lang="en" sz="1390"/>
              <a:t>%</a:t>
            </a:r>
            <a:endParaRPr sz="1390"/>
          </a:p>
        </p:txBody>
      </p:sp>
      <p:sp>
        <p:nvSpPr>
          <p:cNvPr id="1468" name="Google Shape;1468;p60"/>
          <p:cNvSpPr txBox="1"/>
          <p:nvPr>
            <p:ph idx="4294967295" type="title"/>
          </p:nvPr>
        </p:nvSpPr>
        <p:spPr>
          <a:xfrm>
            <a:off x="6432186" y="4212181"/>
            <a:ext cx="1403100" cy="590100"/>
          </a:xfrm>
          <a:prstGeom prst="rect">
            <a:avLst/>
          </a:prstGeom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/>
              <a:t>Potential Savings</a:t>
            </a:r>
            <a:endParaRPr sz="1236"/>
          </a:p>
        </p:txBody>
      </p:sp>
      <p:pic>
        <p:nvPicPr>
          <p:cNvPr id="1469" name="Google Shape;1469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9337" y="3308982"/>
            <a:ext cx="777034" cy="78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3279" y="3264948"/>
            <a:ext cx="543181" cy="78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61"/>
          <p:cNvSpPr/>
          <p:nvPr/>
        </p:nvSpPr>
        <p:spPr>
          <a:xfrm>
            <a:off x="-237125" y="-136650"/>
            <a:ext cx="9561300" cy="3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6" name="Google Shape;1476;p6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DASHBOARD</a:t>
            </a:r>
            <a:endParaRPr u="sng">
              <a:solidFill>
                <a:schemeClr val="dk1"/>
              </a:solidFill>
            </a:endParaRPr>
          </a:p>
        </p:txBody>
      </p:sp>
      <p:pic>
        <p:nvPicPr>
          <p:cNvPr id="1477" name="Google Shape;1477;p61" title="Dash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925" y="1273900"/>
            <a:ext cx="829320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61">
            <a:hlinkClick r:id="rId5"/>
          </p:cNvPr>
          <p:cNvSpPr/>
          <p:nvPr/>
        </p:nvSpPr>
        <p:spPr>
          <a:xfrm>
            <a:off x="487125" y="1300450"/>
            <a:ext cx="82932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2"/>
          <p:cNvSpPr txBox="1"/>
          <p:nvPr>
            <p:ph type="title"/>
          </p:nvPr>
        </p:nvSpPr>
        <p:spPr>
          <a:xfrm>
            <a:off x="457200" y="1149276"/>
            <a:ext cx="5554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 You</a:t>
            </a:r>
            <a:endParaRPr sz="7200"/>
          </a:p>
        </p:txBody>
      </p:sp>
      <p:grpSp>
        <p:nvGrpSpPr>
          <p:cNvPr id="1484" name="Google Shape;1484;p62"/>
          <p:cNvGrpSpPr/>
          <p:nvPr/>
        </p:nvGrpSpPr>
        <p:grpSpPr>
          <a:xfrm>
            <a:off x="5019426" y="1149275"/>
            <a:ext cx="4572903" cy="3204724"/>
            <a:chOff x="4638426" y="1149275"/>
            <a:chExt cx="4572903" cy="3204724"/>
          </a:xfrm>
        </p:grpSpPr>
        <p:sp>
          <p:nvSpPr>
            <p:cNvPr id="1485" name="Google Shape;1485;p62"/>
            <p:cNvSpPr/>
            <p:nvPr/>
          </p:nvSpPr>
          <p:spPr>
            <a:xfrm>
              <a:off x="5822521" y="4154752"/>
              <a:ext cx="1074218" cy="199247"/>
            </a:xfrm>
            <a:custGeom>
              <a:rect b="b" l="l" r="r" t="t"/>
              <a:pathLst>
                <a:path extrusionOk="0" h="148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10"/>
                  </a:lnTo>
                  <a:cubicBezTo>
                    <a:pt x="0" y="1364"/>
                    <a:pt x="123" y="148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6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2"/>
            <p:cNvSpPr/>
            <p:nvPr/>
          </p:nvSpPr>
          <p:spPr>
            <a:xfrm>
              <a:off x="6670026" y="4154752"/>
              <a:ext cx="72892" cy="199247"/>
            </a:xfrm>
            <a:custGeom>
              <a:rect b="b" l="l" r="r" t="t"/>
              <a:pathLst>
                <a:path extrusionOk="0" h="1487" w="544">
                  <a:moveTo>
                    <a:pt x="0" y="0"/>
                  </a:moveTo>
                  <a:lnTo>
                    <a:pt x="0" y="1487"/>
                  </a:lnTo>
                  <a:lnTo>
                    <a:pt x="544" y="148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2"/>
            <p:cNvSpPr/>
            <p:nvPr/>
          </p:nvSpPr>
          <p:spPr>
            <a:xfrm>
              <a:off x="6518882" y="4154752"/>
              <a:ext cx="72892" cy="199247"/>
            </a:xfrm>
            <a:custGeom>
              <a:rect b="b" l="l" r="r" t="t"/>
              <a:pathLst>
                <a:path extrusionOk="0" h="1487" w="544">
                  <a:moveTo>
                    <a:pt x="1" y="0"/>
                  </a:moveTo>
                  <a:lnTo>
                    <a:pt x="1" y="1487"/>
                  </a:lnTo>
                  <a:lnTo>
                    <a:pt x="544" y="148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2"/>
            <p:cNvSpPr/>
            <p:nvPr/>
          </p:nvSpPr>
          <p:spPr>
            <a:xfrm>
              <a:off x="5980499" y="4154752"/>
              <a:ext cx="74232" cy="199247"/>
            </a:xfrm>
            <a:custGeom>
              <a:rect b="b" l="l" r="r" t="t"/>
              <a:pathLst>
                <a:path extrusionOk="0" h="1487" w="554">
                  <a:moveTo>
                    <a:pt x="0" y="0"/>
                  </a:moveTo>
                  <a:lnTo>
                    <a:pt x="0" y="1487"/>
                  </a:lnTo>
                  <a:lnTo>
                    <a:pt x="554" y="148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2"/>
            <p:cNvSpPr/>
            <p:nvPr/>
          </p:nvSpPr>
          <p:spPr>
            <a:xfrm>
              <a:off x="5822521" y="4154752"/>
              <a:ext cx="1038576" cy="166285"/>
            </a:xfrm>
            <a:custGeom>
              <a:rect b="b" l="l" r="r" t="t"/>
              <a:pathLst>
                <a:path extrusionOk="0" h="124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64"/>
                  </a:lnTo>
                  <a:cubicBezTo>
                    <a:pt x="7750" y="1108"/>
                    <a:pt x="7627" y="1231"/>
                    <a:pt x="7473" y="1241"/>
                  </a:cubicBezTo>
                  <a:lnTo>
                    <a:pt x="0" y="1241"/>
                  </a:lnTo>
                  <a:cubicBezTo>
                    <a:pt x="0" y="1231"/>
                    <a:pt x="0" y="1220"/>
                    <a:pt x="0" y="1210"/>
                  </a:cubicBezTo>
                  <a:lnTo>
                    <a:pt x="0" y="277"/>
                  </a:lnTo>
                  <a:cubicBezTo>
                    <a:pt x="0" y="123"/>
                    <a:pt x="123" y="11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2"/>
            <p:cNvSpPr/>
            <p:nvPr/>
          </p:nvSpPr>
          <p:spPr>
            <a:xfrm>
              <a:off x="6670026" y="4154752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0" y="0"/>
                  </a:moveTo>
                  <a:lnTo>
                    <a:pt x="0" y="1241"/>
                  </a:lnTo>
                  <a:lnTo>
                    <a:pt x="544" y="124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2"/>
            <p:cNvSpPr/>
            <p:nvPr/>
          </p:nvSpPr>
          <p:spPr>
            <a:xfrm>
              <a:off x="6518882" y="4154752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1" y="0"/>
                  </a:moveTo>
                  <a:lnTo>
                    <a:pt x="1" y="1241"/>
                  </a:lnTo>
                  <a:lnTo>
                    <a:pt x="544" y="124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2"/>
            <p:cNvSpPr/>
            <p:nvPr/>
          </p:nvSpPr>
          <p:spPr>
            <a:xfrm>
              <a:off x="5980499" y="4154752"/>
              <a:ext cx="74232" cy="166285"/>
            </a:xfrm>
            <a:custGeom>
              <a:rect b="b" l="l" r="r" t="t"/>
              <a:pathLst>
                <a:path extrusionOk="0" h="1241" w="554">
                  <a:moveTo>
                    <a:pt x="0" y="0"/>
                  </a:moveTo>
                  <a:lnTo>
                    <a:pt x="0" y="1241"/>
                  </a:lnTo>
                  <a:lnTo>
                    <a:pt x="554" y="124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2"/>
            <p:cNvSpPr/>
            <p:nvPr/>
          </p:nvSpPr>
          <p:spPr>
            <a:xfrm>
              <a:off x="5878798" y="3956978"/>
              <a:ext cx="1074352" cy="197907"/>
            </a:xfrm>
            <a:custGeom>
              <a:rect b="b" l="l" r="r" t="t"/>
              <a:pathLst>
                <a:path extrusionOk="0" h="1477" w="8018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3"/>
                    <a:pt x="123" y="1476"/>
                    <a:pt x="277" y="1476"/>
                  </a:cubicBezTo>
                  <a:lnTo>
                    <a:pt x="7740" y="1476"/>
                  </a:lnTo>
                  <a:cubicBezTo>
                    <a:pt x="7894" y="1476"/>
                    <a:pt x="8017" y="1353"/>
                    <a:pt x="8017" y="120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2"/>
            <p:cNvSpPr/>
            <p:nvPr/>
          </p:nvSpPr>
          <p:spPr>
            <a:xfrm>
              <a:off x="6724963" y="3956978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2"/>
            <p:cNvSpPr/>
            <p:nvPr/>
          </p:nvSpPr>
          <p:spPr>
            <a:xfrm>
              <a:off x="6575159" y="3956978"/>
              <a:ext cx="73026" cy="197907"/>
            </a:xfrm>
            <a:custGeom>
              <a:rect b="b" l="l" r="r" t="t"/>
              <a:pathLst>
                <a:path extrusionOk="0" h="1477" w="545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2"/>
            <p:cNvSpPr/>
            <p:nvPr/>
          </p:nvSpPr>
          <p:spPr>
            <a:xfrm>
              <a:off x="6036776" y="3956978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2"/>
            <p:cNvSpPr/>
            <p:nvPr/>
          </p:nvSpPr>
          <p:spPr>
            <a:xfrm>
              <a:off x="5878798" y="3956978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1" y="0"/>
                  </a:lnTo>
                  <a:cubicBezTo>
                    <a:pt x="7751" y="10"/>
                    <a:pt x="7751" y="21"/>
                    <a:pt x="7751" y="31"/>
                  </a:cubicBezTo>
                  <a:lnTo>
                    <a:pt x="7751" y="954"/>
                  </a:lnTo>
                  <a:cubicBezTo>
                    <a:pt x="7751" y="1107"/>
                    <a:pt x="7628" y="1230"/>
                    <a:pt x="7474" y="1230"/>
                  </a:cubicBezTo>
                  <a:lnTo>
                    <a:pt x="0" y="1230"/>
                  </a:lnTo>
                  <a:cubicBezTo>
                    <a:pt x="0" y="1220"/>
                    <a:pt x="0" y="1210"/>
                    <a:pt x="0" y="120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2"/>
            <p:cNvSpPr/>
            <p:nvPr/>
          </p:nvSpPr>
          <p:spPr>
            <a:xfrm>
              <a:off x="6724963" y="3956978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2"/>
            <p:cNvSpPr/>
            <p:nvPr/>
          </p:nvSpPr>
          <p:spPr>
            <a:xfrm>
              <a:off x="6575159" y="3956978"/>
              <a:ext cx="73026" cy="164945"/>
            </a:xfrm>
            <a:custGeom>
              <a:rect b="b" l="l" r="r" t="t"/>
              <a:pathLst>
                <a:path extrusionOk="0" h="1231" w="545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2"/>
            <p:cNvSpPr/>
            <p:nvPr/>
          </p:nvSpPr>
          <p:spPr>
            <a:xfrm>
              <a:off x="6036776" y="3956978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2"/>
            <p:cNvSpPr/>
            <p:nvPr/>
          </p:nvSpPr>
          <p:spPr>
            <a:xfrm>
              <a:off x="5795053" y="3759203"/>
              <a:ext cx="1074218" cy="197907"/>
            </a:xfrm>
            <a:custGeom>
              <a:rect b="b" l="l" r="r" t="t"/>
              <a:pathLst>
                <a:path extrusionOk="0" h="147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199"/>
                  </a:lnTo>
                  <a:cubicBezTo>
                    <a:pt x="0" y="1353"/>
                    <a:pt x="123" y="1476"/>
                    <a:pt x="277" y="1476"/>
                  </a:cubicBezTo>
                  <a:lnTo>
                    <a:pt x="7740" y="1476"/>
                  </a:lnTo>
                  <a:cubicBezTo>
                    <a:pt x="7894" y="1476"/>
                    <a:pt x="8017" y="1353"/>
                    <a:pt x="8017" y="1199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2"/>
            <p:cNvSpPr/>
            <p:nvPr/>
          </p:nvSpPr>
          <p:spPr>
            <a:xfrm>
              <a:off x="6641083" y="3759203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5" y="1476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2"/>
            <p:cNvSpPr/>
            <p:nvPr/>
          </p:nvSpPr>
          <p:spPr>
            <a:xfrm>
              <a:off x="6491413" y="3759203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2"/>
            <p:cNvSpPr/>
            <p:nvPr/>
          </p:nvSpPr>
          <p:spPr>
            <a:xfrm>
              <a:off x="5952896" y="3759203"/>
              <a:ext cx="73026" cy="197907"/>
            </a:xfrm>
            <a:custGeom>
              <a:rect b="b" l="l" r="r" t="t"/>
              <a:pathLst>
                <a:path extrusionOk="0" h="1477" w="545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2"/>
            <p:cNvSpPr/>
            <p:nvPr/>
          </p:nvSpPr>
          <p:spPr>
            <a:xfrm>
              <a:off x="5795053" y="3759203"/>
              <a:ext cx="1039916" cy="164945"/>
            </a:xfrm>
            <a:custGeom>
              <a:rect b="b" l="l" r="r" t="t"/>
              <a:pathLst>
                <a:path extrusionOk="0" h="1231" w="7761">
                  <a:moveTo>
                    <a:pt x="277" y="0"/>
                  </a:moveTo>
                  <a:lnTo>
                    <a:pt x="7760" y="0"/>
                  </a:lnTo>
                  <a:cubicBezTo>
                    <a:pt x="7760" y="10"/>
                    <a:pt x="7760" y="21"/>
                    <a:pt x="7760" y="31"/>
                  </a:cubicBezTo>
                  <a:lnTo>
                    <a:pt x="7760" y="953"/>
                  </a:lnTo>
                  <a:cubicBezTo>
                    <a:pt x="7760" y="1107"/>
                    <a:pt x="7627" y="1230"/>
                    <a:pt x="7484" y="1230"/>
                  </a:cubicBezTo>
                  <a:lnTo>
                    <a:pt x="0" y="1230"/>
                  </a:lnTo>
                  <a:cubicBezTo>
                    <a:pt x="0" y="1220"/>
                    <a:pt x="0" y="1210"/>
                    <a:pt x="0" y="1199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2"/>
            <p:cNvSpPr/>
            <p:nvPr/>
          </p:nvSpPr>
          <p:spPr>
            <a:xfrm>
              <a:off x="6641083" y="3759203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5" y="123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2"/>
            <p:cNvSpPr/>
            <p:nvPr/>
          </p:nvSpPr>
          <p:spPr>
            <a:xfrm>
              <a:off x="6491413" y="3759203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2"/>
            <p:cNvSpPr/>
            <p:nvPr/>
          </p:nvSpPr>
          <p:spPr>
            <a:xfrm>
              <a:off x="5952896" y="3759203"/>
              <a:ext cx="73026" cy="164945"/>
            </a:xfrm>
            <a:custGeom>
              <a:rect b="b" l="l" r="r" t="t"/>
              <a:pathLst>
                <a:path extrusionOk="0" h="1231" w="545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2"/>
            <p:cNvSpPr/>
            <p:nvPr/>
          </p:nvSpPr>
          <p:spPr>
            <a:xfrm>
              <a:off x="5822521" y="3559955"/>
              <a:ext cx="1074218" cy="199381"/>
            </a:xfrm>
            <a:custGeom>
              <a:rect b="b" l="l" r="r" t="t"/>
              <a:pathLst>
                <a:path extrusionOk="0" h="1488" w="8017">
                  <a:moveTo>
                    <a:pt x="277" y="1"/>
                  </a:moveTo>
                  <a:cubicBezTo>
                    <a:pt x="123" y="1"/>
                    <a:pt x="0" y="124"/>
                    <a:pt x="0" y="277"/>
                  </a:cubicBezTo>
                  <a:lnTo>
                    <a:pt x="0" y="1210"/>
                  </a:lnTo>
                  <a:cubicBezTo>
                    <a:pt x="0" y="1364"/>
                    <a:pt x="123" y="148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64"/>
                    <a:pt x="8017" y="1210"/>
                  </a:cubicBezTo>
                  <a:lnTo>
                    <a:pt x="8017" y="277"/>
                  </a:lnTo>
                  <a:cubicBezTo>
                    <a:pt x="8017" y="124"/>
                    <a:pt x="7894" y="1"/>
                    <a:pt x="7740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2"/>
            <p:cNvSpPr/>
            <p:nvPr/>
          </p:nvSpPr>
          <p:spPr>
            <a:xfrm>
              <a:off x="6670026" y="3559955"/>
              <a:ext cx="72892" cy="199381"/>
            </a:xfrm>
            <a:custGeom>
              <a:rect b="b" l="l" r="r" t="t"/>
              <a:pathLst>
                <a:path extrusionOk="0" h="1488" w="544">
                  <a:moveTo>
                    <a:pt x="0" y="1"/>
                  </a:moveTo>
                  <a:lnTo>
                    <a:pt x="0" y="1487"/>
                  </a:lnTo>
                  <a:lnTo>
                    <a:pt x="544" y="148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2"/>
            <p:cNvSpPr/>
            <p:nvPr/>
          </p:nvSpPr>
          <p:spPr>
            <a:xfrm>
              <a:off x="6518882" y="3559955"/>
              <a:ext cx="72892" cy="199381"/>
            </a:xfrm>
            <a:custGeom>
              <a:rect b="b" l="l" r="r" t="t"/>
              <a:pathLst>
                <a:path extrusionOk="0" h="1488" w="544">
                  <a:moveTo>
                    <a:pt x="1" y="1"/>
                  </a:moveTo>
                  <a:lnTo>
                    <a:pt x="1" y="1487"/>
                  </a:lnTo>
                  <a:lnTo>
                    <a:pt x="544" y="148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2"/>
            <p:cNvSpPr/>
            <p:nvPr/>
          </p:nvSpPr>
          <p:spPr>
            <a:xfrm>
              <a:off x="5980499" y="3559955"/>
              <a:ext cx="74232" cy="199381"/>
            </a:xfrm>
            <a:custGeom>
              <a:rect b="b" l="l" r="r" t="t"/>
              <a:pathLst>
                <a:path extrusionOk="0" h="1488" w="554">
                  <a:moveTo>
                    <a:pt x="0" y="1"/>
                  </a:moveTo>
                  <a:lnTo>
                    <a:pt x="0" y="1487"/>
                  </a:lnTo>
                  <a:lnTo>
                    <a:pt x="554" y="148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2"/>
            <p:cNvSpPr/>
            <p:nvPr/>
          </p:nvSpPr>
          <p:spPr>
            <a:xfrm>
              <a:off x="5822521" y="3559955"/>
              <a:ext cx="1038576" cy="166285"/>
            </a:xfrm>
            <a:custGeom>
              <a:rect b="b" l="l" r="r" t="t"/>
              <a:pathLst>
                <a:path extrusionOk="0" h="1241" w="7751">
                  <a:moveTo>
                    <a:pt x="277" y="1"/>
                  </a:moveTo>
                  <a:lnTo>
                    <a:pt x="7750" y="1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64"/>
                  </a:lnTo>
                  <a:cubicBezTo>
                    <a:pt x="7750" y="1118"/>
                    <a:pt x="7627" y="1241"/>
                    <a:pt x="7473" y="1241"/>
                  </a:cubicBezTo>
                  <a:lnTo>
                    <a:pt x="0" y="1241"/>
                  </a:lnTo>
                  <a:cubicBezTo>
                    <a:pt x="0" y="1231"/>
                    <a:pt x="0" y="1220"/>
                    <a:pt x="0" y="1210"/>
                  </a:cubicBezTo>
                  <a:lnTo>
                    <a:pt x="0" y="277"/>
                  </a:lnTo>
                  <a:cubicBezTo>
                    <a:pt x="0" y="134"/>
                    <a:pt x="123" y="11"/>
                    <a:pt x="277" y="1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2"/>
            <p:cNvSpPr/>
            <p:nvPr/>
          </p:nvSpPr>
          <p:spPr>
            <a:xfrm>
              <a:off x="6670026" y="3559955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0" y="1"/>
                  </a:moveTo>
                  <a:lnTo>
                    <a:pt x="0" y="1241"/>
                  </a:lnTo>
                  <a:lnTo>
                    <a:pt x="544" y="124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2"/>
            <p:cNvSpPr/>
            <p:nvPr/>
          </p:nvSpPr>
          <p:spPr>
            <a:xfrm>
              <a:off x="6518882" y="3559955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1" y="1"/>
                  </a:moveTo>
                  <a:lnTo>
                    <a:pt x="1" y="1241"/>
                  </a:lnTo>
                  <a:lnTo>
                    <a:pt x="544" y="124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2"/>
            <p:cNvSpPr/>
            <p:nvPr/>
          </p:nvSpPr>
          <p:spPr>
            <a:xfrm>
              <a:off x="5980499" y="3559955"/>
              <a:ext cx="74232" cy="166285"/>
            </a:xfrm>
            <a:custGeom>
              <a:rect b="b" l="l" r="r" t="t"/>
              <a:pathLst>
                <a:path extrusionOk="0" h="1241" w="554">
                  <a:moveTo>
                    <a:pt x="0" y="1"/>
                  </a:moveTo>
                  <a:lnTo>
                    <a:pt x="0" y="1241"/>
                  </a:lnTo>
                  <a:lnTo>
                    <a:pt x="554" y="124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2"/>
            <p:cNvSpPr/>
            <p:nvPr/>
          </p:nvSpPr>
          <p:spPr>
            <a:xfrm>
              <a:off x="5715327" y="3362180"/>
              <a:ext cx="1074352" cy="197907"/>
            </a:xfrm>
            <a:custGeom>
              <a:rect b="b" l="l" r="r" t="t"/>
              <a:pathLst>
                <a:path extrusionOk="0" h="1477" w="8018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4"/>
                    <a:pt x="123" y="147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5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2"/>
            <p:cNvSpPr/>
            <p:nvPr/>
          </p:nvSpPr>
          <p:spPr>
            <a:xfrm>
              <a:off x="6562832" y="3362180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2"/>
            <p:cNvSpPr/>
            <p:nvPr/>
          </p:nvSpPr>
          <p:spPr>
            <a:xfrm>
              <a:off x="6411688" y="3362180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7"/>
                  </a:lnTo>
                  <a:lnTo>
                    <a:pt x="555" y="1477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2"/>
            <p:cNvSpPr/>
            <p:nvPr/>
          </p:nvSpPr>
          <p:spPr>
            <a:xfrm>
              <a:off x="5873304" y="3362180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7"/>
                  </a:lnTo>
                  <a:lnTo>
                    <a:pt x="554" y="147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2"/>
            <p:cNvSpPr/>
            <p:nvPr/>
          </p:nvSpPr>
          <p:spPr>
            <a:xfrm>
              <a:off x="5715327" y="3362180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1" y="0"/>
                  </a:lnTo>
                  <a:cubicBezTo>
                    <a:pt x="7751" y="11"/>
                    <a:pt x="7751" y="21"/>
                    <a:pt x="7751" y="31"/>
                  </a:cubicBezTo>
                  <a:lnTo>
                    <a:pt x="7751" y="954"/>
                  </a:lnTo>
                  <a:cubicBezTo>
                    <a:pt x="7751" y="1108"/>
                    <a:pt x="7628" y="1231"/>
                    <a:pt x="7474" y="1231"/>
                  </a:cubicBezTo>
                  <a:lnTo>
                    <a:pt x="0" y="1231"/>
                  </a:lnTo>
                  <a:lnTo>
                    <a:pt x="0" y="1210"/>
                  </a:ln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2"/>
            <p:cNvSpPr/>
            <p:nvPr/>
          </p:nvSpPr>
          <p:spPr>
            <a:xfrm>
              <a:off x="6562832" y="3362180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2"/>
            <p:cNvSpPr/>
            <p:nvPr/>
          </p:nvSpPr>
          <p:spPr>
            <a:xfrm>
              <a:off x="6411688" y="3362180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1"/>
                  </a:lnTo>
                  <a:lnTo>
                    <a:pt x="555" y="123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2"/>
            <p:cNvSpPr/>
            <p:nvPr/>
          </p:nvSpPr>
          <p:spPr>
            <a:xfrm>
              <a:off x="5873304" y="3362180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1"/>
                  </a:lnTo>
                  <a:lnTo>
                    <a:pt x="554" y="123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2"/>
            <p:cNvSpPr/>
            <p:nvPr/>
          </p:nvSpPr>
          <p:spPr>
            <a:xfrm>
              <a:off x="5822521" y="3164405"/>
              <a:ext cx="1074218" cy="197907"/>
            </a:xfrm>
            <a:custGeom>
              <a:rect b="b" l="l" r="r" t="t"/>
              <a:pathLst>
                <a:path extrusionOk="0" h="147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3"/>
                    <a:pt x="123" y="1476"/>
                    <a:pt x="277" y="1476"/>
                  </a:cubicBezTo>
                  <a:lnTo>
                    <a:pt x="7740" y="1476"/>
                  </a:lnTo>
                  <a:cubicBezTo>
                    <a:pt x="7894" y="1476"/>
                    <a:pt x="8017" y="1353"/>
                    <a:pt x="8017" y="120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2"/>
            <p:cNvSpPr/>
            <p:nvPr/>
          </p:nvSpPr>
          <p:spPr>
            <a:xfrm>
              <a:off x="6670026" y="3164405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2"/>
            <p:cNvSpPr/>
            <p:nvPr/>
          </p:nvSpPr>
          <p:spPr>
            <a:xfrm>
              <a:off x="6518882" y="3164405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2"/>
            <p:cNvSpPr/>
            <p:nvPr/>
          </p:nvSpPr>
          <p:spPr>
            <a:xfrm>
              <a:off x="5980499" y="3164405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2"/>
            <p:cNvSpPr/>
            <p:nvPr/>
          </p:nvSpPr>
          <p:spPr>
            <a:xfrm>
              <a:off x="5822521" y="3164405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10"/>
                    <a:pt x="7750" y="21"/>
                    <a:pt x="7750" y="31"/>
                  </a:cubicBezTo>
                  <a:lnTo>
                    <a:pt x="7750" y="954"/>
                  </a:lnTo>
                  <a:cubicBezTo>
                    <a:pt x="7750" y="1107"/>
                    <a:pt x="7627" y="1230"/>
                    <a:pt x="7473" y="1230"/>
                  </a:cubicBezTo>
                  <a:lnTo>
                    <a:pt x="0" y="1230"/>
                  </a:lnTo>
                  <a:cubicBezTo>
                    <a:pt x="0" y="1220"/>
                    <a:pt x="0" y="1210"/>
                    <a:pt x="0" y="120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2"/>
            <p:cNvSpPr/>
            <p:nvPr/>
          </p:nvSpPr>
          <p:spPr>
            <a:xfrm>
              <a:off x="6670026" y="3164405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2"/>
            <p:cNvSpPr/>
            <p:nvPr/>
          </p:nvSpPr>
          <p:spPr>
            <a:xfrm>
              <a:off x="6518882" y="3164405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2"/>
            <p:cNvSpPr/>
            <p:nvPr/>
          </p:nvSpPr>
          <p:spPr>
            <a:xfrm>
              <a:off x="5980499" y="3164405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2"/>
            <p:cNvSpPr/>
            <p:nvPr/>
          </p:nvSpPr>
          <p:spPr>
            <a:xfrm>
              <a:off x="5822521" y="2966497"/>
              <a:ext cx="1074218" cy="198041"/>
            </a:xfrm>
            <a:custGeom>
              <a:rect b="b" l="l" r="r" t="t"/>
              <a:pathLst>
                <a:path extrusionOk="0" h="1478" w="8017">
                  <a:moveTo>
                    <a:pt x="259" y="0"/>
                  </a:moveTo>
                  <a:cubicBezTo>
                    <a:pt x="114" y="0"/>
                    <a:pt x="0" y="120"/>
                    <a:pt x="0" y="267"/>
                  </a:cubicBezTo>
                  <a:lnTo>
                    <a:pt x="0" y="1200"/>
                  </a:lnTo>
                  <a:cubicBezTo>
                    <a:pt x="0" y="1354"/>
                    <a:pt x="123" y="147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54"/>
                    <a:pt x="8017" y="1200"/>
                  </a:cubicBezTo>
                  <a:lnTo>
                    <a:pt x="8017" y="267"/>
                  </a:lnTo>
                  <a:cubicBezTo>
                    <a:pt x="8017" y="124"/>
                    <a:pt x="7894" y="1"/>
                    <a:pt x="7740" y="1"/>
                  </a:cubicBezTo>
                  <a:lnTo>
                    <a:pt x="277" y="1"/>
                  </a:lnTo>
                  <a:cubicBezTo>
                    <a:pt x="271" y="1"/>
                    <a:pt x="265" y="0"/>
                    <a:pt x="259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2"/>
            <p:cNvSpPr/>
            <p:nvPr/>
          </p:nvSpPr>
          <p:spPr>
            <a:xfrm>
              <a:off x="6670026" y="2966497"/>
              <a:ext cx="72892" cy="198041"/>
            </a:xfrm>
            <a:custGeom>
              <a:rect b="b" l="l" r="r" t="t"/>
              <a:pathLst>
                <a:path extrusionOk="0" h="1478" w="544">
                  <a:moveTo>
                    <a:pt x="0" y="1"/>
                  </a:moveTo>
                  <a:lnTo>
                    <a:pt x="0" y="1477"/>
                  </a:lnTo>
                  <a:lnTo>
                    <a:pt x="544" y="147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2"/>
            <p:cNvSpPr/>
            <p:nvPr/>
          </p:nvSpPr>
          <p:spPr>
            <a:xfrm>
              <a:off x="6518882" y="2966497"/>
              <a:ext cx="72892" cy="198041"/>
            </a:xfrm>
            <a:custGeom>
              <a:rect b="b" l="l" r="r" t="t"/>
              <a:pathLst>
                <a:path extrusionOk="0" h="1478" w="544">
                  <a:moveTo>
                    <a:pt x="1" y="1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2"/>
            <p:cNvSpPr/>
            <p:nvPr/>
          </p:nvSpPr>
          <p:spPr>
            <a:xfrm>
              <a:off x="5980499" y="2966497"/>
              <a:ext cx="74232" cy="198041"/>
            </a:xfrm>
            <a:custGeom>
              <a:rect b="b" l="l" r="r" t="t"/>
              <a:pathLst>
                <a:path extrusionOk="0" h="1478" w="554">
                  <a:moveTo>
                    <a:pt x="0" y="1"/>
                  </a:moveTo>
                  <a:lnTo>
                    <a:pt x="0" y="1477"/>
                  </a:lnTo>
                  <a:lnTo>
                    <a:pt x="554" y="147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2"/>
            <p:cNvSpPr/>
            <p:nvPr/>
          </p:nvSpPr>
          <p:spPr>
            <a:xfrm>
              <a:off x="5822521" y="2966497"/>
              <a:ext cx="1038576" cy="165079"/>
            </a:xfrm>
            <a:custGeom>
              <a:rect b="b" l="l" r="r" t="t"/>
              <a:pathLst>
                <a:path extrusionOk="0" h="1232" w="7751">
                  <a:moveTo>
                    <a:pt x="277" y="1"/>
                  </a:moveTo>
                  <a:lnTo>
                    <a:pt x="7750" y="1"/>
                  </a:lnTo>
                  <a:cubicBezTo>
                    <a:pt x="7750" y="1"/>
                    <a:pt x="7750" y="11"/>
                    <a:pt x="7750" y="21"/>
                  </a:cubicBezTo>
                  <a:lnTo>
                    <a:pt x="7750" y="954"/>
                  </a:lnTo>
                  <a:cubicBezTo>
                    <a:pt x="7750" y="1108"/>
                    <a:pt x="7627" y="1231"/>
                    <a:pt x="7473" y="1231"/>
                  </a:cubicBezTo>
                  <a:lnTo>
                    <a:pt x="0" y="1231"/>
                  </a:lnTo>
                  <a:cubicBezTo>
                    <a:pt x="0" y="1221"/>
                    <a:pt x="0" y="1211"/>
                    <a:pt x="0" y="1200"/>
                  </a:cubicBezTo>
                  <a:lnTo>
                    <a:pt x="0" y="267"/>
                  </a:lnTo>
                  <a:cubicBezTo>
                    <a:pt x="0" y="124"/>
                    <a:pt x="123" y="1"/>
                    <a:pt x="277" y="1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2"/>
            <p:cNvSpPr/>
            <p:nvPr/>
          </p:nvSpPr>
          <p:spPr>
            <a:xfrm>
              <a:off x="6670026" y="2966497"/>
              <a:ext cx="72892" cy="165079"/>
            </a:xfrm>
            <a:custGeom>
              <a:rect b="b" l="l" r="r" t="t"/>
              <a:pathLst>
                <a:path extrusionOk="0" h="1232" w="544">
                  <a:moveTo>
                    <a:pt x="0" y="1"/>
                  </a:moveTo>
                  <a:lnTo>
                    <a:pt x="0" y="1231"/>
                  </a:lnTo>
                  <a:lnTo>
                    <a:pt x="544" y="123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2"/>
            <p:cNvSpPr/>
            <p:nvPr/>
          </p:nvSpPr>
          <p:spPr>
            <a:xfrm>
              <a:off x="6518882" y="2966497"/>
              <a:ext cx="72892" cy="165079"/>
            </a:xfrm>
            <a:custGeom>
              <a:rect b="b" l="l" r="r" t="t"/>
              <a:pathLst>
                <a:path extrusionOk="0" h="1232" w="544">
                  <a:moveTo>
                    <a:pt x="1" y="1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2"/>
            <p:cNvSpPr/>
            <p:nvPr/>
          </p:nvSpPr>
          <p:spPr>
            <a:xfrm>
              <a:off x="5980499" y="2966497"/>
              <a:ext cx="74232" cy="165079"/>
            </a:xfrm>
            <a:custGeom>
              <a:rect b="b" l="l" r="r" t="t"/>
              <a:pathLst>
                <a:path extrusionOk="0" h="1232" w="554">
                  <a:moveTo>
                    <a:pt x="0" y="1"/>
                  </a:moveTo>
                  <a:lnTo>
                    <a:pt x="0" y="1231"/>
                  </a:lnTo>
                  <a:lnTo>
                    <a:pt x="554" y="123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2"/>
            <p:cNvSpPr/>
            <p:nvPr/>
          </p:nvSpPr>
          <p:spPr>
            <a:xfrm>
              <a:off x="5943383" y="2767382"/>
              <a:ext cx="1074218" cy="199247"/>
            </a:xfrm>
            <a:custGeom>
              <a:rect b="b" l="l" r="r" t="t"/>
              <a:pathLst>
                <a:path extrusionOk="0" h="148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10"/>
                  </a:lnTo>
                  <a:cubicBezTo>
                    <a:pt x="0" y="1354"/>
                    <a:pt x="123" y="147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5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2"/>
            <p:cNvSpPr/>
            <p:nvPr/>
          </p:nvSpPr>
          <p:spPr>
            <a:xfrm>
              <a:off x="6790887" y="2767382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2"/>
            <p:cNvSpPr/>
            <p:nvPr/>
          </p:nvSpPr>
          <p:spPr>
            <a:xfrm>
              <a:off x="6639744" y="2767382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7"/>
                  </a:lnTo>
                  <a:lnTo>
                    <a:pt x="554" y="147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2"/>
            <p:cNvSpPr/>
            <p:nvPr/>
          </p:nvSpPr>
          <p:spPr>
            <a:xfrm>
              <a:off x="6101360" y="2767382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7"/>
                  </a:lnTo>
                  <a:lnTo>
                    <a:pt x="554" y="147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2"/>
            <p:cNvSpPr/>
            <p:nvPr/>
          </p:nvSpPr>
          <p:spPr>
            <a:xfrm>
              <a:off x="5943383" y="2767382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lnTo>
                    <a:pt x="7750" y="31"/>
                  </a:lnTo>
                  <a:lnTo>
                    <a:pt x="7750" y="964"/>
                  </a:lnTo>
                  <a:cubicBezTo>
                    <a:pt x="7750" y="1108"/>
                    <a:pt x="7627" y="1231"/>
                    <a:pt x="7474" y="1231"/>
                  </a:cubicBezTo>
                  <a:lnTo>
                    <a:pt x="0" y="1231"/>
                  </a:lnTo>
                  <a:cubicBezTo>
                    <a:pt x="0" y="1220"/>
                    <a:pt x="0" y="1210"/>
                    <a:pt x="0" y="121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2"/>
            <p:cNvSpPr/>
            <p:nvPr/>
          </p:nvSpPr>
          <p:spPr>
            <a:xfrm>
              <a:off x="6790887" y="2767382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2"/>
            <p:cNvSpPr/>
            <p:nvPr/>
          </p:nvSpPr>
          <p:spPr>
            <a:xfrm>
              <a:off x="6639744" y="2767382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1"/>
                  </a:lnTo>
                  <a:lnTo>
                    <a:pt x="554" y="123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2"/>
            <p:cNvSpPr/>
            <p:nvPr/>
          </p:nvSpPr>
          <p:spPr>
            <a:xfrm>
              <a:off x="6101360" y="2767382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1"/>
                  </a:lnTo>
                  <a:lnTo>
                    <a:pt x="554" y="123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2"/>
            <p:cNvSpPr/>
            <p:nvPr/>
          </p:nvSpPr>
          <p:spPr>
            <a:xfrm>
              <a:off x="5822521" y="2569608"/>
              <a:ext cx="1074218" cy="197907"/>
            </a:xfrm>
            <a:custGeom>
              <a:rect b="b" l="l" r="r" t="t"/>
              <a:pathLst>
                <a:path extrusionOk="0" h="147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3"/>
                    <a:pt x="123" y="1476"/>
                    <a:pt x="277" y="1476"/>
                  </a:cubicBezTo>
                  <a:lnTo>
                    <a:pt x="7740" y="1476"/>
                  </a:lnTo>
                  <a:cubicBezTo>
                    <a:pt x="7894" y="1476"/>
                    <a:pt x="8017" y="1353"/>
                    <a:pt x="8017" y="120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2"/>
            <p:cNvSpPr/>
            <p:nvPr/>
          </p:nvSpPr>
          <p:spPr>
            <a:xfrm>
              <a:off x="6670026" y="2569608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2"/>
            <p:cNvSpPr/>
            <p:nvPr/>
          </p:nvSpPr>
          <p:spPr>
            <a:xfrm>
              <a:off x="6518882" y="2569608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2"/>
            <p:cNvSpPr/>
            <p:nvPr/>
          </p:nvSpPr>
          <p:spPr>
            <a:xfrm>
              <a:off x="5980499" y="2569608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2"/>
            <p:cNvSpPr/>
            <p:nvPr/>
          </p:nvSpPr>
          <p:spPr>
            <a:xfrm>
              <a:off x="5822521" y="2569608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54"/>
                  </a:lnTo>
                  <a:cubicBezTo>
                    <a:pt x="7750" y="1107"/>
                    <a:pt x="7627" y="1230"/>
                    <a:pt x="7473" y="1230"/>
                  </a:cubicBezTo>
                  <a:lnTo>
                    <a:pt x="0" y="1230"/>
                  </a:lnTo>
                  <a:cubicBezTo>
                    <a:pt x="0" y="1220"/>
                    <a:pt x="0" y="1210"/>
                    <a:pt x="0" y="120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2"/>
            <p:cNvSpPr/>
            <p:nvPr/>
          </p:nvSpPr>
          <p:spPr>
            <a:xfrm>
              <a:off x="6670026" y="2569608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2"/>
            <p:cNvSpPr/>
            <p:nvPr/>
          </p:nvSpPr>
          <p:spPr>
            <a:xfrm>
              <a:off x="6518882" y="2569608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2"/>
            <p:cNvSpPr/>
            <p:nvPr/>
          </p:nvSpPr>
          <p:spPr>
            <a:xfrm>
              <a:off x="5980499" y="2569608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2"/>
            <p:cNvSpPr/>
            <p:nvPr/>
          </p:nvSpPr>
          <p:spPr>
            <a:xfrm>
              <a:off x="5822521" y="2371699"/>
              <a:ext cx="1074218" cy="198041"/>
            </a:xfrm>
            <a:custGeom>
              <a:rect b="b" l="l" r="r" t="t"/>
              <a:pathLst>
                <a:path extrusionOk="0" h="1478" w="8017">
                  <a:moveTo>
                    <a:pt x="260" y="1"/>
                  </a:moveTo>
                  <a:cubicBezTo>
                    <a:pt x="114" y="1"/>
                    <a:pt x="0" y="130"/>
                    <a:pt x="0" y="278"/>
                  </a:cubicBezTo>
                  <a:lnTo>
                    <a:pt x="0" y="1200"/>
                  </a:lnTo>
                  <a:cubicBezTo>
                    <a:pt x="0" y="1344"/>
                    <a:pt x="123" y="146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44"/>
                    <a:pt x="8017" y="1200"/>
                  </a:cubicBezTo>
                  <a:lnTo>
                    <a:pt x="8017" y="268"/>
                  </a:lnTo>
                  <a:cubicBezTo>
                    <a:pt x="8017" y="124"/>
                    <a:pt x="7894" y="1"/>
                    <a:pt x="7740" y="1"/>
                  </a:cubicBezTo>
                  <a:lnTo>
                    <a:pt x="277" y="1"/>
                  </a:lnTo>
                  <a:cubicBezTo>
                    <a:pt x="271" y="1"/>
                    <a:pt x="266" y="1"/>
                    <a:pt x="260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2"/>
            <p:cNvSpPr/>
            <p:nvPr/>
          </p:nvSpPr>
          <p:spPr>
            <a:xfrm>
              <a:off x="6670026" y="2371833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2"/>
            <p:cNvSpPr/>
            <p:nvPr/>
          </p:nvSpPr>
          <p:spPr>
            <a:xfrm>
              <a:off x="6518882" y="2371833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2"/>
            <p:cNvSpPr/>
            <p:nvPr/>
          </p:nvSpPr>
          <p:spPr>
            <a:xfrm>
              <a:off x="5980499" y="2371833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2"/>
            <p:cNvSpPr/>
            <p:nvPr/>
          </p:nvSpPr>
          <p:spPr>
            <a:xfrm>
              <a:off x="5822521" y="2371833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0"/>
                    <a:pt x="7750" y="10"/>
                    <a:pt x="7750" y="21"/>
                  </a:cubicBezTo>
                  <a:lnTo>
                    <a:pt x="7750" y="953"/>
                  </a:lnTo>
                  <a:cubicBezTo>
                    <a:pt x="7750" y="1107"/>
                    <a:pt x="7627" y="1230"/>
                    <a:pt x="7473" y="1230"/>
                  </a:cubicBezTo>
                  <a:lnTo>
                    <a:pt x="0" y="1230"/>
                  </a:lnTo>
                  <a:cubicBezTo>
                    <a:pt x="0" y="1220"/>
                    <a:pt x="0" y="1210"/>
                    <a:pt x="0" y="1199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2"/>
            <p:cNvSpPr/>
            <p:nvPr/>
          </p:nvSpPr>
          <p:spPr>
            <a:xfrm>
              <a:off x="6670026" y="2371833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2"/>
            <p:cNvSpPr/>
            <p:nvPr/>
          </p:nvSpPr>
          <p:spPr>
            <a:xfrm>
              <a:off x="6518882" y="2371833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2"/>
            <p:cNvSpPr/>
            <p:nvPr/>
          </p:nvSpPr>
          <p:spPr>
            <a:xfrm>
              <a:off x="5980499" y="2371833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2"/>
            <p:cNvSpPr/>
            <p:nvPr/>
          </p:nvSpPr>
          <p:spPr>
            <a:xfrm>
              <a:off x="5752443" y="2172584"/>
              <a:ext cx="1074218" cy="199381"/>
            </a:xfrm>
            <a:custGeom>
              <a:rect b="b" l="l" r="r" t="t"/>
              <a:pathLst>
                <a:path extrusionOk="0" h="1488" w="8017">
                  <a:moveTo>
                    <a:pt x="277" y="1"/>
                  </a:moveTo>
                  <a:cubicBezTo>
                    <a:pt x="123" y="1"/>
                    <a:pt x="0" y="124"/>
                    <a:pt x="0" y="277"/>
                  </a:cubicBezTo>
                  <a:lnTo>
                    <a:pt x="0" y="1210"/>
                  </a:lnTo>
                  <a:cubicBezTo>
                    <a:pt x="0" y="1354"/>
                    <a:pt x="123" y="147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54"/>
                    <a:pt x="8017" y="1210"/>
                  </a:cubicBezTo>
                  <a:lnTo>
                    <a:pt x="8017" y="277"/>
                  </a:lnTo>
                  <a:cubicBezTo>
                    <a:pt x="8017" y="124"/>
                    <a:pt x="7894" y="1"/>
                    <a:pt x="7740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2"/>
            <p:cNvSpPr/>
            <p:nvPr/>
          </p:nvSpPr>
          <p:spPr>
            <a:xfrm>
              <a:off x="6599948" y="2172584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1"/>
                  </a:moveTo>
                  <a:lnTo>
                    <a:pt x="0" y="1477"/>
                  </a:lnTo>
                  <a:lnTo>
                    <a:pt x="544" y="147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2"/>
            <p:cNvSpPr/>
            <p:nvPr/>
          </p:nvSpPr>
          <p:spPr>
            <a:xfrm>
              <a:off x="6448804" y="2172584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1"/>
                  </a:moveTo>
                  <a:lnTo>
                    <a:pt x="1" y="1477"/>
                  </a:lnTo>
                  <a:lnTo>
                    <a:pt x="554" y="147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2"/>
            <p:cNvSpPr/>
            <p:nvPr/>
          </p:nvSpPr>
          <p:spPr>
            <a:xfrm>
              <a:off x="5910420" y="2172584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1"/>
                  </a:moveTo>
                  <a:lnTo>
                    <a:pt x="0" y="1477"/>
                  </a:lnTo>
                  <a:lnTo>
                    <a:pt x="554" y="147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2"/>
            <p:cNvSpPr/>
            <p:nvPr/>
          </p:nvSpPr>
          <p:spPr>
            <a:xfrm>
              <a:off x="5752443" y="2172584"/>
              <a:ext cx="1038576" cy="166419"/>
            </a:xfrm>
            <a:custGeom>
              <a:rect b="b" l="l" r="r" t="t"/>
              <a:pathLst>
                <a:path extrusionOk="0" h="1242" w="7751">
                  <a:moveTo>
                    <a:pt x="277" y="1"/>
                  </a:moveTo>
                  <a:lnTo>
                    <a:pt x="7750" y="1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64"/>
                  </a:lnTo>
                  <a:cubicBezTo>
                    <a:pt x="7750" y="1108"/>
                    <a:pt x="7627" y="1231"/>
                    <a:pt x="7474" y="1241"/>
                  </a:cubicBezTo>
                  <a:lnTo>
                    <a:pt x="0" y="1241"/>
                  </a:lnTo>
                  <a:cubicBezTo>
                    <a:pt x="0" y="1231"/>
                    <a:pt x="0" y="1221"/>
                    <a:pt x="0" y="1210"/>
                  </a:cubicBezTo>
                  <a:lnTo>
                    <a:pt x="0" y="277"/>
                  </a:lnTo>
                  <a:cubicBezTo>
                    <a:pt x="0" y="124"/>
                    <a:pt x="123" y="1"/>
                    <a:pt x="277" y="1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2"/>
            <p:cNvSpPr/>
            <p:nvPr/>
          </p:nvSpPr>
          <p:spPr>
            <a:xfrm>
              <a:off x="6599948" y="2172584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1"/>
                  </a:moveTo>
                  <a:lnTo>
                    <a:pt x="0" y="1231"/>
                  </a:lnTo>
                  <a:lnTo>
                    <a:pt x="544" y="123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2"/>
            <p:cNvSpPr/>
            <p:nvPr/>
          </p:nvSpPr>
          <p:spPr>
            <a:xfrm>
              <a:off x="6448804" y="2172584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1"/>
                  </a:moveTo>
                  <a:lnTo>
                    <a:pt x="1" y="1231"/>
                  </a:lnTo>
                  <a:lnTo>
                    <a:pt x="554" y="123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2"/>
            <p:cNvSpPr/>
            <p:nvPr/>
          </p:nvSpPr>
          <p:spPr>
            <a:xfrm>
              <a:off x="5910420" y="2172584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1"/>
                  </a:moveTo>
                  <a:lnTo>
                    <a:pt x="0" y="1231"/>
                  </a:lnTo>
                  <a:lnTo>
                    <a:pt x="554" y="123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2"/>
            <p:cNvSpPr/>
            <p:nvPr/>
          </p:nvSpPr>
          <p:spPr>
            <a:xfrm>
              <a:off x="5822521" y="1974810"/>
              <a:ext cx="1074218" cy="197907"/>
            </a:xfrm>
            <a:custGeom>
              <a:rect b="b" l="l" r="r" t="t"/>
              <a:pathLst>
                <a:path extrusionOk="0" h="147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4"/>
                    <a:pt x="123" y="147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54"/>
                    <a:pt x="8017" y="120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2"/>
            <p:cNvSpPr/>
            <p:nvPr/>
          </p:nvSpPr>
          <p:spPr>
            <a:xfrm>
              <a:off x="6670026" y="1974810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2"/>
            <p:cNvSpPr/>
            <p:nvPr/>
          </p:nvSpPr>
          <p:spPr>
            <a:xfrm>
              <a:off x="6518882" y="1974810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2"/>
            <p:cNvSpPr/>
            <p:nvPr/>
          </p:nvSpPr>
          <p:spPr>
            <a:xfrm>
              <a:off x="5980499" y="1974810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7"/>
                  </a:lnTo>
                  <a:lnTo>
                    <a:pt x="554" y="147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2"/>
            <p:cNvSpPr/>
            <p:nvPr/>
          </p:nvSpPr>
          <p:spPr>
            <a:xfrm>
              <a:off x="5822521" y="1974810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54"/>
                  </a:lnTo>
                  <a:cubicBezTo>
                    <a:pt x="7750" y="1108"/>
                    <a:pt x="7627" y="1231"/>
                    <a:pt x="7473" y="1231"/>
                  </a:cubicBezTo>
                  <a:lnTo>
                    <a:pt x="0" y="1231"/>
                  </a:lnTo>
                  <a:cubicBezTo>
                    <a:pt x="0" y="1220"/>
                    <a:pt x="0" y="1210"/>
                    <a:pt x="0" y="120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2"/>
            <p:cNvSpPr/>
            <p:nvPr/>
          </p:nvSpPr>
          <p:spPr>
            <a:xfrm>
              <a:off x="6670026" y="1974810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2"/>
            <p:cNvSpPr/>
            <p:nvPr/>
          </p:nvSpPr>
          <p:spPr>
            <a:xfrm>
              <a:off x="6518882" y="1974810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2"/>
            <p:cNvSpPr/>
            <p:nvPr/>
          </p:nvSpPr>
          <p:spPr>
            <a:xfrm>
              <a:off x="5980499" y="1974810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1"/>
                  </a:lnTo>
                  <a:lnTo>
                    <a:pt x="554" y="123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2"/>
            <p:cNvSpPr/>
            <p:nvPr/>
          </p:nvSpPr>
          <p:spPr>
            <a:xfrm>
              <a:off x="7005142" y="4154752"/>
              <a:ext cx="1074352" cy="199247"/>
            </a:xfrm>
            <a:custGeom>
              <a:rect b="b" l="l" r="r" t="t"/>
              <a:pathLst>
                <a:path extrusionOk="0" h="1487" w="8018">
                  <a:moveTo>
                    <a:pt x="277" y="0"/>
                  </a:moveTo>
                  <a:cubicBezTo>
                    <a:pt x="124" y="0"/>
                    <a:pt x="1" y="123"/>
                    <a:pt x="1" y="277"/>
                  </a:cubicBezTo>
                  <a:lnTo>
                    <a:pt x="1" y="1210"/>
                  </a:lnTo>
                  <a:cubicBezTo>
                    <a:pt x="1" y="1364"/>
                    <a:pt x="124" y="148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6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2"/>
            <p:cNvSpPr/>
            <p:nvPr/>
          </p:nvSpPr>
          <p:spPr>
            <a:xfrm>
              <a:off x="7851307" y="4154752"/>
              <a:ext cx="74366" cy="199247"/>
            </a:xfrm>
            <a:custGeom>
              <a:rect b="b" l="l" r="r" t="t"/>
              <a:pathLst>
                <a:path extrusionOk="0" h="1487" w="555">
                  <a:moveTo>
                    <a:pt x="1" y="0"/>
                  </a:moveTo>
                  <a:lnTo>
                    <a:pt x="1" y="1487"/>
                  </a:lnTo>
                  <a:lnTo>
                    <a:pt x="554" y="148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2"/>
            <p:cNvSpPr/>
            <p:nvPr/>
          </p:nvSpPr>
          <p:spPr>
            <a:xfrm>
              <a:off x="7701637" y="4154752"/>
              <a:ext cx="72892" cy="199247"/>
            </a:xfrm>
            <a:custGeom>
              <a:rect b="b" l="l" r="r" t="t"/>
              <a:pathLst>
                <a:path extrusionOk="0" h="1487" w="544">
                  <a:moveTo>
                    <a:pt x="0" y="0"/>
                  </a:moveTo>
                  <a:lnTo>
                    <a:pt x="0" y="1487"/>
                  </a:lnTo>
                  <a:lnTo>
                    <a:pt x="543" y="1487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2"/>
            <p:cNvSpPr/>
            <p:nvPr/>
          </p:nvSpPr>
          <p:spPr>
            <a:xfrm>
              <a:off x="7163120" y="4154752"/>
              <a:ext cx="72892" cy="199247"/>
            </a:xfrm>
            <a:custGeom>
              <a:rect b="b" l="l" r="r" t="t"/>
              <a:pathLst>
                <a:path extrusionOk="0" h="1487" w="544">
                  <a:moveTo>
                    <a:pt x="1" y="0"/>
                  </a:moveTo>
                  <a:lnTo>
                    <a:pt x="1" y="1487"/>
                  </a:lnTo>
                  <a:lnTo>
                    <a:pt x="544" y="148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2"/>
            <p:cNvSpPr/>
            <p:nvPr/>
          </p:nvSpPr>
          <p:spPr>
            <a:xfrm>
              <a:off x="7005142" y="4154752"/>
              <a:ext cx="1038576" cy="166285"/>
            </a:xfrm>
            <a:custGeom>
              <a:rect b="b" l="l" r="r" t="t"/>
              <a:pathLst>
                <a:path extrusionOk="0" h="1241" w="7751">
                  <a:moveTo>
                    <a:pt x="277" y="0"/>
                  </a:moveTo>
                  <a:lnTo>
                    <a:pt x="7751" y="0"/>
                  </a:lnTo>
                  <a:cubicBezTo>
                    <a:pt x="7751" y="11"/>
                    <a:pt x="7751" y="21"/>
                    <a:pt x="7751" y="31"/>
                  </a:cubicBezTo>
                  <a:lnTo>
                    <a:pt x="7751" y="964"/>
                  </a:lnTo>
                  <a:cubicBezTo>
                    <a:pt x="7751" y="1108"/>
                    <a:pt x="7628" y="1231"/>
                    <a:pt x="7474" y="1241"/>
                  </a:cubicBezTo>
                  <a:lnTo>
                    <a:pt x="11" y="1241"/>
                  </a:lnTo>
                  <a:cubicBezTo>
                    <a:pt x="1" y="1231"/>
                    <a:pt x="1" y="1220"/>
                    <a:pt x="11" y="1210"/>
                  </a:cubicBezTo>
                  <a:lnTo>
                    <a:pt x="11" y="277"/>
                  </a:lnTo>
                  <a:cubicBezTo>
                    <a:pt x="11" y="134"/>
                    <a:pt x="124" y="11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2"/>
            <p:cNvSpPr/>
            <p:nvPr/>
          </p:nvSpPr>
          <p:spPr>
            <a:xfrm>
              <a:off x="7851307" y="4154752"/>
              <a:ext cx="74366" cy="166285"/>
            </a:xfrm>
            <a:custGeom>
              <a:rect b="b" l="l" r="r" t="t"/>
              <a:pathLst>
                <a:path extrusionOk="0" h="1241" w="555">
                  <a:moveTo>
                    <a:pt x="1" y="0"/>
                  </a:moveTo>
                  <a:lnTo>
                    <a:pt x="1" y="1241"/>
                  </a:lnTo>
                  <a:lnTo>
                    <a:pt x="554" y="124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2"/>
            <p:cNvSpPr/>
            <p:nvPr/>
          </p:nvSpPr>
          <p:spPr>
            <a:xfrm>
              <a:off x="7701637" y="4154752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0" y="0"/>
                  </a:moveTo>
                  <a:lnTo>
                    <a:pt x="0" y="1241"/>
                  </a:lnTo>
                  <a:lnTo>
                    <a:pt x="543" y="1241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2"/>
            <p:cNvSpPr/>
            <p:nvPr/>
          </p:nvSpPr>
          <p:spPr>
            <a:xfrm>
              <a:off x="7163120" y="4154752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1" y="0"/>
                  </a:moveTo>
                  <a:lnTo>
                    <a:pt x="1" y="1241"/>
                  </a:lnTo>
                  <a:lnTo>
                    <a:pt x="544" y="124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2"/>
            <p:cNvSpPr/>
            <p:nvPr/>
          </p:nvSpPr>
          <p:spPr>
            <a:xfrm>
              <a:off x="7060079" y="3956978"/>
              <a:ext cx="1075692" cy="197907"/>
            </a:xfrm>
            <a:custGeom>
              <a:rect b="b" l="l" r="r" t="t"/>
              <a:pathLst>
                <a:path extrusionOk="0" h="1477" w="8028">
                  <a:moveTo>
                    <a:pt x="277" y="0"/>
                  </a:moveTo>
                  <a:cubicBezTo>
                    <a:pt x="134" y="0"/>
                    <a:pt x="1" y="123"/>
                    <a:pt x="1" y="277"/>
                  </a:cubicBezTo>
                  <a:lnTo>
                    <a:pt x="1" y="1200"/>
                  </a:lnTo>
                  <a:cubicBezTo>
                    <a:pt x="1" y="1353"/>
                    <a:pt x="124" y="1476"/>
                    <a:pt x="277" y="1476"/>
                  </a:cubicBezTo>
                  <a:lnTo>
                    <a:pt x="7751" y="1476"/>
                  </a:lnTo>
                  <a:cubicBezTo>
                    <a:pt x="7905" y="1476"/>
                    <a:pt x="8028" y="1353"/>
                    <a:pt x="8028" y="1200"/>
                  </a:cubicBezTo>
                  <a:lnTo>
                    <a:pt x="8028" y="277"/>
                  </a:lnTo>
                  <a:cubicBezTo>
                    <a:pt x="8028" y="123"/>
                    <a:pt x="7905" y="0"/>
                    <a:pt x="7751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2"/>
            <p:cNvSpPr/>
            <p:nvPr/>
          </p:nvSpPr>
          <p:spPr>
            <a:xfrm>
              <a:off x="7907584" y="3956978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2"/>
            <p:cNvSpPr/>
            <p:nvPr/>
          </p:nvSpPr>
          <p:spPr>
            <a:xfrm>
              <a:off x="7756574" y="3956978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2"/>
            <p:cNvSpPr/>
            <p:nvPr/>
          </p:nvSpPr>
          <p:spPr>
            <a:xfrm>
              <a:off x="7218057" y="3956978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2"/>
            <p:cNvSpPr/>
            <p:nvPr/>
          </p:nvSpPr>
          <p:spPr>
            <a:xfrm>
              <a:off x="7060079" y="3956978"/>
              <a:ext cx="1040050" cy="164945"/>
            </a:xfrm>
            <a:custGeom>
              <a:rect b="b" l="l" r="r" t="t"/>
              <a:pathLst>
                <a:path extrusionOk="0" h="1231" w="7762">
                  <a:moveTo>
                    <a:pt x="277" y="0"/>
                  </a:moveTo>
                  <a:lnTo>
                    <a:pt x="7761" y="0"/>
                  </a:lnTo>
                  <a:cubicBezTo>
                    <a:pt x="7761" y="10"/>
                    <a:pt x="7761" y="21"/>
                    <a:pt x="7761" y="31"/>
                  </a:cubicBezTo>
                  <a:lnTo>
                    <a:pt x="7761" y="954"/>
                  </a:lnTo>
                  <a:cubicBezTo>
                    <a:pt x="7761" y="1107"/>
                    <a:pt x="7638" y="1230"/>
                    <a:pt x="7484" y="1230"/>
                  </a:cubicBezTo>
                  <a:lnTo>
                    <a:pt x="1" y="1230"/>
                  </a:lnTo>
                  <a:lnTo>
                    <a:pt x="1" y="1200"/>
                  </a:lnTo>
                  <a:lnTo>
                    <a:pt x="1" y="277"/>
                  </a:lnTo>
                  <a:cubicBezTo>
                    <a:pt x="1" y="123"/>
                    <a:pt x="134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2"/>
            <p:cNvSpPr/>
            <p:nvPr/>
          </p:nvSpPr>
          <p:spPr>
            <a:xfrm>
              <a:off x="7907584" y="3956978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2"/>
            <p:cNvSpPr/>
            <p:nvPr/>
          </p:nvSpPr>
          <p:spPr>
            <a:xfrm>
              <a:off x="7756574" y="3956978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2"/>
            <p:cNvSpPr/>
            <p:nvPr/>
          </p:nvSpPr>
          <p:spPr>
            <a:xfrm>
              <a:off x="7218057" y="3956978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2"/>
            <p:cNvSpPr/>
            <p:nvPr/>
          </p:nvSpPr>
          <p:spPr>
            <a:xfrm>
              <a:off x="6977674" y="3759203"/>
              <a:ext cx="1074352" cy="197907"/>
            </a:xfrm>
            <a:custGeom>
              <a:rect b="b" l="l" r="r" t="t"/>
              <a:pathLst>
                <a:path extrusionOk="0" h="1477" w="8018">
                  <a:moveTo>
                    <a:pt x="277" y="0"/>
                  </a:moveTo>
                  <a:cubicBezTo>
                    <a:pt x="124" y="0"/>
                    <a:pt x="1" y="123"/>
                    <a:pt x="1" y="277"/>
                  </a:cubicBezTo>
                  <a:lnTo>
                    <a:pt x="1" y="1199"/>
                  </a:lnTo>
                  <a:cubicBezTo>
                    <a:pt x="1" y="1353"/>
                    <a:pt x="124" y="1476"/>
                    <a:pt x="277" y="1476"/>
                  </a:cubicBezTo>
                  <a:lnTo>
                    <a:pt x="7740" y="1476"/>
                  </a:lnTo>
                  <a:cubicBezTo>
                    <a:pt x="7894" y="1476"/>
                    <a:pt x="8017" y="1353"/>
                    <a:pt x="8017" y="1199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2"/>
            <p:cNvSpPr/>
            <p:nvPr/>
          </p:nvSpPr>
          <p:spPr>
            <a:xfrm>
              <a:off x="7823838" y="3759203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2"/>
            <p:cNvSpPr/>
            <p:nvPr/>
          </p:nvSpPr>
          <p:spPr>
            <a:xfrm>
              <a:off x="7672694" y="3759203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2"/>
            <p:cNvSpPr/>
            <p:nvPr/>
          </p:nvSpPr>
          <p:spPr>
            <a:xfrm>
              <a:off x="7134311" y="3759203"/>
              <a:ext cx="74232" cy="197907"/>
            </a:xfrm>
            <a:custGeom>
              <a:rect b="b" l="l" r="r" t="t"/>
              <a:pathLst>
                <a:path extrusionOk="0" h="1477" w="554">
                  <a:moveTo>
                    <a:pt x="0" y="0"/>
                  </a:moveTo>
                  <a:lnTo>
                    <a:pt x="0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2"/>
            <p:cNvSpPr/>
            <p:nvPr/>
          </p:nvSpPr>
          <p:spPr>
            <a:xfrm>
              <a:off x="6976334" y="3759203"/>
              <a:ext cx="1039916" cy="164945"/>
            </a:xfrm>
            <a:custGeom>
              <a:rect b="b" l="l" r="r" t="t"/>
              <a:pathLst>
                <a:path extrusionOk="0" h="1231" w="7761">
                  <a:moveTo>
                    <a:pt x="287" y="0"/>
                  </a:moveTo>
                  <a:lnTo>
                    <a:pt x="7761" y="0"/>
                  </a:lnTo>
                  <a:cubicBezTo>
                    <a:pt x="7761" y="10"/>
                    <a:pt x="7761" y="21"/>
                    <a:pt x="7761" y="31"/>
                  </a:cubicBezTo>
                  <a:lnTo>
                    <a:pt x="7761" y="953"/>
                  </a:lnTo>
                  <a:cubicBezTo>
                    <a:pt x="7761" y="1107"/>
                    <a:pt x="7638" y="1230"/>
                    <a:pt x="7484" y="1230"/>
                  </a:cubicBezTo>
                  <a:lnTo>
                    <a:pt x="11" y="1230"/>
                  </a:lnTo>
                  <a:cubicBezTo>
                    <a:pt x="0" y="1220"/>
                    <a:pt x="0" y="1210"/>
                    <a:pt x="11" y="1199"/>
                  </a:cubicBezTo>
                  <a:lnTo>
                    <a:pt x="11" y="277"/>
                  </a:lnTo>
                  <a:cubicBezTo>
                    <a:pt x="11" y="123"/>
                    <a:pt x="134" y="0"/>
                    <a:pt x="28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2"/>
            <p:cNvSpPr/>
            <p:nvPr/>
          </p:nvSpPr>
          <p:spPr>
            <a:xfrm>
              <a:off x="7823838" y="3759203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2"/>
            <p:cNvSpPr/>
            <p:nvPr/>
          </p:nvSpPr>
          <p:spPr>
            <a:xfrm>
              <a:off x="7672694" y="3759203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2"/>
            <p:cNvSpPr/>
            <p:nvPr/>
          </p:nvSpPr>
          <p:spPr>
            <a:xfrm>
              <a:off x="7134311" y="3759203"/>
              <a:ext cx="74232" cy="164945"/>
            </a:xfrm>
            <a:custGeom>
              <a:rect b="b" l="l" r="r" t="t"/>
              <a:pathLst>
                <a:path extrusionOk="0" h="1231" w="554">
                  <a:moveTo>
                    <a:pt x="0" y="0"/>
                  </a:moveTo>
                  <a:lnTo>
                    <a:pt x="0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2"/>
            <p:cNvSpPr/>
            <p:nvPr/>
          </p:nvSpPr>
          <p:spPr>
            <a:xfrm>
              <a:off x="7005142" y="3559955"/>
              <a:ext cx="1074352" cy="199381"/>
            </a:xfrm>
            <a:custGeom>
              <a:rect b="b" l="l" r="r" t="t"/>
              <a:pathLst>
                <a:path extrusionOk="0" h="1488" w="8018">
                  <a:moveTo>
                    <a:pt x="277" y="1"/>
                  </a:moveTo>
                  <a:cubicBezTo>
                    <a:pt x="124" y="1"/>
                    <a:pt x="1" y="124"/>
                    <a:pt x="1" y="277"/>
                  </a:cubicBezTo>
                  <a:lnTo>
                    <a:pt x="1" y="1210"/>
                  </a:lnTo>
                  <a:cubicBezTo>
                    <a:pt x="1" y="1364"/>
                    <a:pt x="124" y="148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64"/>
                    <a:pt x="8017" y="1210"/>
                  </a:cubicBezTo>
                  <a:lnTo>
                    <a:pt x="8017" y="277"/>
                  </a:lnTo>
                  <a:cubicBezTo>
                    <a:pt x="8017" y="124"/>
                    <a:pt x="7894" y="1"/>
                    <a:pt x="7740" y="1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2"/>
            <p:cNvSpPr/>
            <p:nvPr/>
          </p:nvSpPr>
          <p:spPr>
            <a:xfrm>
              <a:off x="7851307" y="3559955"/>
              <a:ext cx="74366" cy="199381"/>
            </a:xfrm>
            <a:custGeom>
              <a:rect b="b" l="l" r="r" t="t"/>
              <a:pathLst>
                <a:path extrusionOk="0" h="1488" w="555">
                  <a:moveTo>
                    <a:pt x="1" y="1"/>
                  </a:moveTo>
                  <a:lnTo>
                    <a:pt x="1" y="1487"/>
                  </a:lnTo>
                  <a:lnTo>
                    <a:pt x="554" y="148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2"/>
            <p:cNvSpPr/>
            <p:nvPr/>
          </p:nvSpPr>
          <p:spPr>
            <a:xfrm>
              <a:off x="7701637" y="3559955"/>
              <a:ext cx="72892" cy="199381"/>
            </a:xfrm>
            <a:custGeom>
              <a:rect b="b" l="l" r="r" t="t"/>
              <a:pathLst>
                <a:path extrusionOk="0" h="1488" w="544">
                  <a:moveTo>
                    <a:pt x="0" y="1"/>
                  </a:moveTo>
                  <a:lnTo>
                    <a:pt x="0" y="1487"/>
                  </a:lnTo>
                  <a:lnTo>
                    <a:pt x="543" y="1487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2"/>
            <p:cNvSpPr/>
            <p:nvPr/>
          </p:nvSpPr>
          <p:spPr>
            <a:xfrm>
              <a:off x="7163120" y="3559955"/>
              <a:ext cx="72892" cy="199381"/>
            </a:xfrm>
            <a:custGeom>
              <a:rect b="b" l="l" r="r" t="t"/>
              <a:pathLst>
                <a:path extrusionOk="0" h="1488" w="544">
                  <a:moveTo>
                    <a:pt x="1" y="1"/>
                  </a:moveTo>
                  <a:lnTo>
                    <a:pt x="1" y="1487"/>
                  </a:lnTo>
                  <a:lnTo>
                    <a:pt x="544" y="148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2"/>
            <p:cNvSpPr/>
            <p:nvPr/>
          </p:nvSpPr>
          <p:spPr>
            <a:xfrm>
              <a:off x="7005142" y="3559955"/>
              <a:ext cx="1038576" cy="166285"/>
            </a:xfrm>
            <a:custGeom>
              <a:rect b="b" l="l" r="r" t="t"/>
              <a:pathLst>
                <a:path extrusionOk="0" h="1241" w="7751">
                  <a:moveTo>
                    <a:pt x="277" y="1"/>
                  </a:moveTo>
                  <a:lnTo>
                    <a:pt x="7751" y="1"/>
                  </a:lnTo>
                  <a:cubicBezTo>
                    <a:pt x="7751" y="11"/>
                    <a:pt x="7751" y="21"/>
                    <a:pt x="7751" y="31"/>
                  </a:cubicBezTo>
                  <a:lnTo>
                    <a:pt x="7751" y="964"/>
                  </a:lnTo>
                  <a:cubicBezTo>
                    <a:pt x="7751" y="1118"/>
                    <a:pt x="7628" y="1241"/>
                    <a:pt x="7474" y="1241"/>
                  </a:cubicBezTo>
                  <a:lnTo>
                    <a:pt x="11" y="1241"/>
                  </a:lnTo>
                  <a:cubicBezTo>
                    <a:pt x="1" y="1231"/>
                    <a:pt x="1" y="1220"/>
                    <a:pt x="11" y="1210"/>
                  </a:cubicBezTo>
                  <a:lnTo>
                    <a:pt x="11" y="277"/>
                  </a:lnTo>
                  <a:cubicBezTo>
                    <a:pt x="1" y="134"/>
                    <a:pt x="124" y="11"/>
                    <a:pt x="277" y="1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2"/>
            <p:cNvSpPr/>
            <p:nvPr/>
          </p:nvSpPr>
          <p:spPr>
            <a:xfrm>
              <a:off x="7851307" y="3559955"/>
              <a:ext cx="74366" cy="166285"/>
            </a:xfrm>
            <a:custGeom>
              <a:rect b="b" l="l" r="r" t="t"/>
              <a:pathLst>
                <a:path extrusionOk="0" h="1241" w="555">
                  <a:moveTo>
                    <a:pt x="1" y="1"/>
                  </a:moveTo>
                  <a:lnTo>
                    <a:pt x="1" y="1241"/>
                  </a:lnTo>
                  <a:lnTo>
                    <a:pt x="554" y="124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2"/>
            <p:cNvSpPr/>
            <p:nvPr/>
          </p:nvSpPr>
          <p:spPr>
            <a:xfrm>
              <a:off x="7701637" y="3559955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0" y="1"/>
                  </a:moveTo>
                  <a:lnTo>
                    <a:pt x="0" y="1241"/>
                  </a:lnTo>
                  <a:lnTo>
                    <a:pt x="543" y="1241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2"/>
            <p:cNvSpPr/>
            <p:nvPr/>
          </p:nvSpPr>
          <p:spPr>
            <a:xfrm>
              <a:off x="7163120" y="3559955"/>
              <a:ext cx="72892" cy="166285"/>
            </a:xfrm>
            <a:custGeom>
              <a:rect b="b" l="l" r="r" t="t"/>
              <a:pathLst>
                <a:path extrusionOk="0" h="1241" w="544">
                  <a:moveTo>
                    <a:pt x="1" y="1"/>
                  </a:moveTo>
                  <a:lnTo>
                    <a:pt x="1" y="1241"/>
                  </a:lnTo>
                  <a:lnTo>
                    <a:pt x="544" y="124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2"/>
            <p:cNvSpPr/>
            <p:nvPr/>
          </p:nvSpPr>
          <p:spPr>
            <a:xfrm>
              <a:off x="6898082" y="3362180"/>
              <a:ext cx="1074218" cy="197907"/>
            </a:xfrm>
            <a:custGeom>
              <a:rect b="b" l="l" r="r" t="t"/>
              <a:pathLst>
                <a:path extrusionOk="0" h="147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4"/>
                    <a:pt x="123" y="147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5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2"/>
            <p:cNvSpPr/>
            <p:nvPr/>
          </p:nvSpPr>
          <p:spPr>
            <a:xfrm>
              <a:off x="7744113" y="3362180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7"/>
                  </a:lnTo>
                  <a:lnTo>
                    <a:pt x="555" y="1477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2"/>
            <p:cNvSpPr/>
            <p:nvPr/>
          </p:nvSpPr>
          <p:spPr>
            <a:xfrm>
              <a:off x="7594443" y="3362180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2"/>
            <p:cNvSpPr/>
            <p:nvPr/>
          </p:nvSpPr>
          <p:spPr>
            <a:xfrm>
              <a:off x="7055925" y="3362180"/>
              <a:ext cx="73026" cy="197907"/>
            </a:xfrm>
            <a:custGeom>
              <a:rect b="b" l="l" r="r" t="t"/>
              <a:pathLst>
                <a:path extrusionOk="0" h="1477" w="545">
                  <a:moveTo>
                    <a:pt x="1" y="0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2"/>
            <p:cNvSpPr/>
            <p:nvPr/>
          </p:nvSpPr>
          <p:spPr>
            <a:xfrm>
              <a:off x="6898082" y="3362180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0" y="0"/>
                  </a:lnTo>
                  <a:cubicBezTo>
                    <a:pt x="7750" y="11"/>
                    <a:pt x="7750" y="21"/>
                    <a:pt x="7750" y="31"/>
                  </a:cubicBezTo>
                  <a:lnTo>
                    <a:pt x="7750" y="954"/>
                  </a:lnTo>
                  <a:cubicBezTo>
                    <a:pt x="7750" y="1108"/>
                    <a:pt x="7627" y="1231"/>
                    <a:pt x="7473" y="1231"/>
                  </a:cubicBezTo>
                  <a:lnTo>
                    <a:pt x="0" y="1231"/>
                  </a:lnTo>
                  <a:cubicBezTo>
                    <a:pt x="0" y="1220"/>
                    <a:pt x="0" y="1210"/>
                    <a:pt x="0" y="121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2"/>
            <p:cNvSpPr/>
            <p:nvPr/>
          </p:nvSpPr>
          <p:spPr>
            <a:xfrm>
              <a:off x="7744113" y="3362180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1"/>
                  </a:lnTo>
                  <a:lnTo>
                    <a:pt x="555" y="123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2"/>
            <p:cNvSpPr/>
            <p:nvPr/>
          </p:nvSpPr>
          <p:spPr>
            <a:xfrm>
              <a:off x="7594443" y="3362180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2"/>
            <p:cNvSpPr/>
            <p:nvPr/>
          </p:nvSpPr>
          <p:spPr>
            <a:xfrm>
              <a:off x="7055925" y="3362180"/>
              <a:ext cx="73026" cy="164945"/>
            </a:xfrm>
            <a:custGeom>
              <a:rect b="b" l="l" r="r" t="t"/>
              <a:pathLst>
                <a:path extrusionOk="0" h="1231" w="545">
                  <a:moveTo>
                    <a:pt x="1" y="0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2"/>
            <p:cNvSpPr/>
            <p:nvPr/>
          </p:nvSpPr>
          <p:spPr>
            <a:xfrm>
              <a:off x="7003802" y="3164405"/>
              <a:ext cx="1075692" cy="197907"/>
            </a:xfrm>
            <a:custGeom>
              <a:rect b="b" l="l" r="r" t="t"/>
              <a:pathLst>
                <a:path extrusionOk="0" h="1477" w="8028">
                  <a:moveTo>
                    <a:pt x="287" y="0"/>
                  </a:moveTo>
                  <a:cubicBezTo>
                    <a:pt x="134" y="0"/>
                    <a:pt x="0" y="123"/>
                    <a:pt x="11" y="277"/>
                  </a:cubicBezTo>
                  <a:lnTo>
                    <a:pt x="11" y="1200"/>
                  </a:lnTo>
                  <a:cubicBezTo>
                    <a:pt x="11" y="1353"/>
                    <a:pt x="134" y="1476"/>
                    <a:pt x="287" y="1476"/>
                  </a:cubicBezTo>
                  <a:lnTo>
                    <a:pt x="7750" y="1476"/>
                  </a:lnTo>
                  <a:cubicBezTo>
                    <a:pt x="7904" y="1476"/>
                    <a:pt x="8027" y="1353"/>
                    <a:pt x="8027" y="1200"/>
                  </a:cubicBezTo>
                  <a:lnTo>
                    <a:pt x="8027" y="277"/>
                  </a:lnTo>
                  <a:cubicBezTo>
                    <a:pt x="8027" y="123"/>
                    <a:pt x="7904" y="0"/>
                    <a:pt x="775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2"/>
            <p:cNvSpPr/>
            <p:nvPr/>
          </p:nvSpPr>
          <p:spPr>
            <a:xfrm>
              <a:off x="7851307" y="3164405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2"/>
            <p:cNvSpPr/>
            <p:nvPr/>
          </p:nvSpPr>
          <p:spPr>
            <a:xfrm>
              <a:off x="7701637" y="3164405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3" y="1476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2"/>
            <p:cNvSpPr/>
            <p:nvPr/>
          </p:nvSpPr>
          <p:spPr>
            <a:xfrm>
              <a:off x="7163120" y="3164405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2"/>
            <p:cNvSpPr/>
            <p:nvPr/>
          </p:nvSpPr>
          <p:spPr>
            <a:xfrm>
              <a:off x="7005142" y="3164405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1" y="0"/>
                  </a:lnTo>
                  <a:cubicBezTo>
                    <a:pt x="7751" y="10"/>
                    <a:pt x="7751" y="21"/>
                    <a:pt x="7751" y="31"/>
                  </a:cubicBezTo>
                  <a:lnTo>
                    <a:pt x="7751" y="954"/>
                  </a:lnTo>
                  <a:cubicBezTo>
                    <a:pt x="7751" y="1107"/>
                    <a:pt x="7628" y="1230"/>
                    <a:pt x="7474" y="1230"/>
                  </a:cubicBezTo>
                  <a:lnTo>
                    <a:pt x="11" y="1230"/>
                  </a:lnTo>
                  <a:cubicBezTo>
                    <a:pt x="1" y="1220"/>
                    <a:pt x="1" y="1210"/>
                    <a:pt x="11" y="1200"/>
                  </a:cubicBezTo>
                  <a:lnTo>
                    <a:pt x="11" y="277"/>
                  </a:lnTo>
                  <a:cubicBezTo>
                    <a:pt x="1" y="123"/>
                    <a:pt x="124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2"/>
            <p:cNvSpPr/>
            <p:nvPr/>
          </p:nvSpPr>
          <p:spPr>
            <a:xfrm>
              <a:off x="7851307" y="3164405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2"/>
            <p:cNvSpPr/>
            <p:nvPr/>
          </p:nvSpPr>
          <p:spPr>
            <a:xfrm>
              <a:off x="7701637" y="3164405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3" y="1230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2"/>
            <p:cNvSpPr/>
            <p:nvPr/>
          </p:nvSpPr>
          <p:spPr>
            <a:xfrm>
              <a:off x="7163120" y="3164405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2"/>
            <p:cNvSpPr/>
            <p:nvPr/>
          </p:nvSpPr>
          <p:spPr>
            <a:xfrm>
              <a:off x="7005142" y="2966497"/>
              <a:ext cx="1074352" cy="198041"/>
            </a:xfrm>
            <a:custGeom>
              <a:rect b="b" l="l" r="r" t="t"/>
              <a:pathLst>
                <a:path extrusionOk="0" h="1478" w="8018">
                  <a:moveTo>
                    <a:pt x="260" y="0"/>
                  </a:moveTo>
                  <a:cubicBezTo>
                    <a:pt x="114" y="0"/>
                    <a:pt x="1" y="120"/>
                    <a:pt x="1" y="267"/>
                  </a:cubicBezTo>
                  <a:lnTo>
                    <a:pt x="1" y="1200"/>
                  </a:lnTo>
                  <a:cubicBezTo>
                    <a:pt x="1" y="1354"/>
                    <a:pt x="124" y="1477"/>
                    <a:pt x="277" y="1477"/>
                  </a:cubicBezTo>
                  <a:lnTo>
                    <a:pt x="7740" y="1477"/>
                  </a:lnTo>
                  <a:cubicBezTo>
                    <a:pt x="7894" y="1477"/>
                    <a:pt x="8017" y="1354"/>
                    <a:pt x="8017" y="1200"/>
                  </a:cubicBezTo>
                  <a:lnTo>
                    <a:pt x="8017" y="267"/>
                  </a:lnTo>
                  <a:cubicBezTo>
                    <a:pt x="8017" y="124"/>
                    <a:pt x="7894" y="1"/>
                    <a:pt x="7740" y="1"/>
                  </a:cubicBezTo>
                  <a:lnTo>
                    <a:pt x="277" y="1"/>
                  </a:lnTo>
                  <a:cubicBezTo>
                    <a:pt x="271" y="1"/>
                    <a:pt x="265" y="0"/>
                    <a:pt x="26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2"/>
            <p:cNvSpPr/>
            <p:nvPr/>
          </p:nvSpPr>
          <p:spPr>
            <a:xfrm>
              <a:off x="7851307" y="2966497"/>
              <a:ext cx="74366" cy="198041"/>
            </a:xfrm>
            <a:custGeom>
              <a:rect b="b" l="l" r="r" t="t"/>
              <a:pathLst>
                <a:path extrusionOk="0" h="1478" w="555">
                  <a:moveTo>
                    <a:pt x="1" y="1"/>
                  </a:moveTo>
                  <a:lnTo>
                    <a:pt x="1" y="1477"/>
                  </a:lnTo>
                  <a:lnTo>
                    <a:pt x="554" y="1477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2"/>
            <p:cNvSpPr/>
            <p:nvPr/>
          </p:nvSpPr>
          <p:spPr>
            <a:xfrm>
              <a:off x="7701637" y="2966497"/>
              <a:ext cx="72892" cy="198041"/>
            </a:xfrm>
            <a:custGeom>
              <a:rect b="b" l="l" r="r" t="t"/>
              <a:pathLst>
                <a:path extrusionOk="0" h="1478" w="544">
                  <a:moveTo>
                    <a:pt x="0" y="1"/>
                  </a:moveTo>
                  <a:lnTo>
                    <a:pt x="0" y="1477"/>
                  </a:lnTo>
                  <a:lnTo>
                    <a:pt x="543" y="1477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2"/>
            <p:cNvSpPr/>
            <p:nvPr/>
          </p:nvSpPr>
          <p:spPr>
            <a:xfrm>
              <a:off x="7163120" y="2966497"/>
              <a:ext cx="72892" cy="198041"/>
            </a:xfrm>
            <a:custGeom>
              <a:rect b="b" l="l" r="r" t="t"/>
              <a:pathLst>
                <a:path extrusionOk="0" h="1478" w="544">
                  <a:moveTo>
                    <a:pt x="1" y="1"/>
                  </a:moveTo>
                  <a:lnTo>
                    <a:pt x="1" y="1477"/>
                  </a:lnTo>
                  <a:lnTo>
                    <a:pt x="544" y="1477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2"/>
            <p:cNvSpPr/>
            <p:nvPr/>
          </p:nvSpPr>
          <p:spPr>
            <a:xfrm>
              <a:off x="7005142" y="2966497"/>
              <a:ext cx="1038576" cy="165079"/>
            </a:xfrm>
            <a:custGeom>
              <a:rect b="b" l="l" r="r" t="t"/>
              <a:pathLst>
                <a:path extrusionOk="0" h="1232" w="7751">
                  <a:moveTo>
                    <a:pt x="277" y="1"/>
                  </a:moveTo>
                  <a:lnTo>
                    <a:pt x="7751" y="1"/>
                  </a:lnTo>
                  <a:cubicBezTo>
                    <a:pt x="7751" y="1"/>
                    <a:pt x="7751" y="11"/>
                    <a:pt x="7751" y="21"/>
                  </a:cubicBezTo>
                  <a:lnTo>
                    <a:pt x="7751" y="954"/>
                  </a:lnTo>
                  <a:cubicBezTo>
                    <a:pt x="7751" y="1108"/>
                    <a:pt x="7628" y="1231"/>
                    <a:pt x="7474" y="1231"/>
                  </a:cubicBezTo>
                  <a:lnTo>
                    <a:pt x="11" y="1231"/>
                  </a:lnTo>
                  <a:cubicBezTo>
                    <a:pt x="1" y="1221"/>
                    <a:pt x="1" y="1211"/>
                    <a:pt x="11" y="1200"/>
                  </a:cubicBezTo>
                  <a:lnTo>
                    <a:pt x="11" y="267"/>
                  </a:lnTo>
                  <a:cubicBezTo>
                    <a:pt x="11" y="124"/>
                    <a:pt x="124" y="1"/>
                    <a:pt x="277" y="1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2"/>
            <p:cNvSpPr/>
            <p:nvPr/>
          </p:nvSpPr>
          <p:spPr>
            <a:xfrm>
              <a:off x="7851307" y="2966497"/>
              <a:ext cx="74366" cy="165079"/>
            </a:xfrm>
            <a:custGeom>
              <a:rect b="b" l="l" r="r" t="t"/>
              <a:pathLst>
                <a:path extrusionOk="0" h="1232" w="555">
                  <a:moveTo>
                    <a:pt x="1" y="1"/>
                  </a:moveTo>
                  <a:lnTo>
                    <a:pt x="1" y="1231"/>
                  </a:lnTo>
                  <a:lnTo>
                    <a:pt x="554" y="1231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2"/>
            <p:cNvSpPr/>
            <p:nvPr/>
          </p:nvSpPr>
          <p:spPr>
            <a:xfrm>
              <a:off x="7701637" y="2966497"/>
              <a:ext cx="72892" cy="165079"/>
            </a:xfrm>
            <a:custGeom>
              <a:rect b="b" l="l" r="r" t="t"/>
              <a:pathLst>
                <a:path extrusionOk="0" h="1232" w="544">
                  <a:moveTo>
                    <a:pt x="0" y="1"/>
                  </a:moveTo>
                  <a:lnTo>
                    <a:pt x="0" y="1231"/>
                  </a:lnTo>
                  <a:lnTo>
                    <a:pt x="543" y="1231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2"/>
            <p:cNvSpPr/>
            <p:nvPr/>
          </p:nvSpPr>
          <p:spPr>
            <a:xfrm>
              <a:off x="7163120" y="2966497"/>
              <a:ext cx="72892" cy="165079"/>
            </a:xfrm>
            <a:custGeom>
              <a:rect b="b" l="l" r="r" t="t"/>
              <a:pathLst>
                <a:path extrusionOk="0" h="1232" w="544">
                  <a:moveTo>
                    <a:pt x="1" y="1"/>
                  </a:moveTo>
                  <a:lnTo>
                    <a:pt x="1" y="1231"/>
                  </a:lnTo>
                  <a:lnTo>
                    <a:pt x="544" y="1231"/>
                  </a:lnTo>
                  <a:lnTo>
                    <a:pt x="544" y="1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2"/>
            <p:cNvSpPr/>
            <p:nvPr/>
          </p:nvSpPr>
          <p:spPr>
            <a:xfrm>
              <a:off x="6751092" y="1156109"/>
              <a:ext cx="1122321" cy="1103160"/>
            </a:xfrm>
            <a:custGeom>
              <a:rect b="b" l="l" r="r" t="t"/>
              <a:pathLst>
                <a:path extrusionOk="0" h="8233" w="8376">
                  <a:moveTo>
                    <a:pt x="3783" y="913"/>
                  </a:moveTo>
                  <a:cubicBezTo>
                    <a:pt x="3762" y="1251"/>
                    <a:pt x="3496" y="2030"/>
                    <a:pt x="3434" y="2307"/>
                  </a:cubicBezTo>
                  <a:cubicBezTo>
                    <a:pt x="3291" y="2912"/>
                    <a:pt x="3076" y="3414"/>
                    <a:pt x="2594" y="3835"/>
                  </a:cubicBezTo>
                  <a:cubicBezTo>
                    <a:pt x="1907" y="4460"/>
                    <a:pt x="0" y="5311"/>
                    <a:pt x="1548" y="6777"/>
                  </a:cubicBezTo>
                  <a:cubicBezTo>
                    <a:pt x="3106" y="8232"/>
                    <a:pt x="7350" y="7771"/>
                    <a:pt x="7863" y="6520"/>
                  </a:cubicBezTo>
                  <a:cubicBezTo>
                    <a:pt x="8376" y="5270"/>
                    <a:pt x="6582" y="4716"/>
                    <a:pt x="6828" y="3619"/>
                  </a:cubicBezTo>
                  <a:cubicBezTo>
                    <a:pt x="7074" y="2533"/>
                    <a:pt x="7135" y="2317"/>
                    <a:pt x="7033" y="2082"/>
                  </a:cubicBezTo>
                  <a:cubicBezTo>
                    <a:pt x="6940" y="1846"/>
                    <a:pt x="5310" y="1"/>
                    <a:pt x="3783" y="9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2"/>
            <p:cNvSpPr/>
            <p:nvPr/>
          </p:nvSpPr>
          <p:spPr>
            <a:xfrm>
              <a:off x="8259843" y="4035230"/>
              <a:ext cx="288620" cy="267985"/>
            </a:xfrm>
            <a:custGeom>
              <a:rect b="b" l="l" r="r" t="t"/>
              <a:pathLst>
                <a:path extrusionOk="0" h="2000" w="2154">
                  <a:moveTo>
                    <a:pt x="1" y="1"/>
                  </a:moveTo>
                  <a:cubicBezTo>
                    <a:pt x="124" y="534"/>
                    <a:pt x="186" y="1087"/>
                    <a:pt x="175" y="1641"/>
                  </a:cubicBezTo>
                  <a:lnTo>
                    <a:pt x="155" y="2000"/>
                  </a:lnTo>
                  <a:lnTo>
                    <a:pt x="2154" y="2000"/>
                  </a:lnTo>
                  <a:lnTo>
                    <a:pt x="1139" y="1272"/>
                  </a:lnTo>
                  <a:lnTo>
                    <a:pt x="1016" y="52"/>
                  </a:lnTo>
                  <a:close/>
                </a:path>
              </a:pathLst>
            </a:custGeom>
            <a:solidFill>
              <a:srgbClr val="DE9C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2"/>
            <p:cNvSpPr/>
            <p:nvPr/>
          </p:nvSpPr>
          <p:spPr>
            <a:xfrm>
              <a:off x="8253009" y="4202856"/>
              <a:ext cx="442443" cy="151144"/>
            </a:xfrm>
            <a:custGeom>
              <a:rect b="b" l="l" r="r" t="t"/>
              <a:pathLst>
                <a:path extrusionOk="0" h="1128" w="3302">
                  <a:moveTo>
                    <a:pt x="216" y="154"/>
                  </a:moveTo>
                  <a:cubicBezTo>
                    <a:pt x="380" y="328"/>
                    <a:pt x="821" y="339"/>
                    <a:pt x="1026" y="226"/>
                  </a:cubicBezTo>
                  <a:cubicBezTo>
                    <a:pt x="1231" y="113"/>
                    <a:pt x="1231" y="0"/>
                    <a:pt x="1231" y="0"/>
                  </a:cubicBezTo>
                  <a:lnTo>
                    <a:pt x="2328" y="472"/>
                  </a:lnTo>
                  <a:cubicBezTo>
                    <a:pt x="3302" y="308"/>
                    <a:pt x="3250" y="1097"/>
                    <a:pt x="3250" y="1118"/>
                  </a:cubicBezTo>
                  <a:lnTo>
                    <a:pt x="21" y="1128"/>
                  </a:lnTo>
                  <a:cubicBezTo>
                    <a:pt x="1" y="790"/>
                    <a:pt x="72" y="451"/>
                    <a:pt x="216" y="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2"/>
            <p:cNvSpPr/>
            <p:nvPr/>
          </p:nvSpPr>
          <p:spPr>
            <a:xfrm>
              <a:off x="7071067" y="1737105"/>
              <a:ext cx="994626" cy="861438"/>
            </a:xfrm>
            <a:custGeom>
              <a:rect b="b" l="l" r="r" t="t"/>
              <a:pathLst>
                <a:path extrusionOk="0" h="6429" w="7423">
                  <a:moveTo>
                    <a:pt x="2553" y="1"/>
                  </a:moveTo>
                  <a:cubicBezTo>
                    <a:pt x="5311" y="339"/>
                    <a:pt x="7423" y="3722"/>
                    <a:pt x="6172" y="6265"/>
                  </a:cubicBezTo>
                  <a:cubicBezTo>
                    <a:pt x="6131" y="6357"/>
                    <a:pt x="6121" y="6429"/>
                    <a:pt x="5701" y="6418"/>
                  </a:cubicBezTo>
                  <a:cubicBezTo>
                    <a:pt x="5536" y="6418"/>
                    <a:pt x="5198" y="6367"/>
                    <a:pt x="5239" y="6090"/>
                  </a:cubicBezTo>
                  <a:cubicBezTo>
                    <a:pt x="5444" y="4563"/>
                    <a:pt x="5311" y="2994"/>
                    <a:pt x="2758" y="2051"/>
                  </a:cubicBezTo>
                  <a:cubicBezTo>
                    <a:pt x="1" y="1036"/>
                    <a:pt x="2553" y="1"/>
                    <a:pt x="2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2"/>
            <p:cNvSpPr/>
            <p:nvPr/>
          </p:nvSpPr>
          <p:spPr>
            <a:xfrm>
              <a:off x="7020283" y="2533831"/>
              <a:ext cx="1392986" cy="1647170"/>
            </a:xfrm>
            <a:custGeom>
              <a:rect b="b" l="l" r="r" t="t"/>
              <a:pathLst>
                <a:path extrusionOk="0" h="12293" w="10396">
                  <a:moveTo>
                    <a:pt x="800" y="103"/>
                  </a:moveTo>
                  <a:cubicBezTo>
                    <a:pt x="462" y="2400"/>
                    <a:pt x="0" y="3056"/>
                    <a:pt x="3547" y="5178"/>
                  </a:cubicBezTo>
                  <a:cubicBezTo>
                    <a:pt x="7187" y="7361"/>
                    <a:pt x="7751" y="7320"/>
                    <a:pt x="9145" y="11247"/>
                  </a:cubicBezTo>
                  <a:cubicBezTo>
                    <a:pt x="9360" y="11851"/>
                    <a:pt x="9268" y="12036"/>
                    <a:pt x="9545" y="12128"/>
                  </a:cubicBezTo>
                  <a:cubicBezTo>
                    <a:pt x="10057" y="12292"/>
                    <a:pt x="10395" y="12005"/>
                    <a:pt x="10395" y="11851"/>
                  </a:cubicBezTo>
                  <a:cubicBezTo>
                    <a:pt x="10395" y="11636"/>
                    <a:pt x="10395" y="11318"/>
                    <a:pt x="10385" y="11103"/>
                  </a:cubicBezTo>
                  <a:cubicBezTo>
                    <a:pt x="10149" y="7546"/>
                    <a:pt x="8786" y="4716"/>
                    <a:pt x="5721" y="2871"/>
                  </a:cubicBezTo>
                  <a:cubicBezTo>
                    <a:pt x="4972" y="2420"/>
                    <a:pt x="4778" y="2123"/>
                    <a:pt x="4245" y="1046"/>
                  </a:cubicBezTo>
                  <a:cubicBezTo>
                    <a:pt x="3722" y="1"/>
                    <a:pt x="800" y="103"/>
                    <a:pt x="800" y="1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2"/>
            <p:cNvSpPr/>
            <p:nvPr/>
          </p:nvSpPr>
          <p:spPr>
            <a:xfrm>
              <a:off x="7305956" y="3195894"/>
              <a:ext cx="360038" cy="311935"/>
            </a:xfrm>
            <a:custGeom>
              <a:rect b="b" l="l" r="r" t="t"/>
              <a:pathLst>
                <a:path extrusionOk="0" h="2328" w="2687">
                  <a:moveTo>
                    <a:pt x="2687" y="1"/>
                  </a:moveTo>
                  <a:lnTo>
                    <a:pt x="954" y="483"/>
                  </a:lnTo>
                  <a:lnTo>
                    <a:pt x="565" y="596"/>
                  </a:lnTo>
                  <a:lnTo>
                    <a:pt x="1" y="2328"/>
                  </a:lnTo>
                  <a:lnTo>
                    <a:pt x="893" y="1395"/>
                  </a:lnTo>
                  <a:lnTo>
                    <a:pt x="2533" y="965"/>
                  </a:lnTo>
                  <a:close/>
                </a:path>
              </a:pathLst>
            </a:custGeom>
            <a:solidFill>
              <a:srgbClr val="DE9C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2"/>
            <p:cNvSpPr/>
            <p:nvPr/>
          </p:nvSpPr>
          <p:spPr>
            <a:xfrm>
              <a:off x="7393855" y="2522844"/>
              <a:ext cx="1817474" cy="850450"/>
            </a:xfrm>
            <a:custGeom>
              <a:rect b="b" l="l" r="r" t="t"/>
              <a:pathLst>
                <a:path extrusionOk="0" h="6347" w="13564">
                  <a:moveTo>
                    <a:pt x="1805" y="349"/>
                  </a:moveTo>
                  <a:cubicBezTo>
                    <a:pt x="4850" y="1"/>
                    <a:pt x="13564" y="1692"/>
                    <a:pt x="7464" y="4378"/>
                  </a:cubicBezTo>
                  <a:cubicBezTo>
                    <a:pt x="2974" y="6346"/>
                    <a:pt x="1128" y="6316"/>
                    <a:pt x="1128" y="6316"/>
                  </a:cubicBezTo>
                  <a:lnTo>
                    <a:pt x="790" y="5342"/>
                  </a:lnTo>
                  <a:lnTo>
                    <a:pt x="5434" y="2861"/>
                  </a:lnTo>
                  <a:lnTo>
                    <a:pt x="1549" y="3240"/>
                  </a:lnTo>
                  <a:lnTo>
                    <a:pt x="1" y="14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2"/>
            <p:cNvSpPr/>
            <p:nvPr/>
          </p:nvSpPr>
          <p:spPr>
            <a:xfrm>
              <a:off x="7098535" y="1682168"/>
              <a:ext cx="697967" cy="1160911"/>
            </a:xfrm>
            <a:custGeom>
              <a:rect b="b" l="l" r="r" t="t"/>
              <a:pathLst>
                <a:path extrusionOk="0" h="8664" w="5209">
                  <a:moveTo>
                    <a:pt x="21" y="8643"/>
                  </a:moveTo>
                  <a:cubicBezTo>
                    <a:pt x="1221" y="8663"/>
                    <a:pt x="5208" y="7566"/>
                    <a:pt x="4634" y="6418"/>
                  </a:cubicBezTo>
                  <a:cubicBezTo>
                    <a:pt x="4368" y="5936"/>
                    <a:pt x="4255" y="5393"/>
                    <a:pt x="4286" y="4850"/>
                  </a:cubicBezTo>
                  <a:cubicBezTo>
                    <a:pt x="4296" y="4491"/>
                    <a:pt x="4593" y="4286"/>
                    <a:pt x="4563" y="3753"/>
                  </a:cubicBezTo>
                  <a:cubicBezTo>
                    <a:pt x="4491" y="2615"/>
                    <a:pt x="3999" y="1180"/>
                    <a:pt x="3250" y="493"/>
                  </a:cubicBezTo>
                  <a:cubicBezTo>
                    <a:pt x="2861" y="134"/>
                    <a:pt x="2482" y="1"/>
                    <a:pt x="1877" y="185"/>
                  </a:cubicBezTo>
                  <a:cubicBezTo>
                    <a:pt x="1221" y="390"/>
                    <a:pt x="524" y="954"/>
                    <a:pt x="134" y="2471"/>
                  </a:cubicBezTo>
                  <a:cubicBezTo>
                    <a:pt x="72" y="2728"/>
                    <a:pt x="1" y="8571"/>
                    <a:pt x="21" y="86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2"/>
            <p:cNvSpPr/>
            <p:nvPr/>
          </p:nvSpPr>
          <p:spPr>
            <a:xfrm>
              <a:off x="6443310" y="1697309"/>
              <a:ext cx="1055057" cy="1052377"/>
            </a:xfrm>
            <a:custGeom>
              <a:rect b="b" l="l" r="r" t="t"/>
              <a:pathLst>
                <a:path extrusionOk="0" h="7854" w="7874">
                  <a:moveTo>
                    <a:pt x="7587" y="6879"/>
                  </a:moveTo>
                  <a:cubicBezTo>
                    <a:pt x="7146" y="6715"/>
                    <a:pt x="5844" y="5926"/>
                    <a:pt x="5086" y="5075"/>
                  </a:cubicBezTo>
                  <a:cubicBezTo>
                    <a:pt x="4563" y="4491"/>
                    <a:pt x="4317" y="3865"/>
                    <a:pt x="4747" y="3394"/>
                  </a:cubicBezTo>
                  <a:cubicBezTo>
                    <a:pt x="5280" y="2809"/>
                    <a:pt x="6039" y="2727"/>
                    <a:pt x="6582" y="2328"/>
                  </a:cubicBezTo>
                  <a:cubicBezTo>
                    <a:pt x="6992" y="2010"/>
                    <a:pt x="7218" y="1364"/>
                    <a:pt x="7454" y="903"/>
                  </a:cubicBezTo>
                  <a:cubicBezTo>
                    <a:pt x="7874" y="93"/>
                    <a:pt x="7689" y="144"/>
                    <a:pt x="7310" y="134"/>
                  </a:cubicBezTo>
                  <a:cubicBezTo>
                    <a:pt x="4265" y="1"/>
                    <a:pt x="1" y="4614"/>
                    <a:pt x="4747" y="6818"/>
                  </a:cubicBezTo>
                  <a:cubicBezTo>
                    <a:pt x="5434" y="7146"/>
                    <a:pt x="6162" y="7412"/>
                    <a:pt x="6900" y="7617"/>
                  </a:cubicBezTo>
                  <a:cubicBezTo>
                    <a:pt x="7802" y="7853"/>
                    <a:pt x="7659" y="6910"/>
                    <a:pt x="7587" y="68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2"/>
            <p:cNvSpPr/>
            <p:nvPr/>
          </p:nvSpPr>
          <p:spPr>
            <a:xfrm>
              <a:off x="7209883" y="3186380"/>
              <a:ext cx="250030" cy="453431"/>
            </a:xfrm>
            <a:custGeom>
              <a:rect b="b" l="l" r="r" t="t"/>
              <a:pathLst>
                <a:path extrusionOk="0" h="3384" w="1866">
                  <a:moveTo>
                    <a:pt x="1866" y="502"/>
                  </a:moveTo>
                  <a:cubicBezTo>
                    <a:pt x="1640" y="595"/>
                    <a:pt x="1497" y="1015"/>
                    <a:pt x="1538" y="1241"/>
                  </a:cubicBezTo>
                  <a:cubicBezTo>
                    <a:pt x="1579" y="1476"/>
                    <a:pt x="1692" y="1507"/>
                    <a:pt x="1692" y="1507"/>
                  </a:cubicBezTo>
                  <a:lnTo>
                    <a:pt x="892" y="2409"/>
                  </a:lnTo>
                  <a:cubicBezTo>
                    <a:pt x="748" y="3383"/>
                    <a:pt x="10" y="3076"/>
                    <a:pt x="0" y="3076"/>
                  </a:cubicBezTo>
                  <a:lnTo>
                    <a:pt x="1005" y="0"/>
                  </a:lnTo>
                  <a:cubicBezTo>
                    <a:pt x="1323" y="92"/>
                    <a:pt x="1620" y="256"/>
                    <a:pt x="1866" y="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2"/>
            <p:cNvSpPr/>
            <p:nvPr/>
          </p:nvSpPr>
          <p:spPr>
            <a:xfrm>
              <a:off x="7293629" y="2532491"/>
              <a:ext cx="954831" cy="412161"/>
            </a:xfrm>
            <a:custGeom>
              <a:rect b="b" l="l" r="r" t="t"/>
              <a:pathLst>
                <a:path extrusionOk="0" h="3076" w="7126">
                  <a:moveTo>
                    <a:pt x="2799" y="3055"/>
                  </a:moveTo>
                  <a:lnTo>
                    <a:pt x="7064" y="1087"/>
                  </a:lnTo>
                  <a:cubicBezTo>
                    <a:pt x="7125" y="1056"/>
                    <a:pt x="7105" y="1005"/>
                    <a:pt x="7012" y="964"/>
                  </a:cubicBezTo>
                  <a:lnTo>
                    <a:pt x="4614" y="41"/>
                  </a:lnTo>
                  <a:cubicBezTo>
                    <a:pt x="4521" y="11"/>
                    <a:pt x="4419" y="0"/>
                    <a:pt x="4327" y="31"/>
                  </a:cubicBezTo>
                  <a:lnTo>
                    <a:pt x="62" y="2000"/>
                  </a:lnTo>
                  <a:cubicBezTo>
                    <a:pt x="0" y="2030"/>
                    <a:pt x="21" y="2082"/>
                    <a:pt x="113" y="2123"/>
                  </a:cubicBezTo>
                  <a:lnTo>
                    <a:pt x="2512" y="3035"/>
                  </a:lnTo>
                  <a:cubicBezTo>
                    <a:pt x="2604" y="3076"/>
                    <a:pt x="2707" y="3076"/>
                    <a:pt x="2799" y="3055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2"/>
            <p:cNvSpPr/>
            <p:nvPr/>
          </p:nvSpPr>
          <p:spPr>
            <a:xfrm>
              <a:off x="7384342" y="2533831"/>
              <a:ext cx="868137" cy="372365"/>
            </a:xfrm>
            <a:custGeom>
              <a:rect b="b" l="l" r="r" t="t"/>
              <a:pathLst>
                <a:path extrusionOk="0" h="2779" w="6479">
                  <a:moveTo>
                    <a:pt x="2317" y="2758"/>
                  </a:moveTo>
                  <a:lnTo>
                    <a:pt x="6417" y="893"/>
                  </a:lnTo>
                  <a:cubicBezTo>
                    <a:pt x="6479" y="862"/>
                    <a:pt x="6458" y="821"/>
                    <a:pt x="6376" y="790"/>
                  </a:cubicBezTo>
                  <a:lnTo>
                    <a:pt x="4398" y="31"/>
                  </a:lnTo>
                  <a:cubicBezTo>
                    <a:pt x="4326" y="1"/>
                    <a:pt x="4234" y="1"/>
                    <a:pt x="4162" y="21"/>
                  </a:cubicBezTo>
                  <a:lnTo>
                    <a:pt x="62" y="1887"/>
                  </a:lnTo>
                  <a:cubicBezTo>
                    <a:pt x="0" y="1907"/>
                    <a:pt x="21" y="1949"/>
                    <a:pt x="103" y="1979"/>
                  </a:cubicBezTo>
                  <a:lnTo>
                    <a:pt x="2081" y="2748"/>
                  </a:lnTo>
                  <a:cubicBezTo>
                    <a:pt x="2153" y="2769"/>
                    <a:pt x="2235" y="2779"/>
                    <a:pt x="2317" y="2758"/>
                  </a:cubicBezTo>
                  <a:close/>
                </a:path>
              </a:pathLst>
            </a:custGeom>
            <a:solidFill>
              <a:srgbClr val="6E6E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2"/>
            <p:cNvSpPr/>
            <p:nvPr/>
          </p:nvSpPr>
          <p:spPr>
            <a:xfrm>
              <a:off x="7231858" y="2569608"/>
              <a:ext cx="355884" cy="237703"/>
            </a:xfrm>
            <a:custGeom>
              <a:rect b="b" l="l" r="r" t="t"/>
              <a:pathLst>
                <a:path extrusionOk="0" h="1774" w="2656">
                  <a:moveTo>
                    <a:pt x="359" y="0"/>
                  </a:moveTo>
                  <a:lnTo>
                    <a:pt x="1917" y="513"/>
                  </a:lnTo>
                  <a:cubicBezTo>
                    <a:pt x="1917" y="513"/>
                    <a:pt x="2553" y="1364"/>
                    <a:pt x="2604" y="1466"/>
                  </a:cubicBezTo>
                  <a:cubicBezTo>
                    <a:pt x="2655" y="1579"/>
                    <a:pt x="2604" y="1620"/>
                    <a:pt x="2553" y="1620"/>
                  </a:cubicBezTo>
                  <a:cubicBezTo>
                    <a:pt x="2491" y="1620"/>
                    <a:pt x="2471" y="1599"/>
                    <a:pt x="2409" y="1548"/>
                  </a:cubicBezTo>
                  <a:cubicBezTo>
                    <a:pt x="2409" y="1548"/>
                    <a:pt x="2430" y="1692"/>
                    <a:pt x="2348" y="1723"/>
                  </a:cubicBezTo>
                  <a:cubicBezTo>
                    <a:pt x="2214" y="1764"/>
                    <a:pt x="2184" y="1569"/>
                    <a:pt x="2173" y="1599"/>
                  </a:cubicBezTo>
                  <a:cubicBezTo>
                    <a:pt x="2153" y="1682"/>
                    <a:pt x="2050" y="1774"/>
                    <a:pt x="1999" y="1743"/>
                  </a:cubicBezTo>
                  <a:cubicBezTo>
                    <a:pt x="1876" y="1661"/>
                    <a:pt x="1876" y="1620"/>
                    <a:pt x="1876" y="1620"/>
                  </a:cubicBezTo>
                  <a:cubicBezTo>
                    <a:pt x="1876" y="1620"/>
                    <a:pt x="1804" y="1743"/>
                    <a:pt x="1692" y="1682"/>
                  </a:cubicBezTo>
                  <a:cubicBezTo>
                    <a:pt x="1579" y="1610"/>
                    <a:pt x="1374" y="1189"/>
                    <a:pt x="1374" y="1189"/>
                  </a:cubicBezTo>
                  <a:lnTo>
                    <a:pt x="1066" y="1128"/>
                  </a:lnTo>
                  <a:lnTo>
                    <a:pt x="728" y="749"/>
                  </a:lnTo>
                  <a:lnTo>
                    <a:pt x="359" y="851"/>
                  </a:lnTo>
                  <a:cubicBezTo>
                    <a:pt x="359" y="851"/>
                    <a:pt x="0" y="287"/>
                    <a:pt x="359" y="0"/>
                  </a:cubicBezTo>
                  <a:close/>
                </a:path>
              </a:pathLst>
            </a:custGeom>
            <a:solidFill>
              <a:srgbClr val="DE9C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2"/>
            <p:cNvSpPr/>
            <p:nvPr/>
          </p:nvSpPr>
          <p:spPr>
            <a:xfrm>
              <a:off x="7332085" y="1579127"/>
              <a:ext cx="185580" cy="339537"/>
            </a:xfrm>
            <a:custGeom>
              <a:rect b="b" l="l" r="r" t="t"/>
              <a:pathLst>
                <a:path extrusionOk="0" h="2534" w="1385">
                  <a:moveTo>
                    <a:pt x="0" y="1"/>
                  </a:moveTo>
                  <a:cubicBezTo>
                    <a:pt x="52" y="278"/>
                    <a:pt x="62" y="944"/>
                    <a:pt x="257" y="1559"/>
                  </a:cubicBezTo>
                  <a:cubicBezTo>
                    <a:pt x="390" y="1990"/>
                    <a:pt x="605" y="2461"/>
                    <a:pt x="964" y="2502"/>
                  </a:cubicBezTo>
                  <a:cubicBezTo>
                    <a:pt x="1384" y="2533"/>
                    <a:pt x="1313" y="975"/>
                    <a:pt x="1343" y="165"/>
                  </a:cubicBezTo>
                  <a:close/>
                </a:path>
              </a:pathLst>
            </a:custGeom>
            <a:solidFill>
              <a:srgbClr val="DE9C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2"/>
            <p:cNvSpPr/>
            <p:nvPr/>
          </p:nvSpPr>
          <p:spPr>
            <a:xfrm>
              <a:off x="7275808" y="1272817"/>
              <a:ext cx="391526" cy="677332"/>
            </a:xfrm>
            <a:custGeom>
              <a:rect b="b" l="l" r="r" t="t"/>
              <a:pathLst>
                <a:path extrusionOk="0" h="5055" w="2922">
                  <a:moveTo>
                    <a:pt x="2922" y="647"/>
                  </a:moveTo>
                  <a:cubicBezTo>
                    <a:pt x="2625" y="5055"/>
                    <a:pt x="0" y="3312"/>
                    <a:pt x="103" y="2061"/>
                  </a:cubicBezTo>
                  <a:cubicBezTo>
                    <a:pt x="164" y="1313"/>
                    <a:pt x="297" y="134"/>
                    <a:pt x="913" y="62"/>
                  </a:cubicBezTo>
                  <a:cubicBezTo>
                    <a:pt x="1630" y="1"/>
                    <a:pt x="2922" y="647"/>
                    <a:pt x="2922" y="647"/>
                  </a:cubicBezTo>
                  <a:close/>
                </a:path>
              </a:pathLst>
            </a:custGeom>
            <a:solidFill>
              <a:srgbClr val="F3A9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2"/>
            <p:cNvSpPr/>
            <p:nvPr/>
          </p:nvSpPr>
          <p:spPr>
            <a:xfrm>
              <a:off x="7205729" y="1149275"/>
              <a:ext cx="502874" cy="414975"/>
            </a:xfrm>
            <a:custGeom>
              <a:rect b="b" l="l" r="r" t="t"/>
              <a:pathLst>
                <a:path extrusionOk="0" h="3097" w="3753">
                  <a:moveTo>
                    <a:pt x="2327" y="1230"/>
                  </a:moveTo>
                  <a:cubicBezTo>
                    <a:pt x="1948" y="2133"/>
                    <a:pt x="1569" y="2225"/>
                    <a:pt x="677" y="2317"/>
                  </a:cubicBezTo>
                  <a:lnTo>
                    <a:pt x="72" y="2440"/>
                  </a:lnTo>
                  <a:cubicBezTo>
                    <a:pt x="72" y="2440"/>
                    <a:pt x="0" y="441"/>
                    <a:pt x="1343" y="216"/>
                  </a:cubicBezTo>
                  <a:cubicBezTo>
                    <a:pt x="2686" y="0"/>
                    <a:pt x="3670" y="820"/>
                    <a:pt x="3722" y="1682"/>
                  </a:cubicBezTo>
                  <a:cubicBezTo>
                    <a:pt x="3752" y="2204"/>
                    <a:pt x="3578" y="2707"/>
                    <a:pt x="3240" y="3096"/>
                  </a:cubicBezTo>
                  <a:cubicBezTo>
                    <a:pt x="3240" y="3096"/>
                    <a:pt x="3312" y="2204"/>
                    <a:pt x="3066" y="1712"/>
                  </a:cubicBezTo>
                  <a:cubicBezTo>
                    <a:pt x="2922" y="1425"/>
                    <a:pt x="2645" y="1241"/>
                    <a:pt x="2327" y="12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2"/>
            <p:cNvSpPr/>
            <p:nvPr/>
          </p:nvSpPr>
          <p:spPr>
            <a:xfrm>
              <a:off x="7665861" y="2489881"/>
              <a:ext cx="219882" cy="199381"/>
            </a:xfrm>
            <a:custGeom>
              <a:rect b="b" l="l" r="r" t="t"/>
              <a:pathLst>
                <a:path extrusionOk="0" h="1488" w="1641">
                  <a:moveTo>
                    <a:pt x="339" y="308"/>
                  </a:moveTo>
                  <a:cubicBezTo>
                    <a:pt x="236" y="431"/>
                    <a:pt x="134" y="565"/>
                    <a:pt x="42" y="708"/>
                  </a:cubicBezTo>
                  <a:cubicBezTo>
                    <a:pt x="21" y="729"/>
                    <a:pt x="1" y="811"/>
                    <a:pt x="154" y="790"/>
                  </a:cubicBezTo>
                  <a:cubicBezTo>
                    <a:pt x="288" y="770"/>
                    <a:pt x="390" y="626"/>
                    <a:pt x="534" y="616"/>
                  </a:cubicBezTo>
                  <a:cubicBezTo>
                    <a:pt x="534" y="657"/>
                    <a:pt x="534" y="698"/>
                    <a:pt x="523" y="739"/>
                  </a:cubicBezTo>
                  <a:cubicBezTo>
                    <a:pt x="482" y="1210"/>
                    <a:pt x="390" y="1405"/>
                    <a:pt x="493" y="1436"/>
                  </a:cubicBezTo>
                  <a:cubicBezTo>
                    <a:pt x="595" y="1477"/>
                    <a:pt x="657" y="1333"/>
                    <a:pt x="657" y="1333"/>
                  </a:cubicBezTo>
                  <a:cubicBezTo>
                    <a:pt x="657" y="1333"/>
                    <a:pt x="769" y="1487"/>
                    <a:pt x="872" y="1415"/>
                  </a:cubicBezTo>
                  <a:cubicBezTo>
                    <a:pt x="903" y="1395"/>
                    <a:pt x="933" y="1364"/>
                    <a:pt x="974" y="1344"/>
                  </a:cubicBezTo>
                  <a:cubicBezTo>
                    <a:pt x="1005" y="1395"/>
                    <a:pt x="1067" y="1426"/>
                    <a:pt x="1139" y="1415"/>
                  </a:cubicBezTo>
                  <a:cubicBezTo>
                    <a:pt x="1262" y="1395"/>
                    <a:pt x="1262" y="1333"/>
                    <a:pt x="1262" y="1333"/>
                  </a:cubicBezTo>
                  <a:cubicBezTo>
                    <a:pt x="1303" y="1364"/>
                    <a:pt x="1354" y="1385"/>
                    <a:pt x="1405" y="1385"/>
                  </a:cubicBezTo>
                  <a:cubicBezTo>
                    <a:pt x="1456" y="1374"/>
                    <a:pt x="1508" y="1333"/>
                    <a:pt x="1538" y="1282"/>
                  </a:cubicBezTo>
                  <a:lnTo>
                    <a:pt x="1641" y="421"/>
                  </a:lnTo>
                  <a:cubicBezTo>
                    <a:pt x="1446" y="103"/>
                    <a:pt x="667" y="1"/>
                    <a:pt x="339" y="308"/>
                  </a:cubicBezTo>
                  <a:close/>
                </a:path>
              </a:pathLst>
            </a:custGeom>
            <a:solidFill>
              <a:srgbClr val="DE9C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2"/>
            <p:cNvSpPr/>
            <p:nvPr/>
          </p:nvSpPr>
          <p:spPr>
            <a:xfrm>
              <a:off x="7656213" y="2307248"/>
              <a:ext cx="728249" cy="638876"/>
            </a:xfrm>
            <a:custGeom>
              <a:rect b="b" l="l" r="r" t="t"/>
              <a:pathLst>
                <a:path extrusionOk="0" h="4768" w="5435">
                  <a:moveTo>
                    <a:pt x="1098" y="1979"/>
                  </a:moveTo>
                  <a:lnTo>
                    <a:pt x="5342" y="31"/>
                  </a:lnTo>
                  <a:cubicBezTo>
                    <a:pt x="5403" y="0"/>
                    <a:pt x="5434" y="62"/>
                    <a:pt x="5393" y="154"/>
                  </a:cubicBezTo>
                  <a:lnTo>
                    <a:pt x="4522" y="2563"/>
                  </a:lnTo>
                  <a:cubicBezTo>
                    <a:pt x="4481" y="2655"/>
                    <a:pt x="4419" y="2737"/>
                    <a:pt x="4337" y="2789"/>
                  </a:cubicBezTo>
                  <a:lnTo>
                    <a:pt x="93" y="4736"/>
                  </a:lnTo>
                  <a:cubicBezTo>
                    <a:pt x="32" y="4767"/>
                    <a:pt x="1" y="4706"/>
                    <a:pt x="42" y="4613"/>
                  </a:cubicBezTo>
                  <a:lnTo>
                    <a:pt x="923" y="2204"/>
                  </a:lnTo>
                  <a:cubicBezTo>
                    <a:pt x="954" y="2112"/>
                    <a:pt x="1016" y="2030"/>
                    <a:pt x="1098" y="1979"/>
                  </a:cubicBezTo>
                  <a:close/>
                </a:path>
              </a:pathLst>
            </a:custGeom>
            <a:solidFill>
              <a:srgbClr val="8585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2"/>
            <p:cNvSpPr/>
            <p:nvPr/>
          </p:nvSpPr>
          <p:spPr>
            <a:xfrm>
              <a:off x="6392527" y="3226176"/>
              <a:ext cx="1116827" cy="1116827"/>
            </a:xfrm>
            <a:custGeom>
              <a:rect b="b" l="l" r="r" t="t"/>
              <a:pathLst>
                <a:path extrusionOk="0" h="8335" w="8335">
                  <a:moveTo>
                    <a:pt x="4009" y="8335"/>
                  </a:moveTo>
                  <a:cubicBezTo>
                    <a:pt x="5629" y="8335"/>
                    <a:pt x="7094" y="7361"/>
                    <a:pt x="7720" y="5864"/>
                  </a:cubicBezTo>
                  <a:cubicBezTo>
                    <a:pt x="8335" y="4368"/>
                    <a:pt x="7997" y="2635"/>
                    <a:pt x="6848" y="1497"/>
                  </a:cubicBezTo>
                  <a:cubicBezTo>
                    <a:pt x="5700" y="349"/>
                    <a:pt x="3978" y="0"/>
                    <a:pt x="2481" y="626"/>
                  </a:cubicBezTo>
                  <a:cubicBezTo>
                    <a:pt x="974" y="1241"/>
                    <a:pt x="0" y="2707"/>
                    <a:pt x="0" y="4327"/>
                  </a:cubicBezTo>
                  <a:cubicBezTo>
                    <a:pt x="11" y="6541"/>
                    <a:pt x="1805" y="8335"/>
                    <a:pt x="4009" y="8335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2"/>
            <p:cNvSpPr/>
            <p:nvPr/>
          </p:nvSpPr>
          <p:spPr>
            <a:xfrm>
              <a:off x="6418655" y="3635527"/>
              <a:ext cx="1034422" cy="693813"/>
            </a:xfrm>
            <a:custGeom>
              <a:rect b="b" l="l" r="r" t="t"/>
              <a:pathLst>
                <a:path extrusionOk="0" h="5178" w="7720">
                  <a:moveTo>
                    <a:pt x="5085" y="4962"/>
                  </a:moveTo>
                  <a:cubicBezTo>
                    <a:pt x="4921" y="5024"/>
                    <a:pt x="4747" y="5065"/>
                    <a:pt x="4572" y="5106"/>
                  </a:cubicBezTo>
                  <a:lnTo>
                    <a:pt x="4480" y="4737"/>
                  </a:lnTo>
                  <a:cubicBezTo>
                    <a:pt x="4654" y="4706"/>
                    <a:pt x="4818" y="4655"/>
                    <a:pt x="4993" y="4593"/>
                  </a:cubicBezTo>
                  <a:close/>
                  <a:moveTo>
                    <a:pt x="6008" y="4501"/>
                  </a:moveTo>
                  <a:cubicBezTo>
                    <a:pt x="5854" y="4603"/>
                    <a:pt x="5700" y="4696"/>
                    <a:pt x="5546" y="4778"/>
                  </a:cubicBezTo>
                  <a:lnTo>
                    <a:pt x="5352" y="4439"/>
                  </a:lnTo>
                  <a:cubicBezTo>
                    <a:pt x="5516" y="4368"/>
                    <a:pt x="5669" y="4275"/>
                    <a:pt x="5813" y="4173"/>
                  </a:cubicBezTo>
                  <a:close/>
                  <a:moveTo>
                    <a:pt x="6776" y="3824"/>
                  </a:moveTo>
                  <a:cubicBezTo>
                    <a:pt x="6653" y="3957"/>
                    <a:pt x="6530" y="4091"/>
                    <a:pt x="6397" y="4203"/>
                  </a:cubicBezTo>
                  <a:lnTo>
                    <a:pt x="6131" y="3937"/>
                  </a:lnTo>
                  <a:cubicBezTo>
                    <a:pt x="6264" y="3824"/>
                    <a:pt x="6387" y="3691"/>
                    <a:pt x="6500" y="3558"/>
                  </a:cubicBezTo>
                  <a:lnTo>
                    <a:pt x="6776" y="3824"/>
                  </a:lnTo>
                  <a:close/>
                  <a:moveTo>
                    <a:pt x="7330" y="2973"/>
                  </a:moveTo>
                  <a:cubicBezTo>
                    <a:pt x="7258" y="3127"/>
                    <a:pt x="7166" y="3281"/>
                    <a:pt x="7074" y="3435"/>
                  </a:cubicBezTo>
                  <a:lnTo>
                    <a:pt x="6735" y="3240"/>
                  </a:lnTo>
                  <a:cubicBezTo>
                    <a:pt x="6838" y="3096"/>
                    <a:pt x="6930" y="2943"/>
                    <a:pt x="7002" y="2779"/>
                  </a:cubicBezTo>
                  <a:close/>
                  <a:moveTo>
                    <a:pt x="7648" y="1999"/>
                  </a:moveTo>
                  <a:cubicBezTo>
                    <a:pt x="7617" y="2174"/>
                    <a:pt x="7576" y="2348"/>
                    <a:pt x="7525" y="2512"/>
                  </a:cubicBezTo>
                  <a:lnTo>
                    <a:pt x="7156" y="2420"/>
                  </a:lnTo>
                  <a:cubicBezTo>
                    <a:pt x="7207" y="2245"/>
                    <a:pt x="7258" y="2071"/>
                    <a:pt x="7279" y="1907"/>
                  </a:cubicBezTo>
                  <a:close/>
                  <a:moveTo>
                    <a:pt x="7709" y="985"/>
                  </a:moveTo>
                  <a:cubicBezTo>
                    <a:pt x="7709" y="1087"/>
                    <a:pt x="7720" y="1179"/>
                    <a:pt x="7720" y="1282"/>
                  </a:cubicBezTo>
                  <a:lnTo>
                    <a:pt x="7720" y="1518"/>
                  </a:lnTo>
                  <a:lnTo>
                    <a:pt x="7330" y="1518"/>
                  </a:lnTo>
                  <a:cubicBezTo>
                    <a:pt x="7330" y="1436"/>
                    <a:pt x="7340" y="1364"/>
                    <a:pt x="7340" y="1282"/>
                  </a:cubicBezTo>
                  <a:cubicBezTo>
                    <a:pt x="7340" y="1179"/>
                    <a:pt x="7340" y="1087"/>
                    <a:pt x="7330" y="985"/>
                  </a:cubicBezTo>
                  <a:close/>
                  <a:moveTo>
                    <a:pt x="123" y="2522"/>
                  </a:moveTo>
                  <a:cubicBezTo>
                    <a:pt x="72" y="2358"/>
                    <a:pt x="31" y="2184"/>
                    <a:pt x="0" y="2010"/>
                  </a:cubicBezTo>
                  <a:lnTo>
                    <a:pt x="369" y="1907"/>
                  </a:lnTo>
                  <a:cubicBezTo>
                    <a:pt x="400" y="2081"/>
                    <a:pt x="441" y="2256"/>
                    <a:pt x="492" y="2420"/>
                  </a:cubicBezTo>
                  <a:lnTo>
                    <a:pt x="134" y="2522"/>
                  </a:lnTo>
                  <a:close/>
                  <a:moveTo>
                    <a:pt x="7494" y="0"/>
                  </a:moveTo>
                  <a:cubicBezTo>
                    <a:pt x="7556" y="164"/>
                    <a:pt x="7607" y="339"/>
                    <a:pt x="7638" y="513"/>
                  </a:cubicBezTo>
                  <a:lnTo>
                    <a:pt x="7269" y="605"/>
                  </a:lnTo>
                  <a:cubicBezTo>
                    <a:pt x="7238" y="431"/>
                    <a:pt x="7187" y="267"/>
                    <a:pt x="7135" y="93"/>
                  </a:cubicBezTo>
                  <a:close/>
                  <a:moveTo>
                    <a:pt x="574" y="3435"/>
                  </a:moveTo>
                  <a:cubicBezTo>
                    <a:pt x="482" y="3291"/>
                    <a:pt x="390" y="3137"/>
                    <a:pt x="318" y="2973"/>
                  </a:cubicBezTo>
                  <a:lnTo>
                    <a:pt x="646" y="2789"/>
                  </a:lnTo>
                  <a:cubicBezTo>
                    <a:pt x="718" y="2943"/>
                    <a:pt x="800" y="3096"/>
                    <a:pt x="902" y="3250"/>
                  </a:cubicBezTo>
                  <a:lnTo>
                    <a:pt x="574" y="3435"/>
                  </a:lnTo>
                  <a:close/>
                  <a:moveTo>
                    <a:pt x="1251" y="4203"/>
                  </a:moveTo>
                  <a:cubicBezTo>
                    <a:pt x="1118" y="4091"/>
                    <a:pt x="995" y="3957"/>
                    <a:pt x="872" y="3824"/>
                  </a:cubicBezTo>
                  <a:lnTo>
                    <a:pt x="1148" y="3558"/>
                  </a:lnTo>
                  <a:cubicBezTo>
                    <a:pt x="1261" y="3691"/>
                    <a:pt x="1384" y="3814"/>
                    <a:pt x="1517" y="3937"/>
                  </a:cubicBezTo>
                  <a:lnTo>
                    <a:pt x="1251" y="4203"/>
                  </a:lnTo>
                  <a:close/>
                  <a:moveTo>
                    <a:pt x="2102" y="4778"/>
                  </a:moveTo>
                  <a:cubicBezTo>
                    <a:pt x="1938" y="4696"/>
                    <a:pt x="1784" y="4603"/>
                    <a:pt x="1640" y="4511"/>
                  </a:cubicBezTo>
                  <a:lnTo>
                    <a:pt x="1825" y="4183"/>
                  </a:lnTo>
                  <a:cubicBezTo>
                    <a:pt x="1979" y="4286"/>
                    <a:pt x="2133" y="4368"/>
                    <a:pt x="2286" y="4450"/>
                  </a:cubicBezTo>
                  <a:close/>
                  <a:moveTo>
                    <a:pt x="3065" y="5106"/>
                  </a:moveTo>
                  <a:cubicBezTo>
                    <a:pt x="2891" y="5075"/>
                    <a:pt x="2727" y="5024"/>
                    <a:pt x="2553" y="4972"/>
                  </a:cubicBezTo>
                  <a:lnTo>
                    <a:pt x="2655" y="4603"/>
                  </a:lnTo>
                  <a:cubicBezTo>
                    <a:pt x="2819" y="4665"/>
                    <a:pt x="2994" y="4706"/>
                    <a:pt x="3168" y="4737"/>
                  </a:cubicBezTo>
                  <a:close/>
                  <a:moveTo>
                    <a:pt x="3824" y="5177"/>
                  </a:moveTo>
                  <a:cubicBezTo>
                    <a:pt x="3732" y="5177"/>
                    <a:pt x="3650" y="5177"/>
                    <a:pt x="3558" y="5167"/>
                  </a:cubicBezTo>
                  <a:lnTo>
                    <a:pt x="3558" y="4788"/>
                  </a:lnTo>
                  <a:cubicBezTo>
                    <a:pt x="3650" y="4798"/>
                    <a:pt x="3732" y="4798"/>
                    <a:pt x="3824" y="4798"/>
                  </a:cubicBezTo>
                  <a:cubicBezTo>
                    <a:pt x="3916" y="4798"/>
                    <a:pt x="3998" y="4798"/>
                    <a:pt x="4091" y="4788"/>
                  </a:cubicBezTo>
                  <a:lnTo>
                    <a:pt x="4091" y="5167"/>
                  </a:lnTo>
                  <a:cubicBezTo>
                    <a:pt x="3998" y="5167"/>
                    <a:pt x="3906" y="5167"/>
                    <a:pt x="3814" y="516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2"/>
            <p:cNvSpPr/>
            <p:nvPr/>
          </p:nvSpPr>
          <p:spPr>
            <a:xfrm>
              <a:off x="6469439" y="3190400"/>
              <a:ext cx="957510" cy="1077166"/>
            </a:xfrm>
            <a:custGeom>
              <a:rect b="b" l="l" r="r" t="t"/>
              <a:pathLst>
                <a:path extrusionOk="0" h="8039" w="7146">
                  <a:moveTo>
                    <a:pt x="3435" y="8038"/>
                  </a:moveTo>
                  <a:cubicBezTo>
                    <a:pt x="4829" y="8038"/>
                    <a:pt x="6080" y="7197"/>
                    <a:pt x="6613" y="5916"/>
                  </a:cubicBezTo>
                  <a:cubicBezTo>
                    <a:pt x="7146" y="4624"/>
                    <a:pt x="6849" y="3148"/>
                    <a:pt x="5864" y="2164"/>
                  </a:cubicBezTo>
                  <a:cubicBezTo>
                    <a:pt x="3701" y="1"/>
                    <a:pt x="1" y="1528"/>
                    <a:pt x="1" y="4594"/>
                  </a:cubicBezTo>
                  <a:cubicBezTo>
                    <a:pt x="1" y="6490"/>
                    <a:pt x="1538" y="8038"/>
                    <a:pt x="3435" y="8038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2"/>
            <p:cNvSpPr/>
            <p:nvPr/>
          </p:nvSpPr>
          <p:spPr>
            <a:xfrm>
              <a:off x="6715316" y="3463747"/>
              <a:ext cx="431456" cy="682826"/>
            </a:xfrm>
            <a:custGeom>
              <a:rect b="b" l="l" r="r" t="t"/>
              <a:pathLst>
                <a:path extrusionOk="0" h="5096" w="3220">
                  <a:moveTo>
                    <a:pt x="1302" y="4532"/>
                  </a:moveTo>
                  <a:cubicBezTo>
                    <a:pt x="862" y="4512"/>
                    <a:pt x="421" y="4419"/>
                    <a:pt x="21" y="4235"/>
                  </a:cubicBezTo>
                  <a:lnTo>
                    <a:pt x="21" y="3220"/>
                  </a:lnTo>
                  <a:cubicBezTo>
                    <a:pt x="267" y="3343"/>
                    <a:pt x="523" y="3445"/>
                    <a:pt x="790" y="3527"/>
                  </a:cubicBezTo>
                  <a:cubicBezTo>
                    <a:pt x="1026" y="3599"/>
                    <a:pt x="1272" y="3640"/>
                    <a:pt x="1518" y="3640"/>
                  </a:cubicBezTo>
                  <a:cubicBezTo>
                    <a:pt x="1641" y="3650"/>
                    <a:pt x="1774" y="3630"/>
                    <a:pt x="1897" y="3579"/>
                  </a:cubicBezTo>
                  <a:cubicBezTo>
                    <a:pt x="2051" y="3507"/>
                    <a:pt x="2071" y="3302"/>
                    <a:pt x="1928" y="3199"/>
                  </a:cubicBezTo>
                  <a:cubicBezTo>
                    <a:pt x="1846" y="3138"/>
                    <a:pt x="1743" y="3076"/>
                    <a:pt x="1641" y="3035"/>
                  </a:cubicBezTo>
                  <a:cubicBezTo>
                    <a:pt x="1518" y="2984"/>
                    <a:pt x="1323" y="2912"/>
                    <a:pt x="1097" y="2830"/>
                  </a:cubicBezTo>
                  <a:cubicBezTo>
                    <a:pt x="872" y="2748"/>
                    <a:pt x="667" y="2646"/>
                    <a:pt x="472" y="2502"/>
                  </a:cubicBezTo>
                  <a:cubicBezTo>
                    <a:pt x="329" y="2400"/>
                    <a:pt x="206" y="2267"/>
                    <a:pt x="124" y="2103"/>
                  </a:cubicBezTo>
                  <a:cubicBezTo>
                    <a:pt x="52" y="1928"/>
                    <a:pt x="11" y="1744"/>
                    <a:pt x="21" y="1559"/>
                  </a:cubicBezTo>
                  <a:cubicBezTo>
                    <a:pt x="1" y="1262"/>
                    <a:pt x="124" y="975"/>
                    <a:pt x="339" y="770"/>
                  </a:cubicBezTo>
                  <a:cubicBezTo>
                    <a:pt x="554" y="585"/>
                    <a:pt x="882" y="462"/>
                    <a:pt x="1313" y="421"/>
                  </a:cubicBezTo>
                  <a:lnTo>
                    <a:pt x="1313" y="1"/>
                  </a:lnTo>
                  <a:lnTo>
                    <a:pt x="1938" y="1"/>
                  </a:lnTo>
                  <a:lnTo>
                    <a:pt x="1938" y="411"/>
                  </a:lnTo>
                  <a:cubicBezTo>
                    <a:pt x="2358" y="442"/>
                    <a:pt x="2779" y="544"/>
                    <a:pt x="3158" y="708"/>
                  </a:cubicBezTo>
                  <a:lnTo>
                    <a:pt x="2799" y="1580"/>
                  </a:lnTo>
                  <a:cubicBezTo>
                    <a:pt x="2440" y="1405"/>
                    <a:pt x="2051" y="1303"/>
                    <a:pt x="1651" y="1293"/>
                  </a:cubicBezTo>
                  <a:cubicBezTo>
                    <a:pt x="1528" y="1282"/>
                    <a:pt x="1415" y="1303"/>
                    <a:pt x="1302" y="1354"/>
                  </a:cubicBezTo>
                  <a:cubicBezTo>
                    <a:pt x="1241" y="1385"/>
                    <a:pt x="1200" y="1457"/>
                    <a:pt x="1200" y="1528"/>
                  </a:cubicBezTo>
                  <a:cubicBezTo>
                    <a:pt x="1200" y="1590"/>
                    <a:pt x="1231" y="1651"/>
                    <a:pt x="1272" y="1692"/>
                  </a:cubicBezTo>
                  <a:cubicBezTo>
                    <a:pt x="1354" y="1754"/>
                    <a:pt x="1436" y="1805"/>
                    <a:pt x="1528" y="1846"/>
                  </a:cubicBezTo>
                  <a:cubicBezTo>
                    <a:pt x="1641" y="1897"/>
                    <a:pt x="1805" y="1959"/>
                    <a:pt x="2010" y="2031"/>
                  </a:cubicBezTo>
                  <a:cubicBezTo>
                    <a:pt x="2440" y="2174"/>
                    <a:pt x="2748" y="2349"/>
                    <a:pt x="2932" y="2543"/>
                  </a:cubicBezTo>
                  <a:cubicBezTo>
                    <a:pt x="3117" y="2738"/>
                    <a:pt x="3220" y="3005"/>
                    <a:pt x="3209" y="3281"/>
                  </a:cubicBezTo>
                  <a:cubicBezTo>
                    <a:pt x="3220" y="3599"/>
                    <a:pt x="3097" y="3897"/>
                    <a:pt x="2881" y="4122"/>
                  </a:cubicBezTo>
                  <a:cubicBezTo>
                    <a:pt x="2615" y="4348"/>
                    <a:pt x="2287" y="4491"/>
                    <a:pt x="1938" y="4512"/>
                  </a:cubicBezTo>
                  <a:lnTo>
                    <a:pt x="1938" y="5096"/>
                  </a:lnTo>
                  <a:lnTo>
                    <a:pt x="1302" y="509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2"/>
            <p:cNvSpPr/>
            <p:nvPr/>
          </p:nvSpPr>
          <p:spPr>
            <a:xfrm>
              <a:off x="6406194" y="3283928"/>
              <a:ext cx="990607" cy="553657"/>
            </a:xfrm>
            <a:custGeom>
              <a:rect b="b" l="l" r="r" t="t"/>
              <a:pathLst>
                <a:path extrusionOk="0" h="4132" w="7393">
                  <a:moveTo>
                    <a:pt x="1939" y="984"/>
                  </a:moveTo>
                  <a:cubicBezTo>
                    <a:pt x="2082" y="882"/>
                    <a:pt x="2236" y="800"/>
                    <a:pt x="2400" y="718"/>
                  </a:cubicBezTo>
                  <a:lnTo>
                    <a:pt x="2215" y="390"/>
                  </a:lnTo>
                  <a:cubicBezTo>
                    <a:pt x="2051" y="472"/>
                    <a:pt x="1898" y="554"/>
                    <a:pt x="1754" y="656"/>
                  </a:cubicBezTo>
                  <a:close/>
                  <a:moveTo>
                    <a:pt x="7126" y="1702"/>
                  </a:moveTo>
                  <a:lnTo>
                    <a:pt x="6798" y="1897"/>
                  </a:lnTo>
                  <a:cubicBezTo>
                    <a:pt x="6900" y="2040"/>
                    <a:pt x="6992" y="2194"/>
                    <a:pt x="7064" y="2348"/>
                  </a:cubicBezTo>
                  <a:lnTo>
                    <a:pt x="7392" y="2163"/>
                  </a:lnTo>
                  <a:cubicBezTo>
                    <a:pt x="7321" y="1999"/>
                    <a:pt x="7228" y="1845"/>
                    <a:pt x="7126" y="1702"/>
                  </a:cubicBezTo>
                  <a:close/>
                  <a:moveTo>
                    <a:pt x="6449" y="953"/>
                  </a:moveTo>
                  <a:lnTo>
                    <a:pt x="6183" y="1220"/>
                  </a:lnTo>
                  <a:cubicBezTo>
                    <a:pt x="6326" y="1333"/>
                    <a:pt x="6449" y="1456"/>
                    <a:pt x="6572" y="1589"/>
                  </a:cubicBezTo>
                  <a:lnTo>
                    <a:pt x="6839" y="1322"/>
                  </a:lnTo>
                  <a:cubicBezTo>
                    <a:pt x="6716" y="1189"/>
                    <a:pt x="6593" y="1066"/>
                    <a:pt x="6449" y="953"/>
                  </a:cubicBezTo>
                  <a:close/>
                  <a:moveTo>
                    <a:pt x="5609" y="390"/>
                  </a:moveTo>
                  <a:lnTo>
                    <a:pt x="5424" y="718"/>
                  </a:lnTo>
                  <a:cubicBezTo>
                    <a:pt x="5578" y="800"/>
                    <a:pt x="5732" y="882"/>
                    <a:pt x="5885" y="984"/>
                  </a:cubicBezTo>
                  <a:lnTo>
                    <a:pt x="6070" y="656"/>
                  </a:lnTo>
                  <a:cubicBezTo>
                    <a:pt x="5926" y="554"/>
                    <a:pt x="5773" y="472"/>
                    <a:pt x="5609" y="390"/>
                  </a:cubicBezTo>
                  <a:close/>
                  <a:moveTo>
                    <a:pt x="4655" y="72"/>
                  </a:moveTo>
                  <a:lnTo>
                    <a:pt x="4553" y="441"/>
                  </a:lnTo>
                  <a:cubicBezTo>
                    <a:pt x="4727" y="472"/>
                    <a:pt x="4901" y="523"/>
                    <a:pt x="5065" y="574"/>
                  </a:cubicBezTo>
                  <a:lnTo>
                    <a:pt x="5168" y="215"/>
                  </a:lnTo>
                  <a:cubicBezTo>
                    <a:pt x="4993" y="154"/>
                    <a:pt x="4829" y="113"/>
                    <a:pt x="4655" y="72"/>
                  </a:cubicBezTo>
                  <a:close/>
                  <a:moveTo>
                    <a:pt x="3640" y="10"/>
                  </a:moveTo>
                  <a:lnTo>
                    <a:pt x="3640" y="400"/>
                  </a:lnTo>
                  <a:cubicBezTo>
                    <a:pt x="3733" y="390"/>
                    <a:pt x="3825" y="390"/>
                    <a:pt x="3907" y="390"/>
                  </a:cubicBezTo>
                  <a:cubicBezTo>
                    <a:pt x="3999" y="390"/>
                    <a:pt x="4091" y="390"/>
                    <a:pt x="4173" y="400"/>
                  </a:cubicBezTo>
                  <a:lnTo>
                    <a:pt x="4173" y="10"/>
                  </a:lnTo>
                  <a:cubicBezTo>
                    <a:pt x="4091" y="10"/>
                    <a:pt x="3999" y="0"/>
                    <a:pt x="3907" y="0"/>
                  </a:cubicBezTo>
                  <a:cubicBezTo>
                    <a:pt x="3825" y="0"/>
                    <a:pt x="3733" y="0"/>
                    <a:pt x="3640" y="10"/>
                  </a:cubicBezTo>
                  <a:close/>
                  <a:moveTo>
                    <a:pt x="2748" y="574"/>
                  </a:moveTo>
                  <a:cubicBezTo>
                    <a:pt x="2912" y="523"/>
                    <a:pt x="3087" y="472"/>
                    <a:pt x="3261" y="441"/>
                  </a:cubicBezTo>
                  <a:lnTo>
                    <a:pt x="3158" y="72"/>
                  </a:lnTo>
                  <a:cubicBezTo>
                    <a:pt x="2984" y="113"/>
                    <a:pt x="2820" y="154"/>
                    <a:pt x="2646" y="215"/>
                  </a:cubicBezTo>
                  <a:close/>
                  <a:moveTo>
                    <a:pt x="401" y="3598"/>
                  </a:moveTo>
                  <a:lnTo>
                    <a:pt x="21" y="3598"/>
                  </a:lnTo>
                  <a:cubicBezTo>
                    <a:pt x="11" y="3701"/>
                    <a:pt x="1" y="3803"/>
                    <a:pt x="1" y="3896"/>
                  </a:cubicBezTo>
                  <a:cubicBezTo>
                    <a:pt x="1" y="3978"/>
                    <a:pt x="1" y="4060"/>
                    <a:pt x="11" y="4131"/>
                  </a:cubicBezTo>
                  <a:lnTo>
                    <a:pt x="401" y="4131"/>
                  </a:lnTo>
                  <a:cubicBezTo>
                    <a:pt x="401" y="4060"/>
                    <a:pt x="391" y="3978"/>
                    <a:pt x="391" y="3896"/>
                  </a:cubicBezTo>
                  <a:cubicBezTo>
                    <a:pt x="391" y="3803"/>
                    <a:pt x="391" y="3701"/>
                    <a:pt x="401" y="3598"/>
                  </a:cubicBezTo>
                  <a:close/>
                  <a:moveTo>
                    <a:pt x="596" y="2706"/>
                  </a:moveTo>
                  <a:lnTo>
                    <a:pt x="227" y="2604"/>
                  </a:lnTo>
                  <a:cubicBezTo>
                    <a:pt x="165" y="2778"/>
                    <a:pt x="124" y="2942"/>
                    <a:pt x="93" y="3116"/>
                  </a:cubicBezTo>
                  <a:lnTo>
                    <a:pt x="452" y="3219"/>
                  </a:lnTo>
                  <a:cubicBezTo>
                    <a:pt x="493" y="3045"/>
                    <a:pt x="534" y="2870"/>
                    <a:pt x="596" y="2706"/>
                  </a:cubicBezTo>
                  <a:close/>
                  <a:moveTo>
                    <a:pt x="1016" y="1897"/>
                  </a:moveTo>
                  <a:lnTo>
                    <a:pt x="688" y="1702"/>
                  </a:lnTo>
                  <a:cubicBezTo>
                    <a:pt x="585" y="1845"/>
                    <a:pt x="493" y="1999"/>
                    <a:pt x="421" y="2163"/>
                  </a:cubicBezTo>
                  <a:lnTo>
                    <a:pt x="749" y="2348"/>
                  </a:lnTo>
                  <a:cubicBezTo>
                    <a:pt x="821" y="2194"/>
                    <a:pt x="913" y="2040"/>
                    <a:pt x="1016" y="1897"/>
                  </a:cubicBezTo>
                  <a:close/>
                  <a:moveTo>
                    <a:pt x="1631" y="1220"/>
                  </a:moveTo>
                  <a:lnTo>
                    <a:pt x="1364" y="943"/>
                  </a:lnTo>
                  <a:cubicBezTo>
                    <a:pt x="1221" y="1066"/>
                    <a:pt x="1098" y="1189"/>
                    <a:pt x="975" y="1322"/>
                  </a:cubicBezTo>
                  <a:lnTo>
                    <a:pt x="1252" y="1589"/>
                  </a:lnTo>
                  <a:cubicBezTo>
                    <a:pt x="1364" y="1456"/>
                    <a:pt x="1498" y="1333"/>
                    <a:pt x="1631" y="12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2"/>
            <p:cNvSpPr/>
            <p:nvPr/>
          </p:nvSpPr>
          <p:spPr>
            <a:xfrm>
              <a:off x="4638426" y="4154752"/>
              <a:ext cx="1074218" cy="199247"/>
            </a:xfrm>
            <a:custGeom>
              <a:rect b="b" l="l" r="r" t="t"/>
              <a:pathLst>
                <a:path extrusionOk="0" h="1487" w="8017">
                  <a:moveTo>
                    <a:pt x="277" y="0"/>
                  </a:moveTo>
                  <a:cubicBezTo>
                    <a:pt x="123" y="0"/>
                    <a:pt x="0" y="123"/>
                    <a:pt x="0" y="277"/>
                  </a:cubicBezTo>
                  <a:lnTo>
                    <a:pt x="0" y="1210"/>
                  </a:lnTo>
                  <a:cubicBezTo>
                    <a:pt x="0" y="1364"/>
                    <a:pt x="123" y="1487"/>
                    <a:pt x="277" y="1487"/>
                  </a:cubicBezTo>
                  <a:lnTo>
                    <a:pt x="7740" y="1487"/>
                  </a:lnTo>
                  <a:cubicBezTo>
                    <a:pt x="7894" y="1487"/>
                    <a:pt x="8017" y="1364"/>
                    <a:pt x="8017" y="1210"/>
                  </a:cubicBezTo>
                  <a:lnTo>
                    <a:pt x="8017" y="277"/>
                  </a:lnTo>
                  <a:cubicBezTo>
                    <a:pt x="8017" y="123"/>
                    <a:pt x="7894" y="0"/>
                    <a:pt x="774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2"/>
            <p:cNvSpPr/>
            <p:nvPr/>
          </p:nvSpPr>
          <p:spPr>
            <a:xfrm>
              <a:off x="5484591" y="4154752"/>
              <a:ext cx="74232" cy="199247"/>
            </a:xfrm>
            <a:custGeom>
              <a:rect b="b" l="l" r="r" t="t"/>
              <a:pathLst>
                <a:path extrusionOk="0" h="1487" w="554">
                  <a:moveTo>
                    <a:pt x="0" y="0"/>
                  </a:moveTo>
                  <a:lnTo>
                    <a:pt x="0" y="1487"/>
                  </a:lnTo>
                  <a:lnTo>
                    <a:pt x="554" y="1487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2"/>
            <p:cNvSpPr/>
            <p:nvPr/>
          </p:nvSpPr>
          <p:spPr>
            <a:xfrm>
              <a:off x="5334787" y="4154752"/>
              <a:ext cx="73026" cy="199247"/>
            </a:xfrm>
            <a:custGeom>
              <a:rect b="b" l="l" r="r" t="t"/>
              <a:pathLst>
                <a:path extrusionOk="0" h="1487" w="545">
                  <a:moveTo>
                    <a:pt x="1" y="0"/>
                  </a:moveTo>
                  <a:lnTo>
                    <a:pt x="1" y="1487"/>
                  </a:lnTo>
                  <a:lnTo>
                    <a:pt x="544" y="148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2"/>
            <p:cNvSpPr/>
            <p:nvPr/>
          </p:nvSpPr>
          <p:spPr>
            <a:xfrm>
              <a:off x="4638426" y="4154752"/>
              <a:ext cx="1038576" cy="166285"/>
            </a:xfrm>
            <a:custGeom>
              <a:rect b="b" l="l" r="r" t="t"/>
              <a:pathLst>
                <a:path extrusionOk="0" h="1241" w="7751">
                  <a:moveTo>
                    <a:pt x="277" y="0"/>
                  </a:moveTo>
                  <a:lnTo>
                    <a:pt x="7750" y="0"/>
                  </a:lnTo>
                  <a:lnTo>
                    <a:pt x="7750" y="31"/>
                  </a:lnTo>
                  <a:lnTo>
                    <a:pt x="7750" y="964"/>
                  </a:lnTo>
                  <a:cubicBezTo>
                    <a:pt x="7750" y="1108"/>
                    <a:pt x="7627" y="1241"/>
                    <a:pt x="7474" y="1241"/>
                  </a:cubicBezTo>
                  <a:lnTo>
                    <a:pt x="0" y="1241"/>
                  </a:lnTo>
                  <a:cubicBezTo>
                    <a:pt x="0" y="1231"/>
                    <a:pt x="0" y="1220"/>
                    <a:pt x="0" y="1210"/>
                  </a:cubicBezTo>
                  <a:lnTo>
                    <a:pt x="0" y="277"/>
                  </a:lnTo>
                  <a:cubicBezTo>
                    <a:pt x="0" y="123"/>
                    <a:pt x="123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2"/>
            <p:cNvSpPr/>
            <p:nvPr/>
          </p:nvSpPr>
          <p:spPr>
            <a:xfrm>
              <a:off x="5484591" y="4154752"/>
              <a:ext cx="74232" cy="166285"/>
            </a:xfrm>
            <a:custGeom>
              <a:rect b="b" l="l" r="r" t="t"/>
              <a:pathLst>
                <a:path extrusionOk="0" h="1241" w="554">
                  <a:moveTo>
                    <a:pt x="0" y="0"/>
                  </a:moveTo>
                  <a:lnTo>
                    <a:pt x="0" y="1241"/>
                  </a:lnTo>
                  <a:lnTo>
                    <a:pt x="554" y="1241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2"/>
            <p:cNvSpPr/>
            <p:nvPr/>
          </p:nvSpPr>
          <p:spPr>
            <a:xfrm>
              <a:off x="5334787" y="4154752"/>
              <a:ext cx="73026" cy="166285"/>
            </a:xfrm>
            <a:custGeom>
              <a:rect b="b" l="l" r="r" t="t"/>
              <a:pathLst>
                <a:path extrusionOk="0" h="1241" w="545">
                  <a:moveTo>
                    <a:pt x="1" y="0"/>
                  </a:moveTo>
                  <a:lnTo>
                    <a:pt x="1" y="1241"/>
                  </a:lnTo>
                  <a:lnTo>
                    <a:pt x="544" y="1241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2"/>
            <p:cNvSpPr/>
            <p:nvPr/>
          </p:nvSpPr>
          <p:spPr>
            <a:xfrm>
              <a:off x="4693363" y="3956978"/>
              <a:ext cx="1075692" cy="197907"/>
            </a:xfrm>
            <a:custGeom>
              <a:rect b="b" l="l" r="r" t="t"/>
              <a:pathLst>
                <a:path extrusionOk="0" h="1477" w="8028">
                  <a:moveTo>
                    <a:pt x="287" y="0"/>
                  </a:moveTo>
                  <a:cubicBezTo>
                    <a:pt x="134" y="0"/>
                    <a:pt x="0" y="123"/>
                    <a:pt x="0" y="277"/>
                  </a:cubicBezTo>
                  <a:lnTo>
                    <a:pt x="0" y="1200"/>
                  </a:lnTo>
                  <a:cubicBezTo>
                    <a:pt x="0" y="1353"/>
                    <a:pt x="134" y="1476"/>
                    <a:pt x="277" y="1476"/>
                  </a:cubicBezTo>
                  <a:lnTo>
                    <a:pt x="7750" y="1476"/>
                  </a:lnTo>
                  <a:cubicBezTo>
                    <a:pt x="7904" y="1476"/>
                    <a:pt x="8027" y="1353"/>
                    <a:pt x="8027" y="1200"/>
                  </a:cubicBezTo>
                  <a:lnTo>
                    <a:pt x="8027" y="277"/>
                  </a:lnTo>
                  <a:cubicBezTo>
                    <a:pt x="8027" y="123"/>
                    <a:pt x="7904" y="0"/>
                    <a:pt x="7750" y="0"/>
                  </a:cubicBezTo>
                  <a:close/>
                </a:path>
              </a:pathLst>
            </a:custGeom>
            <a:solidFill>
              <a:srgbClr val="DBA2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2"/>
            <p:cNvSpPr/>
            <p:nvPr/>
          </p:nvSpPr>
          <p:spPr>
            <a:xfrm>
              <a:off x="5540868" y="3956978"/>
              <a:ext cx="74366" cy="197907"/>
            </a:xfrm>
            <a:custGeom>
              <a:rect b="b" l="l" r="r" t="t"/>
              <a:pathLst>
                <a:path extrusionOk="0" h="1477" w="555">
                  <a:moveTo>
                    <a:pt x="1" y="0"/>
                  </a:moveTo>
                  <a:lnTo>
                    <a:pt x="1" y="1476"/>
                  </a:lnTo>
                  <a:lnTo>
                    <a:pt x="554" y="147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2"/>
            <p:cNvSpPr/>
            <p:nvPr/>
          </p:nvSpPr>
          <p:spPr>
            <a:xfrm>
              <a:off x="5391198" y="3956978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0" y="0"/>
                  </a:moveTo>
                  <a:lnTo>
                    <a:pt x="0" y="1476"/>
                  </a:lnTo>
                  <a:lnTo>
                    <a:pt x="543" y="1476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C990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2"/>
            <p:cNvSpPr/>
            <p:nvPr/>
          </p:nvSpPr>
          <p:spPr>
            <a:xfrm>
              <a:off x="4852681" y="3956978"/>
              <a:ext cx="72892" cy="197907"/>
            </a:xfrm>
            <a:custGeom>
              <a:rect b="b" l="l" r="r" t="t"/>
              <a:pathLst>
                <a:path extrusionOk="0" h="1477" w="544">
                  <a:moveTo>
                    <a:pt x="1" y="0"/>
                  </a:moveTo>
                  <a:lnTo>
                    <a:pt x="1" y="1476"/>
                  </a:lnTo>
                  <a:lnTo>
                    <a:pt x="544" y="14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AB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2"/>
            <p:cNvSpPr/>
            <p:nvPr/>
          </p:nvSpPr>
          <p:spPr>
            <a:xfrm>
              <a:off x="4694703" y="3956978"/>
              <a:ext cx="1038576" cy="164945"/>
            </a:xfrm>
            <a:custGeom>
              <a:rect b="b" l="l" r="r" t="t"/>
              <a:pathLst>
                <a:path extrusionOk="0" h="1231" w="7751">
                  <a:moveTo>
                    <a:pt x="277" y="0"/>
                  </a:moveTo>
                  <a:lnTo>
                    <a:pt x="7751" y="0"/>
                  </a:lnTo>
                  <a:cubicBezTo>
                    <a:pt x="7751" y="10"/>
                    <a:pt x="7751" y="21"/>
                    <a:pt x="7751" y="31"/>
                  </a:cubicBezTo>
                  <a:lnTo>
                    <a:pt x="7751" y="954"/>
                  </a:lnTo>
                  <a:cubicBezTo>
                    <a:pt x="7751" y="1107"/>
                    <a:pt x="7628" y="1230"/>
                    <a:pt x="7474" y="1230"/>
                  </a:cubicBezTo>
                  <a:lnTo>
                    <a:pt x="1" y="1230"/>
                  </a:lnTo>
                  <a:cubicBezTo>
                    <a:pt x="1" y="1220"/>
                    <a:pt x="1" y="1210"/>
                    <a:pt x="1" y="1200"/>
                  </a:cubicBezTo>
                  <a:lnTo>
                    <a:pt x="1" y="277"/>
                  </a:lnTo>
                  <a:cubicBezTo>
                    <a:pt x="1" y="123"/>
                    <a:pt x="124" y="0"/>
                    <a:pt x="277" y="0"/>
                  </a:cubicBezTo>
                  <a:close/>
                </a:path>
              </a:pathLst>
            </a:custGeom>
            <a:solidFill>
              <a:srgbClr val="F1CF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2"/>
            <p:cNvSpPr/>
            <p:nvPr/>
          </p:nvSpPr>
          <p:spPr>
            <a:xfrm>
              <a:off x="5540868" y="3956978"/>
              <a:ext cx="74366" cy="164945"/>
            </a:xfrm>
            <a:custGeom>
              <a:rect b="b" l="l" r="r" t="t"/>
              <a:pathLst>
                <a:path extrusionOk="0" h="1231" w="555">
                  <a:moveTo>
                    <a:pt x="1" y="0"/>
                  </a:moveTo>
                  <a:lnTo>
                    <a:pt x="1" y="1230"/>
                  </a:lnTo>
                  <a:lnTo>
                    <a:pt x="554" y="123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2"/>
            <p:cNvSpPr/>
            <p:nvPr/>
          </p:nvSpPr>
          <p:spPr>
            <a:xfrm>
              <a:off x="5391198" y="3956978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0" y="0"/>
                  </a:moveTo>
                  <a:lnTo>
                    <a:pt x="0" y="1230"/>
                  </a:lnTo>
                  <a:lnTo>
                    <a:pt x="543" y="1230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2"/>
            <p:cNvSpPr/>
            <p:nvPr/>
          </p:nvSpPr>
          <p:spPr>
            <a:xfrm>
              <a:off x="4852681" y="3956978"/>
              <a:ext cx="72892" cy="164945"/>
            </a:xfrm>
            <a:custGeom>
              <a:rect b="b" l="l" r="r" t="t"/>
              <a:pathLst>
                <a:path extrusionOk="0" h="1231" w="544">
                  <a:moveTo>
                    <a:pt x="1" y="0"/>
                  </a:moveTo>
                  <a:lnTo>
                    <a:pt x="1" y="1230"/>
                  </a:lnTo>
                  <a:lnTo>
                    <a:pt x="544" y="123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F7E1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4" name="Google Shape;1674;p62"/>
          <p:cNvSpPr txBox="1"/>
          <p:nvPr/>
        </p:nvSpPr>
        <p:spPr>
          <a:xfrm>
            <a:off x="731225" y="3000925"/>
            <a:ext cx="3644100" cy="409500"/>
          </a:xfrm>
          <a:prstGeom prst="rect">
            <a:avLst/>
          </a:prstGeom>
          <a:solidFill>
            <a:srgbClr val="EFE0CA">
              <a:alpha val="446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60A"/>
                </a:solidFill>
                <a:latin typeface="Open Sans"/>
                <a:ea typeface="Open Sans"/>
                <a:cs typeface="Open Sans"/>
                <a:sym typeface="Open Sans"/>
              </a:rPr>
              <a:t>       Contact me Mikhael Putra Iswanto</a:t>
            </a:r>
            <a:endParaRPr b="1">
              <a:solidFill>
                <a:srgbClr val="0006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75" name="Google Shape;167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500" y="3092400"/>
            <a:ext cx="226550" cy="2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62">
            <a:hlinkClick r:id="rId4"/>
          </p:cNvPr>
          <p:cNvSpPr txBox="1"/>
          <p:nvPr/>
        </p:nvSpPr>
        <p:spPr>
          <a:xfrm>
            <a:off x="838500" y="3092400"/>
            <a:ext cx="2265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6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63"/>
          <p:cNvSpPr txBox="1"/>
          <p:nvPr/>
        </p:nvSpPr>
        <p:spPr>
          <a:xfrm>
            <a:off x="19175" y="201765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E2E9ED"/>
                </a:solidFill>
                <a:latin typeface="Proxima Nova"/>
                <a:ea typeface="Proxima Nova"/>
                <a:cs typeface="Proxima Nova"/>
                <a:sym typeface="Proxima Nova"/>
              </a:rPr>
              <a:t>APPENDIX</a:t>
            </a:r>
            <a:endParaRPr b="1" sz="6000">
              <a:solidFill>
                <a:srgbClr val="E2E9E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4"/>
          <p:cNvSpPr txBox="1"/>
          <p:nvPr>
            <p:ph type="title"/>
          </p:nvPr>
        </p:nvSpPr>
        <p:spPr>
          <a:xfrm>
            <a:off x="457200" y="6758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Query Language</a:t>
            </a:r>
            <a:endParaRPr/>
          </a:p>
        </p:txBody>
      </p:sp>
      <p:sp>
        <p:nvSpPr>
          <p:cNvPr id="1687" name="Google Shape;1687;p64"/>
          <p:cNvSpPr txBox="1"/>
          <p:nvPr>
            <p:ph idx="4294967295" type="title"/>
          </p:nvPr>
        </p:nvSpPr>
        <p:spPr>
          <a:xfrm>
            <a:off x="1056450" y="2374950"/>
            <a:ext cx="1783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Cleaning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88" name="Google Shape;1688;p64"/>
          <p:cNvSpPr txBox="1"/>
          <p:nvPr>
            <p:ph idx="4294967295" type="title"/>
          </p:nvPr>
        </p:nvSpPr>
        <p:spPr>
          <a:xfrm>
            <a:off x="1466421" y="1779450"/>
            <a:ext cx="10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</a:t>
            </a:r>
            <a:endParaRPr sz="4200">
              <a:solidFill>
                <a:schemeClr val="dk1"/>
              </a:solidFill>
            </a:endParaRPr>
          </a:p>
        </p:txBody>
      </p:sp>
      <p:sp>
        <p:nvSpPr>
          <p:cNvPr id="1689" name="Google Shape;1689;p64"/>
          <p:cNvSpPr txBox="1"/>
          <p:nvPr>
            <p:ph idx="4294967295" type="title"/>
          </p:nvPr>
        </p:nvSpPr>
        <p:spPr>
          <a:xfrm>
            <a:off x="3540550" y="1944450"/>
            <a:ext cx="17832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EDA &amp; </a:t>
            </a: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Aggregate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90" name="Google Shape;1690;p64"/>
          <p:cNvSpPr txBox="1"/>
          <p:nvPr>
            <p:ph idx="4294967295" type="title"/>
          </p:nvPr>
        </p:nvSpPr>
        <p:spPr>
          <a:xfrm>
            <a:off x="3950521" y="1348950"/>
            <a:ext cx="10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</a:t>
            </a:r>
            <a:endParaRPr sz="4200">
              <a:solidFill>
                <a:schemeClr val="dk1"/>
              </a:solidFill>
            </a:endParaRPr>
          </a:p>
        </p:txBody>
      </p:sp>
      <p:sp>
        <p:nvSpPr>
          <p:cNvPr id="1691" name="Google Shape;1691;p64"/>
          <p:cNvSpPr txBox="1"/>
          <p:nvPr>
            <p:ph idx="4294967295" type="title"/>
          </p:nvPr>
        </p:nvSpPr>
        <p:spPr>
          <a:xfrm>
            <a:off x="5818950" y="2432850"/>
            <a:ext cx="2268600" cy="8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Anomaly vs Normal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92" name="Google Shape;1692;p64"/>
          <p:cNvSpPr txBox="1"/>
          <p:nvPr>
            <p:ph idx="4294967295" type="title"/>
          </p:nvPr>
        </p:nvSpPr>
        <p:spPr>
          <a:xfrm>
            <a:off x="6471571" y="1837350"/>
            <a:ext cx="10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endParaRPr sz="4200">
              <a:solidFill>
                <a:schemeClr val="dk1"/>
              </a:solidFill>
            </a:endParaRPr>
          </a:p>
        </p:txBody>
      </p:sp>
      <p:sp>
        <p:nvSpPr>
          <p:cNvPr id="1693" name="Google Shape;1693;p64"/>
          <p:cNvSpPr txBox="1"/>
          <p:nvPr>
            <p:ph idx="4294967295" type="title"/>
          </p:nvPr>
        </p:nvSpPr>
        <p:spPr>
          <a:xfrm>
            <a:off x="1652125" y="4029250"/>
            <a:ext cx="280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DPD, KOL, AUM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94" name="Google Shape;1694;p64"/>
          <p:cNvSpPr txBox="1"/>
          <p:nvPr>
            <p:ph idx="4294967295" type="title"/>
          </p:nvPr>
        </p:nvSpPr>
        <p:spPr>
          <a:xfrm>
            <a:off x="2574621" y="3367950"/>
            <a:ext cx="10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lang="en" sz="42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endParaRPr sz="4200">
              <a:solidFill>
                <a:schemeClr val="dk1"/>
              </a:solidFill>
            </a:endParaRPr>
          </a:p>
        </p:txBody>
      </p:sp>
      <p:sp>
        <p:nvSpPr>
          <p:cNvPr id="1695" name="Google Shape;1695;p64"/>
          <p:cNvSpPr txBox="1"/>
          <p:nvPr>
            <p:ph idx="4294967295" type="title"/>
          </p:nvPr>
        </p:nvSpPr>
        <p:spPr>
          <a:xfrm>
            <a:off x="4545625" y="4029250"/>
            <a:ext cx="280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 Analyst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96" name="Google Shape;1696;p64">
            <a:hlinkClick r:id="rId15"/>
          </p:cNvPr>
          <p:cNvSpPr txBox="1"/>
          <p:nvPr>
            <p:ph idx="4294967295" type="title"/>
          </p:nvPr>
        </p:nvSpPr>
        <p:spPr>
          <a:xfrm>
            <a:off x="5468121" y="3367950"/>
            <a:ext cx="10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</a:rPr>
              <a:t>05</a:t>
            </a:r>
            <a:endParaRPr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vestor Social Media by Slidesgo">
  <a:themeElements>
    <a:clrScheme name="Simple Light">
      <a:dk1>
        <a:srgbClr val="07105C"/>
      </a:dk1>
      <a:lt1>
        <a:srgbClr val="FFFFFF"/>
      </a:lt1>
      <a:dk2>
        <a:srgbClr val="FDE571"/>
      </a:dk2>
      <a:lt2>
        <a:srgbClr val="8FCEF9"/>
      </a:lt2>
      <a:accent1>
        <a:srgbClr val="07105C"/>
      </a:accent1>
      <a:accent2>
        <a:srgbClr val="5664E1"/>
      </a:accent2>
      <a:accent3>
        <a:srgbClr val="1226DB"/>
      </a:accent3>
      <a:accent4>
        <a:srgbClr val="23295C"/>
      </a:accent4>
      <a:accent5>
        <a:srgbClr val="0E1DA8"/>
      </a:accent5>
      <a:accent6>
        <a:srgbClr val="FFB127"/>
      </a:accent6>
      <a:hlink>
        <a:srgbClr val="E1D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